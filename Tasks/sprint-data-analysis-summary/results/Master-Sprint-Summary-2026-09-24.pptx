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Explicit research question: Can a model trained on five repositories predict instability in a sixth repository it has never seen?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https://github.com/yakovelmaleh/Master/pull/360</a:t>
            </a:r>
          </a:p>
          <a:p>
            <a:r>
              <a:t>Artifact commit: e554ad3e3fecfb9e5c0e3e40665274ff9bcb3f6a</a:t>
            </a:r>
          </a:p>
          <a:p>
            <a:r>
              <a:t>Bundle: Tasks/task-summaries/compare-models-leave-one-project-out-20260927-135429</a:t>
            </a:r>
          </a:p>
          <a:p>
            <a:r>
              <a:t>Cluster run: 20260924-212328-564730; appended September 27, 2026.</a:t>
            </a:r>
          </a:p>
          <a:p>
            <a:r>
              <a:t>RESULTS.csv supplies reported metrics; split_manifest.json supplies fold counts, project isolation, dates and policies; verification_manifest.json records success.</a:t>
            </a:r>
          </a:p>
          <a:p>
            <a:r>
              <a:t>Scores were aggregated, not independently recomputed from predictions. Macro results are descriptive, not significance evidence. Each project/model/level receives equal weight. Each repository is tested once per model/variant/level; training rows are reused across folds, so fold training totals are not unique counts.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0.18613824635969417,</a:t>
            </a:r>
          </a:p>
          <a:p>
            <a:r>
              <a:t>    "refactored": 0.1752863464334156</a:t>
            </a:r>
          </a:p>
          <a:p>
            <a:r>
              <a:t>  },</a:t>
            </a:r>
          </a:p>
          <a:p>
            <a:r>
              <a:t>  "wins": 20,</a:t>
            </a:r>
          </a:p>
          <a:p>
            <a:r>
              <a:t>  "ties": 0,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"0.2355",</a:t>
            </a:r>
          </a:p>
          <a:p>
            <a:r>
              <a:t>      "0.2215",</a:t>
            </a:r>
          </a:p>
          <a:p>
            <a:r>
              <a:t>      "-0.0140"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"0.2124",</a:t>
            </a:r>
          </a:p>
          <a:p>
            <a:r>
              <a:t>      "0.1944",</a:t>
            </a:r>
          </a:p>
          <a:p>
            <a:r>
              <a:t>      "-0.0180"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"0.1932",</a:t>
            </a:r>
          </a:p>
          <a:p>
            <a:r>
              <a:t>      "0.1859",</a:t>
            </a:r>
          </a:p>
          <a:p>
            <a:r>
              <a:t>      "-0.0074"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"0.1530",</a:t>
            </a:r>
          </a:p>
          <a:p>
            <a:r>
              <a:t>      "0.1397",</a:t>
            </a:r>
          </a:p>
          <a:p>
            <a:r>
              <a:t>      "-0.0133"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"0.2451",</a:t>
            </a:r>
          </a:p>
          <a:p>
            <a:r>
              <a:t>      "0.2351",</a:t>
            </a:r>
          </a:p>
          <a:p>
            <a:r>
              <a:t>      "-0.0100"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"0.2176",</a:t>
            </a:r>
          </a:p>
          <a:p>
            <a:r>
              <a:t>      "0.2021",</a:t>
            </a:r>
          </a:p>
          <a:p>
            <a:r>
              <a:t>      "-0.0155"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"0.1939",</a:t>
            </a:r>
          </a:p>
          <a:p>
            <a:r>
              <a:t>      "0.1886",</a:t>
            </a:r>
          </a:p>
          <a:p>
            <a:r>
              <a:t>      "-0.0053"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"0.1388",</a:t>
            </a:r>
          </a:p>
          <a:p>
            <a:r>
              <a:t>      "0.1434",</a:t>
            </a:r>
          </a:p>
          <a:p>
            <a:r>
              <a:t>      "+0.0046"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"0.1934",</a:t>
            </a:r>
          </a:p>
          <a:p>
            <a:r>
              <a:t>      "0.1863",</a:t>
            </a:r>
          </a:p>
          <a:p>
            <a:r>
              <a:t>      "-0.0071"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"0.1599",</a:t>
            </a:r>
          </a:p>
          <a:p>
            <a:r>
              <a:t>      "0.1474",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"0.1625",</a:t>
            </a:r>
          </a:p>
          <a:p>
            <a:r>
              <a:t>      "0.1371",</a:t>
            </a:r>
          </a:p>
          <a:p>
            <a:r>
              <a:t>      "-0.0254"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"0.1282",</a:t>
            </a:r>
          </a:p>
          <a:p>
            <a:r>
              <a:t>      "0.1220",</a:t>
            </a:r>
          </a:p>
          <a:p>
            <a:r>
              <a:t>      "-0.0062"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"Leave-one-project-out comparison (#360)",</a:t>
            </a:r>
          </a:p>
          <a:p>
            <a:r>
              <a:t>    "task": "Can models trained on five repositories predict instability in a sixth, unseen repository? Compare unweighted training with balancing.",</a:t>
            </a:r>
          </a:p>
          <a:p>
            <a:r>
              <a:t>    "why": [</a:t>
            </a:r>
          </a:p>
          <a:p>
            <a:r>
              <a:t>      "Measures cross-project transfer, unlike #357's within-project test.",</a:t>
            </a:r>
          </a:p>
          <a:p>
            <a:r>
              <a:t>      "Six held-out projects; levels 5, 10, 15 and 20; RF, legacy boosting and NN.",</a:t>
            </a:r>
          </a:p>
          <a:p>
            <a:r>
              <a:t>      "All six jobs succeeded: 144 of 144 outputs present.",</a:t>
            </a:r>
          </a:p>
          <a:p>
            <a:r>
              <a:t>      "Uses existing CSVs; no fresh Jira collection."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20/72 paired comparisons; loses 52/72.",</a:t>
            </a:r>
          </a:p>
          <a:p>
            <a:r>
              <a:t>        "Overall descriptive macro AUC-PRC: 0.1861 to 0.1753. No overall improvement.",</a:t>
            </a:r>
          </a:p>
          <a:p>
            <a:r>
              <a:t>        "Only legacy boosting at level 20 improves in the six-project macro table.",</a:t>
            </a:r>
          </a:p>
          <a:p>
            <a:r>
              <a:t>        "Best: Jira baseline boosting, level 5 = 0.5059; test prevalence is 34.6%."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"Retain unweighted models as candidates; balancing is not a default improvement.",</a:t>
            </a:r>
          </a:p>
          <a:p>
            <a:r>
              <a:t>        "Project isolation is not strict future-time testing: source and target dates overlap.",</a:t>
            </a:r>
          </a:p>
          <a:p>
            <a:r>
              <a:t>        "Do not treat differences from #357 as paired gains or losses: test populations differ.",</a:t>
            </a:r>
          </a:p>
          <a:p>
            <a:r>
              <a:t>        "Baseline is not the original pipeline;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610,</a:t>
            </a:r>
          </a:p>
          <a:p>
            <a:r>
              <a:t>            "15": 457,</a:t>
            </a:r>
          </a:p>
          <a:p>
            <a:r>
              <a:t>            "20": 377,</a:t>
            </a:r>
          </a:p>
          <a:p>
            <a:r>
              <a:t>            "5": 878</a:t>
            </a:r>
          </a:p>
          <a:p>
            <a:r>
              <a:t>          },</a:t>
            </a:r>
          </a:p>
          <a:p>
            <a:r>
              <a:t>          "row_ids_sha256": "d3c5659ed8dacf813a03e3c43bca481c63caf56a6c36d714cf37283ad29e19a5",</a:t>
            </a:r>
          </a:p>
          <a:p>
            <a:r>
              <a:t>          "rows": 7672,</a:t>
            </a:r>
          </a:p>
          <a:p>
            <a:r>
              <a:t>          "source_counts": {</a:t>
            </a:r>
          </a:p>
          <a:p>
            <a:r>
              <a:t>            "Apache": 7672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"2021-08-03 08:19:53",</a:t>
            </a:r>
          </a:p>
          <a:p>
            <a:r>
              <a:t>          "positive_counts": {</a:t>
            </a:r>
          </a:p>
          <a:p>
            <a:r>
              <a:t>            "10": 1661,</a:t>
            </a:r>
          </a:p>
          <a:p>
            <a:r>
              <a:t>            "15": 1435,</a:t>
            </a:r>
          </a:p>
          <a:p>
            <a:r>
              <a:t>            "20": 988,</a:t>
            </a:r>
          </a:p>
          <a:p>
            <a:r>
              <a:t>            "5": 2002</a:t>
            </a:r>
          </a:p>
          <a:p>
            <a:r>
              <a:t>          },</a:t>
            </a:r>
          </a:p>
          <a:p>
            <a:r>
              <a:t>          "row_ids_sha256": "5d7d76b0f03de713e7b267d50df398080d4483b1266d6434cec1f787a1a69ef6",</a:t>
            </a:r>
          </a:p>
          <a:p>
            <a:r>
              <a:t>          "rows": 12920,</a:t>
            </a:r>
          </a:p>
          <a:p>
            <a:r>
              <a:t>          "source_counts": {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1556,</a:t>
            </a:r>
          </a:p>
          <a:p>
            <a:r>
              <a:t>            "MariaDB": 1713,</a:t>
            </a:r>
          </a:p>
          <a:p>
            <a:r>
              <a:t>            "Qt": 3169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"2021-08-03 09:29:29",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164,</a:t>
            </a:r>
          </a:p>
          <a:p>
            <a:r>
              <a:t>            "20": 136,</a:t>
            </a:r>
          </a:p>
          <a:p>
            <a:r>
              <a:t>            "5": 310</a:t>
            </a:r>
          </a:p>
          <a:p>
            <a:r>
              <a:t>          },</a:t>
            </a:r>
          </a:p>
          <a:p>
            <a:r>
              <a:t>          "row_ids_sha256": "66fbeda3dbb49c61fe19a48321661c3b66c74b2fd6ff9548bfee8368032bf3af",</a:t>
            </a:r>
          </a:p>
          <a:p>
            <a:r>
              <a:t>          "rows": 3230,</a:t>
            </a:r>
          </a:p>
          <a:p>
            <a:r>
              <a:t>          "source_counts": {</a:t>
            </a:r>
          </a:p>
          <a:p>
            <a:r>
              <a:t>            "Jira": 18,</a:t>
            </a:r>
          </a:p>
          <a:p>
            <a:r>
              <a:t>            "MariaDB": 270,</a:t>
            </a:r>
          </a:p>
          <a:p>
            <a:r>
              <a:t>            "Qt": 2942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613,</a:t>
            </a:r>
          </a:p>
          <a:p>
            <a:r>
              <a:t>            "15": 516,</a:t>
            </a:r>
          </a:p>
          <a:p>
            <a:r>
              <a:t>            "20": 456,</a:t>
            </a:r>
          </a:p>
          <a:p>
            <a:r>
              <a:t>            "5": 754</a:t>
            </a:r>
          </a:p>
          <a:p>
            <a:r>
              <a:t>          },</a:t>
            </a:r>
          </a:p>
          <a:p>
            <a:r>
              <a:t>          "row_ids_sha256": "72b9121795406b1acc75eca6638975d9b7de2b30698e6ad5305fb6fec0b62fd7",</a:t>
            </a:r>
          </a:p>
          <a:p>
            <a:r>
              <a:t>          "rows": 4816,</a:t>
            </a:r>
          </a:p>
          <a:p>
            <a:r>
              <a:t>          "source_counts": {</a:t>
            </a:r>
          </a:p>
          <a:p>
            <a:r>
              <a:t>            "Hyperledger": 4816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"2022-02-11 08:40:26",</a:t>
            </a:r>
          </a:p>
          <a:p>
            <a:r>
              <a:t>          "positive_counts": {</a:t>
            </a:r>
          </a:p>
          <a:p>
            <a:r>
              <a:t>            "10": 1615,</a:t>
            </a:r>
          </a:p>
          <a:p>
            <a:r>
              <a:t>            "15": 1356,</a:t>
            </a:r>
          </a:p>
          <a:p>
            <a:r>
              <a:t>            "20": 903,</a:t>
            </a:r>
          </a:p>
          <a:p>
            <a:r>
              <a:t>            "5": 2034</a:t>
            </a:r>
          </a:p>
          <a:p>
            <a:r>
              <a:t>          },</a:t>
            </a:r>
          </a:p>
          <a:p>
            <a:r>
              <a:t>          "row_ids_sha256": "07a60164cd341317d2f59da71ae21c50e1d8b8e5c9cafd4472be68212ba003ca",</a:t>
            </a:r>
          </a:p>
          <a:p>
            <a:r>
              <a:t>          "rows": 15204,</a:t>
            </a:r>
          </a:p>
          <a:p>
            <a:r>
              <a:t>          "source_counts": {</a:t>
            </a:r>
          </a:p>
          <a:p>
            <a:r>
              <a:t>            "Apache": 6156,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"MariaDB": 1791,</a:t>
            </a:r>
          </a:p>
          <a:p>
            <a:r>
              <a:t>            "Qt": 4033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"2022-02-11 08:53:55",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251,</a:t>
            </a:r>
          </a:p>
          <a:p>
            <a:r>
              <a:t>            "15": 184,</a:t>
            </a:r>
          </a:p>
          <a:p>
            <a:r>
              <a:t>            "20": 142,</a:t>
            </a:r>
          </a:p>
          <a:p>
            <a:r>
              <a:t>            "5": 402</a:t>
            </a:r>
          </a:p>
          <a:p>
            <a:r>
              <a:t>          },</a:t>
            </a:r>
          </a:p>
          <a:p>
            <a:r>
              <a:t>          "row_ids_sha256": "c7cef7f8556a104a6201becfc67e19220253aa11cfb3b91e3a28b1a2d9d036b5",</a:t>
            </a:r>
          </a:p>
          <a:p>
            <a:r>
              <a:t>          "rows": 3802,</a:t>
            </a:r>
          </a:p>
          <a:p>
            <a:r>
              <a:t>          "source_counts": {</a:t>
            </a:r>
          </a:p>
          <a:p>
            <a:r>
              <a:t>            "Apache": 1516,</a:t>
            </a:r>
          </a:p>
          <a:p>
            <a:r>
              <a:t>            "Jira": 16,</a:t>
            </a:r>
          </a:p>
          <a:p>
            <a:r>
              <a:t>            "MariaDB": 192,</a:t>
            </a:r>
          </a:p>
          <a:p>
            <a:r>
              <a:t>            "Qt": 2078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151,</a:t>
            </a:r>
          </a:p>
          <a:p>
            <a:r>
              <a:t>            "15": 116,</a:t>
            </a:r>
          </a:p>
          <a:p>
            <a:r>
              <a:t>            "20": 91,</a:t>
            </a:r>
          </a:p>
          <a:p>
            <a:r>
              <a:t>            "5": 210</a:t>
            </a:r>
          </a:p>
          <a:p>
            <a:r>
              <a:t>          },</a:t>
            </a:r>
          </a:p>
          <a:p>
            <a:r>
              <a:t>          "row_ids_sha256": "e50306fcf6ca3683eef01f56c14d0e52b819df64f955af17a5477b5889f46950",</a:t>
            </a:r>
          </a:p>
          <a:p>
            <a:r>
              <a:t>          "rows": 1666,</a:t>
            </a:r>
          </a:p>
          <a:p>
            <a:r>
              <a:t>          "source_counts": {</a:t>
            </a:r>
          </a:p>
          <a:p>
            <a:r>
              <a:t>            "IntelDAOS": 1666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"2021-11-22 10:20:08",</a:t>
            </a:r>
          </a:p>
          <a:p>
            <a:r>
              <a:t>          "positive_counts": {</a:t>
            </a:r>
          </a:p>
          <a:p>
            <a:r>
              <a:t>            "10": 2028,</a:t>
            </a:r>
          </a:p>
          <a:p>
            <a:r>
              <a:t>            "15": 1719,</a:t>
            </a:r>
          </a:p>
          <a:p>
            <a:r>
              <a:t>            "20": 1235,</a:t>
            </a:r>
          </a:p>
          <a:p>
            <a:r>
              <a:t>            "5": 2512</a:t>
            </a:r>
          </a:p>
          <a:p>
            <a:r>
              <a:t>          },</a:t>
            </a:r>
          </a:p>
          <a:p>
            <a:r>
              <a:t>          "row_ids_sha256": "edcbe3f255b027ca1af79ed425734857e21d517429df2fb0c8058166790d0f89",</a:t>
            </a:r>
          </a:p>
          <a:p>
            <a:r>
              <a:t>          "rows": 17724,</a:t>
            </a:r>
          </a:p>
          <a:p>
            <a:r>
              <a:t>          "source_counts": {</a:t>
            </a:r>
          </a:p>
          <a:p>
            <a:r>
              <a:t>            "Apache": 5911,</a:t>
            </a:r>
          </a:p>
          <a:p>
            <a:r>
              <a:t>            "Hyperledger": 4816,</a:t>
            </a:r>
          </a:p>
          <a:p>
            <a:r>
              <a:t>            "Jira": 1558,</a:t>
            </a:r>
          </a:p>
          <a:p>
            <a:r>
              <a:t>            "MariaDB": 1768,</a:t>
            </a:r>
          </a:p>
          <a:p>
            <a:r>
              <a:t>            "Qt": 3671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10:22:06",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300,</a:t>
            </a:r>
          </a:p>
          <a:p>
            <a:r>
              <a:t>            "15": 221,</a:t>
            </a:r>
          </a:p>
          <a:p>
            <a:r>
              <a:t>            "20": 175,</a:t>
            </a:r>
          </a:p>
          <a:p>
            <a:r>
              <a:t>            "5": 468</a:t>
            </a:r>
          </a:p>
          <a:p>
            <a:r>
              <a:t>          },</a:t>
            </a:r>
          </a:p>
          <a:p>
            <a:r>
              <a:t>          "row_ids_sha256": "aa630d76a17ab064c2567817ace85dd8c9e11943ede0321dbd6e40c3588a6c84",</a:t>
            </a:r>
          </a:p>
          <a:p>
            <a:r>
              <a:t>          "rows": 4432,</a:t>
            </a:r>
          </a:p>
          <a:p>
            <a:r>
              <a:t>          "source_counts": {</a:t>
            </a:r>
          </a:p>
          <a:p>
            <a:r>
              <a:t>            "Apache": 1761,</a:t>
            </a:r>
          </a:p>
          <a:p>
            <a:r>
              <a:t>            "Jira": 16,</a:t>
            </a:r>
          </a:p>
          <a:p>
            <a:r>
              <a:t>            "MariaDB": 215,</a:t>
            </a:r>
          </a:p>
          <a:p>
            <a:r>
              <a:t>            "Qt": 2440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523,</a:t>
            </a:r>
          </a:p>
          <a:p>
            <a:r>
              <a:t>            "15": 500,</a:t>
            </a:r>
          </a:p>
          <a:p>
            <a:r>
              <a:t>            "20": 180,</a:t>
            </a:r>
          </a:p>
          <a:p>
            <a:r>
              <a:t>            "5": 545</a:t>
            </a:r>
          </a:p>
          <a:p>
            <a:r>
              <a:t>          },</a:t>
            </a:r>
          </a:p>
          <a:p>
            <a:r>
              <a:t>          "row_ids_sha256": "75d579be405a5a01252b79180f63787b483071d5044b94f5986aaade7932001b",</a:t>
            </a:r>
          </a:p>
          <a:p>
            <a:r>
              <a:t>          "rows": 1574,</a:t>
            </a:r>
          </a:p>
          <a:p>
            <a:r>
              <a:t>          "source_counts": {</a:t>
            </a:r>
          </a:p>
          <a:p>
            <a:r>
              <a:t>            "Jira": 1574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"2021-11-15 11:30:05",</a:t>
            </a:r>
          </a:p>
          <a:p>
            <a:r>
              <a:t>          "positive_counts": {</a:t>
            </a:r>
          </a:p>
          <a:p>
            <a:r>
              <a:t>            "10": 1657,</a:t>
            </a:r>
          </a:p>
          <a:p>
            <a:r>
              <a:t>            "15": 1336,</a:t>
            </a:r>
          </a:p>
          <a:p>
            <a:r>
              <a:t>            "20": 1147,</a:t>
            </a:r>
          </a:p>
          <a:p>
            <a:r>
              <a:t>            "5": 2179</a:t>
            </a:r>
          </a:p>
          <a:p>
            <a:r>
              <a:t>          },</a:t>
            </a:r>
          </a:p>
          <a:p>
            <a:r>
              <a:t>          "row_ids_sha256": "efe110148690cda4f59c89b507274289a0b6e4ba431006d4467d66219fef1157",</a:t>
            </a:r>
          </a:p>
          <a:p>
            <a:r>
              <a:t>          "rows": 17798,</a:t>
            </a:r>
          </a:p>
          <a:p>
            <a:r>
              <a:t>          "source_counts": {</a:t>
            </a:r>
          </a:p>
          <a:p>
            <a:r>
              <a:t>            "Apache": 5907,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"MariaDB": 1761,</a:t>
            </a:r>
          </a:p>
          <a:p>
            <a:r>
              <a:t>            "Qt": 3648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"2021-11-15 11:50:08",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299,</a:t>
            </a:r>
          </a:p>
          <a:p>
            <a:r>
              <a:t>            "15": 220,</a:t>
            </a:r>
          </a:p>
          <a:p>
            <a:r>
              <a:t>            "20": 174,</a:t>
            </a:r>
          </a:p>
          <a:p>
            <a:r>
              <a:t>            "5": 466</a:t>
            </a:r>
          </a:p>
          <a:p>
            <a:r>
              <a:t>          },</a:t>
            </a:r>
          </a:p>
          <a:p>
            <a:r>
              <a:t>          "row_ids_sha256": "2f403b160e1d572891489b67d68068f9c616c085255e0dec8d88cfa25d4944e5",</a:t>
            </a:r>
          </a:p>
          <a:p>
            <a:r>
              <a:t>          "rows": 4450,</a:t>
            </a:r>
          </a:p>
          <a:p>
            <a:r>
              <a:t>          "source_counts": {</a:t>
            </a:r>
          </a:p>
          <a:p>
            <a:r>
              <a:t>            "Apache": 1765,</a:t>
            </a:r>
          </a:p>
          <a:p>
            <a:r>
              <a:t>            "MariaDB": 222,</a:t>
            </a:r>
          </a:p>
          <a:p>
            <a:r>
              <a:t>            "Qt": 2463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162,</a:t>
            </a:r>
          </a:p>
          <a:p>
            <a:r>
              <a:t>            "15": 133,</a:t>
            </a:r>
          </a:p>
          <a:p>
            <a:r>
              <a:t>            "20": 117,</a:t>
            </a:r>
          </a:p>
          <a:p>
            <a:r>
              <a:t>            "5": 212</a:t>
            </a:r>
          </a:p>
          <a:p>
            <a:r>
              <a:t>          },</a:t>
            </a:r>
          </a:p>
          <a:p>
            <a:r>
              <a:t>          "row_ids_sha256": "3e8c878fa4cbd0cf30f30be3dec94f7bfcd205c93a8abf5a74ccfbbc4fe4f704",</a:t>
            </a:r>
          </a:p>
          <a:p>
            <a:r>
              <a:t>          "rows": 1983,</a:t>
            </a:r>
          </a:p>
          <a:p>
            <a:r>
              <a:t>          "source_counts": {</a:t>
            </a:r>
          </a:p>
          <a:p>
            <a:r>
              <a:t>            "MariaDB": 1983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"2021-11-01 08:22:28",</a:t>
            </a:r>
          </a:p>
          <a:p>
            <a:r>
              <a:t>          "positive_counts": {</a:t>
            </a:r>
          </a:p>
          <a:p>
            <a:r>
              <a:t>            "10": 2035,</a:t>
            </a:r>
          </a:p>
          <a:p>
            <a:r>
              <a:t>            "15": 1716,</a:t>
            </a:r>
          </a:p>
          <a:p>
            <a:r>
              <a:t>            "20": 1219,</a:t>
            </a:r>
          </a:p>
          <a:p>
            <a:r>
              <a:t>            "5": 2535</a:t>
            </a:r>
          </a:p>
          <a:p>
            <a:r>
              <a:t>          },</a:t>
            </a:r>
          </a:p>
          <a:p>
            <a:r>
              <a:t>          "row_ids_sha256": "64e5219b6cd91425042320356a95871693e9658db250296fbba11a2734274bbb",</a:t>
            </a:r>
          </a:p>
          <a:p>
            <a:r>
              <a:t>          "rows": 17471,</a:t>
            </a:r>
          </a:p>
          <a:p>
            <a:r>
              <a:t>          "source_counts": {</a:t>
            </a:r>
          </a:p>
          <a:p>
            <a:r>
              <a:t>            "Apache": 5870,</a:t>
            </a:r>
          </a:p>
          <a:p>
            <a:r>
              <a:t>            "Hyperledger": 4816,</a:t>
            </a:r>
          </a:p>
          <a:p>
            <a:r>
              <a:t>            "IntelDAOS": 1666,</a:t>
            </a:r>
          </a:p>
          <a:p>
            <a:r>
              <a:t>            "Jira": 1558,</a:t>
            </a:r>
          </a:p>
          <a:p>
            <a:r>
              <a:t>            "Qt": 3561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"2021-11-01 08:22:28",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282,</a:t>
            </a:r>
          </a:p>
          <a:p>
            <a:r>
              <a:t>            "15": 207,</a:t>
            </a:r>
          </a:p>
          <a:p>
            <a:r>
              <a:t>            "20": 165,</a:t>
            </a:r>
          </a:p>
          <a:p>
            <a:r>
              <a:t>            "5": 443</a:t>
            </a:r>
          </a:p>
          <a:p>
            <a:r>
              <a:t>          },</a:t>
            </a:r>
          </a:p>
          <a:p>
            <a:r>
              <a:t>          "row_ids_sha256": "1b4d82f18a9081add2ba5c386a7d2a8fbae28cf2513b481647d442df6ead752f",</a:t>
            </a:r>
          </a:p>
          <a:p>
            <a:r>
              <a:t>          "rows": 4368,</a:t>
            </a:r>
          </a:p>
          <a:p>
            <a:r>
              <a:t>          "source_counts": {</a:t>
            </a:r>
          </a:p>
          <a:p>
            <a:r>
              <a:t>            "Apache": 1802,</a:t>
            </a:r>
          </a:p>
          <a:p>
            <a:r>
              <a:t>            "Jira": 16,</a:t>
            </a:r>
          </a:p>
          <a:p>
            <a:r>
              <a:t>            "Qt": 2550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420,</a:t>
            </a:r>
          </a:p>
          <a:p>
            <a:r>
              <a:t>            "15": 334,</a:t>
            </a:r>
          </a:p>
          <a:p>
            <a:r>
              <a:t>            "20": 280,</a:t>
            </a:r>
          </a:p>
          <a:p>
            <a:r>
              <a:t>            "5": 591</a:t>
            </a:r>
          </a:p>
          <a:p>
            <a:r>
              <a:t>          },</a:t>
            </a:r>
          </a:p>
          <a:p>
            <a:r>
              <a:t>          "row_ids_sha256": "78821468d67d4600f03d2100c904c8d8c347546470dee85d9c62928086836c6c",</a:t>
            </a:r>
          </a:p>
          <a:p>
            <a:r>
              <a:t>          "rows": 6111,</a:t>
            </a:r>
          </a:p>
          <a:p>
            <a:r>
              <a:t>          "source_counts": {</a:t>
            </a:r>
          </a:p>
          <a:p>
            <a:r>
              <a:t>            "Qt": 6111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"2020-02-20 21:52:22",</a:t>
            </a:r>
          </a:p>
          <a:p>
            <a:r>
              <a:t>          "positive_counts": {</a:t>
            </a:r>
          </a:p>
          <a:p>
            <a:r>
              <a:t>            "10": 1677,</a:t>
            </a:r>
          </a:p>
          <a:p>
            <a:r>
              <a:t>            "15": 1433,</a:t>
            </a:r>
          </a:p>
          <a:p>
            <a:r>
              <a:t>            "20": 983,</a:t>
            </a:r>
          </a:p>
          <a:p>
            <a:r>
              <a:t>            "5": 2069</a:t>
            </a:r>
          </a:p>
          <a:p>
            <a:r>
              <a:t>          },</a:t>
            </a:r>
          </a:p>
          <a:p>
            <a:r>
              <a:t>          "row_ids_sha256": "751c4f097b0c867dd3bb02dc62d03971eb3faa4362030743bc5250c372ad5f10",</a:t>
            </a:r>
          </a:p>
          <a:p>
            <a:r>
              <a:t>          "rows": 14168,</a:t>
            </a:r>
          </a:p>
          <a:p>
            <a:r>
              <a:t>          "source_counts": {</a:t>
            </a:r>
          </a:p>
          <a:p>
            <a:r>
              <a:t>            "Apache": 5145,</a:t>
            </a:r>
          </a:p>
          <a:p>
            <a:r>
              <a:t>            "Hyperledger": 4516,</a:t>
            </a:r>
          </a:p>
          <a:p>
            <a:r>
              <a:t>            "IntelDAOS": 1567,</a:t>
            </a:r>
          </a:p>
          <a:p>
            <a:r>
              <a:t>            "Jira": 1535,</a:t>
            </a:r>
          </a:p>
          <a:p>
            <a:r>
              <a:t>            "MariaDB": 1405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"2020-02-21 08:55:26",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382,</a:t>
            </a:r>
          </a:p>
          <a:p>
            <a:r>
              <a:t>            "15": 289,</a:t>
            </a:r>
          </a:p>
          <a:p>
            <a:r>
              <a:t>            "20": 238,</a:t>
            </a:r>
          </a:p>
          <a:p>
            <a:r>
              <a:t>            "5": 530</a:t>
            </a:r>
          </a:p>
          <a:p>
            <a:r>
              <a:t>          },</a:t>
            </a:r>
          </a:p>
          <a:p>
            <a:r>
              <a:t>          "row_ids_sha256": "451a44d95919042de820063c1564fc5039a48cc9f29c6c69afb22d458b398064",</a:t>
            </a:r>
          </a:p>
          <a:p>
            <a:r>
              <a:t>          "rows": 3543,</a:t>
            </a:r>
          </a:p>
          <a:p>
            <a:r>
              <a:t>          "source_counts": {</a:t>
            </a:r>
          </a:p>
          <a:p>
            <a:r>
              <a:t>            "Apache": 2527,</a:t>
            </a:r>
          </a:p>
          <a:p>
            <a:r>
              <a:t>            "Hyperledger": 300,</a:t>
            </a:r>
          </a:p>
          <a:p>
            <a:r>
              <a:t>            "IntelDAOS": 99,</a:t>
            </a:r>
          </a:p>
          <a:p>
            <a:r>
              <a:t>            "Jira": 39,</a:t>
            </a:r>
          </a:p>
          <a:p>
            <a:r>
              <a:t>            "MariaDB": 578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"leave-one-project-out",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Explicit research question: Can a model trained on older data from multiple repositories predict instability in newer issues?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https://github.com/yakovelmaleh/Master/pull/358</a:t>
            </a:r>
          </a:p>
          <a:p>
            <a:r>
              <a:t>Artifact commit: 613d77153bb4f3f00c8111290caa2a767302309e</a:t>
            </a:r>
          </a:p>
          <a:p>
            <a:r>
              <a:t>Bundle: Tasks/task-summaries/verify-refactored-instability-model-20260927-134800</a:t>
            </a:r>
          </a:p>
          <a:p>
            <a:r>
              <a:t>Cluster run: 20260924-212306-286254; appended September 27, 2026.</a:t>
            </a:r>
          </a:p>
          <a:p>
            <a:r>
              <a:t>RESULTS.csv supplies reported metrics; split_manifest.json supplies counts and dates; verification_manifest.json records success. All 24 run_metadata.json files were checked for matching test hashes, unweighted tests, selection policy and training balancing.</a:t>
            </a:r>
          </a:p>
          <a:p>
            <a:r>
              <a:t>Scores were aggregated, not independently rescored from predictions. The overall mean equally weights 12 model/level scores, not six projects. It is descriptive, not evidence of statistical equivalence or significance. Level-5 test prevalence: 504/4765 = 10.58%; always-stable accuracy = 89.42%, versus the best-AUC-PRC model's reported accuracy of 80.90%.</a:t>
            </a:r>
          </a:p>
          <a:p>
            <a:r>
              <a:t>{</a:t>
            </a:r>
          </a:p>
          <a:p>
            <a:r>
              <a:t>  "overall": {</a:t>
            </a:r>
          </a:p>
          <a:p>
            <a:r>
              <a:t>    "baseline": 0.09806660107080348,</a:t>
            </a:r>
          </a:p>
          <a:p>
            <a:r>
              <a:t>    "refactored": 0.09801082368465057</a:t>
            </a:r>
          </a:p>
          <a:p>
            <a:r>
              <a:t>  },</a:t>
            </a:r>
          </a:p>
          <a:p>
            <a:r>
              <a:t>  "wins": 5,</a:t>
            </a:r>
          </a:p>
          <a:p>
            <a:r>
              <a:t>  "ties": 0,</a:t>
            </a:r>
          </a:p>
          <a:p>
            <a:r>
              <a:t>  "results": [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"0.13408669194339468",</a:t>
            </a:r>
          </a:p>
          <a:p>
            <a:r>
              <a:t>      "average_precision": "0.13521031398765176",</a:t>
            </a:r>
          </a:p>
          <a:p>
            <a:r>
              <a:t>      "accuracy": "0.7863588667366211",</a:t>
            </a:r>
          </a:p>
          <a:p>
            <a:r>
              <a:t>      "roc_auc": "0.5857209444835589",</a:t>
            </a:r>
          </a:p>
          <a:p>
            <a:r>
              <a:t>      "precision": "0.12861271676300579",</a:t>
            </a:r>
          </a:p>
          <a:p>
            <a:r>
              <a:t>      "recall": "0.1765873015873016",</a:t>
            </a:r>
          </a:p>
          <a:p>
            <a:r>
              <a:t>      "f1": "0.14882943143812707",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"0.14320106957613504",</a:t>
            </a:r>
          </a:p>
          <a:p>
            <a:r>
              <a:t>      "average_precision": "0.14442457223522223",</a:t>
            </a:r>
          </a:p>
          <a:p>
            <a:r>
              <a:t>      "accuracy": "0.8182581322140609",</a:t>
            </a:r>
          </a:p>
          <a:p>
            <a:r>
              <a:t>      "roc_auc": "0.5950364695670962",</a:t>
            </a:r>
          </a:p>
          <a:p>
            <a:r>
              <a:t>      "precision": "0.14785992217898833",</a:t>
            </a:r>
          </a:p>
          <a:p>
            <a:r>
              <a:t>      "recall": "0.15079365079365079",</a:t>
            </a:r>
          </a:p>
          <a:p>
            <a:r>
              <a:t>      "f1": "0.14931237721021612",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"0.14701492467332153",</a:t>
            </a:r>
          </a:p>
          <a:p>
            <a:r>
              <a:t>      "average_precision": "0.1484012515400372",</a:t>
            </a:r>
          </a:p>
          <a:p>
            <a:r>
              <a:t>      "accuracy": "0.8090241343126967",</a:t>
            </a:r>
          </a:p>
          <a:p>
            <a:r>
              <a:t>      "roc_auc": "0.6137916149797163",</a:t>
            </a:r>
          </a:p>
          <a:p>
            <a:r>
              <a:t>      "precision": "0.15593220338983052",</a:t>
            </a:r>
          </a:p>
          <a:p>
            <a:r>
              <a:t>      "recall": "0.18253968253968253",</a:t>
            </a:r>
          </a:p>
          <a:p>
            <a:r>
              <a:t>      "f1": "0.16819012797074953",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"0.14522604359063926",</a:t>
            </a:r>
          </a:p>
          <a:p>
            <a:r>
              <a:t>      "average_precision": "0.14622709303586773",</a:t>
            </a:r>
          </a:p>
          <a:p>
            <a:r>
              <a:t>      "accuracy": "0.6923399790136411",</a:t>
            </a:r>
          </a:p>
          <a:p>
            <a:r>
              <a:t>      "roc_auc": "0.6173724496448035",</a:t>
            </a:r>
          </a:p>
          <a:p>
            <a:r>
              <a:t>      "precision": "0.1463235294117647",</a:t>
            </a:r>
          </a:p>
          <a:p>
            <a:r>
              <a:t>      "recall": "0.3948412698412698",</a:t>
            </a:r>
          </a:p>
          <a:p>
            <a:r>
              <a:t>      "f1": "0.21351931330472104",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"0.1298112950092397",</a:t>
            </a:r>
          </a:p>
          <a:p>
            <a:r>
              <a:t>      "average_precision": "0.13064705003265728",</a:t>
            </a:r>
          </a:p>
          <a:p>
            <a:r>
              <a:t>      "accuracy": "0.7922350472193075",</a:t>
            </a:r>
          </a:p>
          <a:p>
            <a:r>
              <a:t>      "roc_auc": "0.507740004395719",</a:t>
            </a:r>
          </a:p>
          <a:p>
            <a:r>
              <a:t>      "precision": "0.125",</a:t>
            </a:r>
          </a:p>
          <a:p>
            <a:r>
              <a:t>      "recall": "0.16071428571428573",</a:t>
            </a:r>
          </a:p>
          <a:p>
            <a:r>
              <a:t>      "f1": "0.14062500000000003",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"0.11496473692606904",</a:t>
            </a:r>
          </a:p>
          <a:p>
            <a:r>
              <a:t>      "average_precision": "0.11581459997500092",</a:t>
            </a:r>
          </a:p>
          <a:p>
            <a:r>
              <a:t>      "accuracy": "0.7429171038824763",</a:t>
            </a:r>
          </a:p>
          <a:p>
            <a:r>
              <a:t>      "roc_auc": "0.4997974430325991",</a:t>
            </a:r>
          </a:p>
          <a:p>
            <a:r>
              <a:t>      "precision": "0.12092534174553102",</a:t>
            </a:r>
          </a:p>
          <a:p>
            <a:r>
              <a:t>      "recall": "0.22817460317460317",</a:t>
            </a:r>
          </a:p>
          <a:p>
            <a:r>
              <a:t>      "f1": "0.15807560137457044",</a:t>
            </a:r>
          </a:p>
          <a:p>
            <a:r>
              <a:t>      "row_count": "4765",</a:t>
            </a:r>
          </a:p>
          <a:p>
            <a:r>
              <a:t>      "positive_rate": "0.10577124868835257",</a:t>
            </a:r>
          </a:p>
          <a:p>
            <a:r>
              <a:t>      "metrics_path": "artifacts/cluster-run/all/results/model/words_5/NN/refactored/metrics.json"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"0.09986088969719606",</a:t>
            </a:r>
          </a:p>
          <a:p>
            <a:r>
              <a:t>      "average_precision": "0.10141718745393818",</a:t>
            </a:r>
          </a:p>
          <a:p>
            <a:r>
              <a:t>      "accuracy": "0.8679958027282266",</a:t>
            </a:r>
          </a:p>
          <a:p>
            <a:r>
              <a:t>      "roc_auc": "0.6248582813582814",</a:t>
            </a:r>
          </a:p>
          <a:p>
            <a:r>
              <a:t>      "precision": "0.1",</a:t>
            </a:r>
          </a:p>
          <a:p>
            <a:r>
              <a:t>      "recall": "0.11692307692307692",</a:t>
            </a:r>
          </a:p>
          <a:p>
            <a:r>
              <a:t>      "f1": "0.1078014184397163",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"0.10341875564121582",</a:t>
            </a:r>
          </a:p>
          <a:p>
            <a:r>
              <a:t>      "average_precision": "0.10504356784098379",</a:t>
            </a:r>
          </a:p>
          <a:p>
            <a:r>
              <a:t>      "accuracy": "0.8654774396642183",</a:t>
            </a:r>
          </a:p>
          <a:p>
            <a:r>
              <a:t>      "roc_auc": "0.6411344421344422",</a:t>
            </a:r>
          </a:p>
          <a:p>
            <a:r>
              <a:t>      "precision": "0.11083743842364532",</a:t>
            </a:r>
          </a:p>
          <a:p>
            <a:r>
              <a:t>      "recall": "0.13846153846153847",</a:t>
            </a:r>
          </a:p>
          <a:p>
            <a:r>
              <a:t>      "f1": "0.12311901504787963",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"0.10736579881972057",</a:t>
            </a:r>
          </a:p>
          <a:p>
            <a:r>
              <a:t>      "average_precision": "0.10852167417007821",</a:t>
            </a:r>
          </a:p>
          <a:p>
            <a:r>
              <a:t>      "accuracy": "0.8537250786988457",</a:t>
            </a:r>
          </a:p>
          <a:p>
            <a:r>
              <a:t>      "roc_auc": "0.6472813582813582",</a:t>
            </a:r>
          </a:p>
          <a:p>
            <a:r>
              <a:t>      "precision": "0.11885245901639344",</a:t>
            </a:r>
          </a:p>
          <a:p>
            <a:r>
              <a:t>      "recall": "0.17846153846153845",</a:t>
            </a:r>
          </a:p>
          <a:p>
            <a:r>
              <a:t>      "f1": "0.14268142681426815",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"0.10153897637795058",</a:t>
            </a:r>
          </a:p>
          <a:p>
            <a:r>
              <a:t>      "average_precision": "0.10317826680478742",</a:t>
            </a:r>
          </a:p>
          <a:p>
            <a:r>
              <a:t>      "accuracy": "0.8379853095487932",</a:t>
            </a:r>
          </a:p>
          <a:p>
            <a:r>
              <a:t>      "roc_auc": "0.6469258489258489",</a:t>
            </a:r>
          </a:p>
          <a:p>
            <a:r>
              <a:t>      "precision": "0.08990825688073395",</a:t>
            </a:r>
          </a:p>
          <a:p>
            <a:r>
              <a:t>      "recall": "0.15076923076923077",</a:t>
            </a:r>
          </a:p>
          <a:p>
            <a:r>
              <a:t>      "f1": "0.11264367816091954",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"0.09132900204735339",</a:t>
            </a:r>
          </a:p>
          <a:p>
            <a:r>
              <a:t>      "average_precision": "0.09309775381815072",</a:t>
            </a:r>
          </a:p>
          <a:p>
            <a:r>
              <a:t>      "accuracy": "0.8472193074501574",</a:t>
            </a:r>
          </a:p>
          <a:p>
            <a:r>
              <a:t>      "roc_auc": "0.5721212751212751",</a:t>
            </a:r>
          </a:p>
          <a:p>
            <a:r>
              <a:t>      "precision": "0.11324376199616124",</a:t>
            </a:r>
          </a:p>
          <a:p>
            <a:r>
              <a:t>      "recall": "0.18153846153846154",</a:t>
            </a:r>
          </a:p>
          <a:p>
            <a:r>
              <a:t>      "f1": "0.13947990543735223",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"0.1049507931835707",</a:t>
            </a:r>
          </a:p>
          <a:p>
            <a:r>
              <a:t>      "average_precision": "0.1065345021729594",</a:t>
            </a:r>
          </a:p>
          <a:p>
            <a:r>
              <a:t>      "accuracy": "0.8732423924449108",</a:t>
            </a:r>
          </a:p>
          <a:p>
            <a:r>
              <a:t>      "roc_auc": "0.60197920997921",</a:t>
            </a:r>
          </a:p>
          <a:p>
            <a:r>
              <a:t>      "precision": "0.11989100817438691",</a:t>
            </a:r>
          </a:p>
          <a:p>
            <a:r>
              <a:t>      "recall": "0.13538461538461538",</a:t>
            </a:r>
          </a:p>
          <a:p>
            <a:r>
              <a:t>      "f1": "0.12716763005780346",</a:t>
            </a:r>
          </a:p>
          <a:p>
            <a:r>
              <a:t>      "row_count": "4765",</a:t>
            </a:r>
          </a:p>
          <a:p>
            <a:r>
              <a:t>      "positive_rate": "0.06820566631689402",</a:t>
            </a:r>
          </a:p>
          <a:p>
            <a:r>
              <a:t>      "metrics_path": "artifacts/cluster-run/all/results/model/words_10/NN/refactored/metrics.json"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"0.08519152533688826",</a:t>
            </a:r>
          </a:p>
          <a:p>
            <a:r>
              <a:t>      "average_precision": "0.08678919973563928",</a:t>
            </a:r>
          </a:p>
          <a:p>
            <a:r>
              <a:t>      "accuracy": "0.8799580272822666",</a:t>
            </a:r>
          </a:p>
          <a:p>
            <a:r>
              <a:t>      "roc_auc": "0.6695193370165746",</a:t>
            </a:r>
          </a:p>
          <a:p>
            <a:r>
              <a:t>      "precision": "0.0891089108910891",</a:t>
            </a:r>
          </a:p>
          <a:p>
            <a:r>
              <a:t>      "recall": "0.15",</a:t>
            </a:r>
          </a:p>
          <a:p>
            <a:r>
              <a:t>      "f1": "0.11180124223602485",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"0.08376238571707453",</a:t>
            </a:r>
          </a:p>
          <a:p>
            <a:r>
              <a:t>      "average_precision": "0.08543392068095307",</a:t>
            </a:r>
          </a:p>
          <a:p>
            <a:r>
              <a:t>      "accuracy": "0.8856243441762854",</a:t>
            </a:r>
          </a:p>
          <a:p>
            <a:r>
              <a:t>      "roc_auc": "0.6761726519337017",</a:t>
            </a:r>
          </a:p>
          <a:p>
            <a:r>
              <a:t>      "precision": "0.08672086720867209",</a:t>
            </a:r>
          </a:p>
          <a:p>
            <a:r>
              <a:t>      "recall": "0.13333333333333333",</a:t>
            </a:r>
          </a:p>
          <a:p>
            <a:r>
              <a:t>      "f1": "0.10509031198686372",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"0.07575253362559936",</a:t>
            </a:r>
          </a:p>
          <a:p>
            <a:r>
              <a:t>      "average_precision": "0.07743454453312912",</a:t>
            </a:r>
          </a:p>
          <a:p>
            <a:r>
              <a:t>      "accuracy": "0.8621196222455404",</a:t>
            </a:r>
          </a:p>
          <a:p>
            <a:r>
              <a:t>      "roc_auc": "0.6626680478821363",</a:t>
            </a:r>
          </a:p>
          <a:p>
            <a:r>
              <a:t>      "precision": "0.05919661733615222",</a:t>
            </a:r>
          </a:p>
          <a:p>
            <a:r>
              <a:t>      "recall": "0.11666666666666667",</a:t>
            </a:r>
          </a:p>
          <a:p>
            <a:r>
              <a:t>      "f1": "0.0785413744740533",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"0.08560305222275916",</a:t>
            </a:r>
          </a:p>
          <a:p>
            <a:r>
              <a:t>      "average_precision": "0.08681663884197519",</a:t>
            </a:r>
          </a:p>
          <a:p>
            <a:r>
              <a:t>      "accuracy": "0.9152151101783841",</a:t>
            </a:r>
          </a:p>
          <a:p>
            <a:r>
              <a:t>      "roc_auc": "0.6809562615101289",</a:t>
            </a:r>
          </a:p>
          <a:p>
            <a:r>
              <a:t>      "precision": "0.07731958762886598",</a:t>
            </a:r>
          </a:p>
          <a:p>
            <a:r>
              <a:t>      "recall": "0.0625",</a:t>
            </a:r>
          </a:p>
          <a:p>
            <a:r>
              <a:t>      "f1": "0.06912442396313365",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"0.07547260464725383",</a:t>
            </a:r>
          </a:p>
          <a:p>
            <a:r>
              <a:t>      "average_precision": "0.07711960056751868",</a:t>
            </a:r>
          </a:p>
          <a:p>
            <a:r>
              <a:t>      "accuracy": "0.8560335781741868",</a:t>
            </a:r>
          </a:p>
          <a:p>
            <a:r>
              <a:t>      "roc_auc": "0.5940165745856354",</a:t>
            </a:r>
          </a:p>
          <a:p>
            <a:r>
              <a:t>      "precision": "0.07924528301886792",</a:t>
            </a:r>
          </a:p>
          <a:p>
            <a:r>
              <a:t>      "recall": "0.175",</a:t>
            </a:r>
          </a:p>
          <a:p>
            <a:r>
              <a:t>      "f1": "0.10909090909090909",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"15",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"0.07731807106926766",</a:t>
            </a:r>
          </a:p>
          <a:p>
            <a:r>
              <a:t>      "average_precision": "0.07832704944253258",</a:t>
            </a:r>
          </a:p>
          <a:p>
            <a:r>
              <a:t>      "accuracy": "0.8818467995802728",</a:t>
            </a:r>
          </a:p>
          <a:p>
            <a:r>
              <a:t>      "roc_auc": "0.5780497237569061",</a:t>
            </a:r>
          </a:p>
          <a:p>
            <a:r>
              <a:t>      "precision": "0.07611548556430446",</a:t>
            </a:r>
          </a:p>
          <a:p>
            <a:r>
              <a:t>      "recall": "0.12083333333333333",</a:t>
            </a:r>
          </a:p>
          <a:p>
            <a:r>
              <a:t>      "f1": "0.09339774557165861",</a:t>
            </a:r>
          </a:p>
          <a:p>
            <a:r>
              <a:t>      "row_count": "4765",</a:t>
            </a:r>
          </a:p>
          <a:p>
            <a:r>
              <a:t>      "positive_rate": "0.05036726128016789",</a:t>
            </a:r>
          </a:p>
          <a:p>
            <a:r>
              <a:t>      "metrics_path": "artifacts/cluster-run/all/results/model/words_15/NN/refactored/metrics.json"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"baseline",</a:t>
            </a:r>
          </a:p>
          <a:p>
            <a:r>
              <a:t>      "auc_prc": "0.07747347765366824",</a:t>
            </a:r>
          </a:p>
          <a:p>
            <a:r>
              <a:t>      "average_precision": "0.07894981726166406",</a:t>
            </a:r>
          </a:p>
          <a:p>
            <a:r>
              <a:t>      "accuracy": "0.9353620146904512",</a:t>
            </a:r>
          </a:p>
          <a:p>
            <a:r>
              <a:t>      "roc_auc": "0.6674620035392396",</a:t>
            </a:r>
          </a:p>
          <a:p>
            <a:r>
              <a:t>      "precision": "0.11258278145695365",</a:t>
            </a:r>
          </a:p>
          <a:p>
            <a:r>
              <a:t>      "recall": "0.08900523560209424",</a:t>
            </a:r>
          </a:p>
          <a:p>
            <a:r>
              <a:t>      "f1": "0.09941520467836258",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"RF",</a:t>
            </a:r>
          </a:p>
          <a:p>
            <a:r>
              <a:t>      "variant": "refactored",</a:t>
            </a:r>
          </a:p>
          <a:p>
            <a:r>
              <a:t>      "auc_prc": "0.07649396658360672",</a:t>
            </a:r>
          </a:p>
          <a:p>
            <a:r>
              <a:t>      "average_precision": "0.07806557777502035",</a:t>
            </a:r>
          </a:p>
          <a:p>
            <a:r>
              <a:t>      "accuracy": "0.9273871983210913",</a:t>
            </a:r>
          </a:p>
          <a:p>
            <a:r>
              <a:t>      "roc_auc": "0.682131762271157",</a:t>
            </a:r>
          </a:p>
          <a:p>
            <a:r>
              <a:t>      "precision": "0.08994708994708994",</a:t>
            </a:r>
          </a:p>
          <a:p>
            <a:r>
              <a:t>      "recall": "0.08900523560209424",</a:t>
            </a:r>
          </a:p>
          <a:p>
            <a:r>
              <a:t>      "f1": "0.08947368421052632",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"artifacts/cluster-run/all/results/model/words_20/RF/refactored/metrics.json"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"baseline",</a:t>
            </a:r>
          </a:p>
          <a:p>
            <a:r>
              <a:t>      "auc_prc": "0.07672378503169253",</a:t>
            </a:r>
          </a:p>
          <a:p>
            <a:r>
              <a:t>      "average_precision": "0.07931628612203584",</a:t>
            </a:r>
          </a:p>
          <a:p>
            <a:r>
              <a:t>      "accuracy": "0.9137460650577125",</a:t>
            </a:r>
          </a:p>
          <a:p>
            <a:r>
              <a:t>      "roc_auc": "0.7027158970461315",</a:t>
            </a:r>
          </a:p>
          <a:p>
            <a:r>
              <a:t>      "precision": "0.09854014598540146",</a:t>
            </a:r>
          </a:p>
          <a:p>
            <a:r>
              <a:t>      "recall": "0.14136125654450263",</a:t>
            </a:r>
          </a:p>
          <a:p>
            <a:r>
              <a:t>      "f1": "0.11612903225806451",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"XGboost",</a:t>
            </a:r>
          </a:p>
          <a:p>
            <a:r>
              <a:t>      "variant": "refactored",</a:t>
            </a:r>
          </a:p>
          <a:p>
            <a:r>
              <a:t>      "auc_prc": "0.07357004958455021",</a:t>
            </a:r>
          </a:p>
          <a:p>
            <a:r>
              <a:t>      "average_precision": "0.07574870743845265",</a:t>
            </a:r>
          </a:p>
          <a:p>
            <a:r>
              <a:t>      "accuracy": "0.910598111227702",</a:t>
            </a:r>
          </a:p>
          <a:p>
            <a:r>
              <a:t>      "roc_auc": "0.6904704945091422",</a:t>
            </a:r>
          </a:p>
          <a:p>
            <a:r>
              <a:t>      "precision": "0.09059233449477352",</a:t>
            </a:r>
          </a:p>
          <a:p>
            <a:r>
              <a:t>      "recall": "0.13612565445026178",</a:t>
            </a:r>
          </a:p>
          <a:p>
            <a:r>
              <a:t>      "f1": "0.1087866108786611",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"artifacts/cluster-run/all/results/model/words_20/XGboost/refactored/metrics.json"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"baseline",</a:t>
            </a:r>
          </a:p>
          <a:p>
            <a:r>
              <a:t>      "auc_prc": "0.07671668436431352",</a:t>
            </a:r>
          </a:p>
          <a:p>
            <a:r>
              <a:t>      "average_precision": "0.07946063233877934",</a:t>
            </a:r>
          </a:p>
          <a:p>
            <a:r>
              <a:t>      "accuracy": "0.9137460650577125",</a:t>
            </a:r>
          </a:p>
          <a:p>
            <a:r>
              <a:t>      "roc_auc": "0.6514844889278577",</a:t>
            </a:r>
          </a:p>
          <a:p>
            <a:r>
              <a:t>      "precision": "0.0703125",</a:t>
            </a:r>
          </a:p>
          <a:p>
            <a:r>
              <a:t>      "recall": "0.09424083769633508",</a:t>
            </a:r>
          </a:p>
          <a:p>
            <a:r>
              <a:t>      "f1": "0.08053691275167786",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"artifacts/cluster-run/all/results/model/words_20/NN/baseline/metrics.json"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"run": "cluster-run",</a:t>
            </a:r>
          </a:p>
          <a:p>
            <a:r>
              <a:t>      "project": "all",</a:t>
            </a:r>
          </a:p>
          <a:p>
            <a:r>
              <a:t>      "level": "20",</a:t>
            </a:r>
          </a:p>
          <a:p>
            <a:r>
              <a:t>      "model": "NN",</a:t>
            </a:r>
          </a:p>
          <a:p>
            <a:r>
              <a:t>      "variant": "refactored",</a:t>
            </a:r>
          </a:p>
          <a:p>
            <a:r>
              <a:t>      "auc_prc": "0.06608198374296814",</a:t>
            </a:r>
          </a:p>
          <a:p>
            <a:r>
              <a:t>      "average_precision": "0.06754279774853031",</a:t>
            </a:r>
          </a:p>
          <a:p>
            <a:r>
              <a:t>      "accuracy": "0.9147953830010493",</a:t>
            </a:r>
          </a:p>
          <a:p>
            <a:r>
              <a:t>      "roc_auc": "0.6269456088018552",</a:t>
            </a:r>
          </a:p>
          <a:p>
            <a:r>
              <a:t>      "precision": "0.09125475285171103",</a:t>
            </a:r>
          </a:p>
          <a:p>
            <a:r>
              <a:t>      "recall": "0.1256544502617801",</a:t>
            </a:r>
          </a:p>
          <a:p>
            <a:r>
              <a:t>      "f1": "0.10572687224669602",</a:t>
            </a:r>
          </a:p>
          <a:p>
            <a:r>
              <a:t>      "row_count": "4765",</a:t>
            </a:r>
          </a:p>
          <a:p>
            <a:r>
              <a:t>      "positive_rate": "0.04008394543546694",</a:t>
            </a:r>
          </a:p>
          <a:p>
            <a:r>
              <a:t>      "metrics_path": "artifacts/cluster-run/all/results/model/words_20/NN/refactored/metrics.json"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"Pooled chronological comparison (#358)",</a:t>
            </a:r>
          </a:p>
          <a:p>
            <a:r>
              <a:t>    "task": "Train a single pooled model per family and level using six repositories; compare unweighted training with balancing on the same future test rows.",</a:t>
            </a:r>
          </a:p>
          <a:p>
            <a:r>
              <a:t>    "why": [</a:t>
            </a:r>
          </a:p>
          <a:p>
            <a:r>
              <a:t>      "Global chronological split, not a separate split per repository.",</a:t>
            </a:r>
          </a:p>
          <a:p>
            <a:r>
              <a:t>      "Levels 5, 10, 15 and 20; RF, legacy boosting and NN; two variants.",</a:t>
            </a:r>
          </a:p>
          <a:p>
            <a:r>
              <a:t>      "One grouped job succeeded: all 24 outputs present.",</a:t>
            </a:r>
          </a:p>
          <a:p>
            <a:r>
              <a:t>      "Existing CSV data; different evaluation population from #357 and #360."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"Balancing wins 5/12 paired AUC-PRC comparisons and loses 7/12.",</a:t>
            </a:r>
          </a:p>
          <a:p>
            <a:r>
              <a:t>        "Mean across 12 model/level scores: 0.09807 to 0.09801. Essentially unchanged descriptively.",</a:t>
            </a:r>
          </a:p>
          <a:p>
            <a:r>
              <a:t>        "Best: baseline legacy boosting, level 5 = 0.1470 AUC-PRC; ROC AUC 0.6138.",</a:t>
            </a:r>
          </a:p>
          <a:p>
            <a:r>
              <a:t>        "Test positives: 504 / 325 / 240 / 191 at levels 5 / 10 / 15 / 20."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"Qt and Apache supply 94.6% of test rows; Hyperledger and IntelDAOS have no test rows.",</a:t>
            </a:r>
          </a:p>
          <a:p>
            <a:r>
              <a:t>        "Keep unweighted candidates. Balancing has mixed effects, not a consistent gain.",</a:t>
            </a:r>
          </a:p>
          <a:p>
            <a:r>
              <a:t>        "Pooled scores are not six-project macro means; do not rank protocols as matched experiments.",</a:t>
            </a:r>
          </a:p>
          <a:p>
            <a:r>
              <a:t>        "No original rich-feature replay. Legacy 'XGboost' is GradientBoostingClassifier."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"split_manifest": {</a:t>
            </a:r>
          </a:p>
          <a:p>
            <a:r>
              <a:t>    "baseline_definition": "unweighted model-family rerun, not the published old pipeline",</a:t>
            </a:r>
          </a:p>
          <a:p>
            <a:r>
              <a:t>    "feature_policy": "same_pre_sprint_transform_for_both_variants",</a:t>
            </a:r>
          </a:p>
          <a:p>
            <a:r>
              <a:t>    "historical_pipeline_replayed": false,</a:t>
            </a:r>
          </a:p>
          <a:p>
            <a:r>
              <a:t>    "partitions": {</a:t>
            </a:r>
          </a:p>
          <a:p>
            <a:r>
              <a:t>      "test": {</a:t>
            </a:r>
          </a:p>
          <a:p>
            <a:r>
              <a:t>        "first_sprint_entry": "2021-09-29 05:43:37",</a:t>
            </a:r>
          </a:p>
          <a:p>
            <a:r>
              <a:t>        "last_sprint_entry": "2023-04-27 18:22:56",</a:t>
            </a:r>
          </a:p>
          <a:p>
            <a:r>
              <a:t>        "positive_counts": {</a:t>
            </a:r>
          </a:p>
          <a:p>
            <a:r>
              <a:t>          "10": 325,</a:t>
            </a:r>
          </a:p>
          <a:p>
            <a:r>
              <a:t>          "15": 240,</a:t>
            </a:r>
          </a:p>
          <a:p>
            <a:r>
              <a:t>          "20": 191,</a:t>
            </a:r>
          </a:p>
          <a:p>
            <a:r>
              <a:t>          "5": 504</a:t>
            </a:r>
          </a:p>
          <a:p>
            <a:r>
              <a:t>        },</a:t>
            </a:r>
          </a:p>
          <a:p>
            <a:r>
              <a:t>        "row_ids_sha256": "181521dbae0ae27219420d0a5f878caae34cbec6dc080320464dd70b99ea709f",</a:t>
            </a:r>
          </a:p>
          <a:p>
            <a:r>
              <a:t>        "rows": 4765,</a:t>
            </a:r>
          </a:p>
          <a:p>
            <a:r>
              <a:t>        "source_counts": {</a:t>
            </a:r>
          </a:p>
          <a:p>
            <a:r>
              <a:t>          "Apache": 1841,</a:t>
            </a:r>
          </a:p>
          <a:p>
            <a:r>
              <a:t>          "Jira": 16,</a:t>
            </a:r>
          </a:p>
          <a:p>
            <a:r>
              <a:t>          "MariaDB": 239,</a:t>
            </a:r>
          </a:p>
          <a:p>
            <a:r>
              <a:t>          "Qt": 2669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"train": {</a:t>
            </a:r>
          </a:p>
          <a:p>
            <a:r>
              <a:t>        "first_sprint_entry": "2006-08-23 06:57:12",</a:t>
            </a:r>
          </a:p>
          <a:p>
            <a:r>
              <a:t>        "last_sprint_entry": "2019-12-16 10:53:39",</a:t>
            </a:r>
          </a:p>
          <a:p>
            <a:r>
              <a:t>        "positive_counts": {</a:t>
            </a:r>
          </a:p>
          <a:p>
            <a:r>
              <a:t>          "10": 1703,</a:t>
            </a:r>
          </a:p>
          <a:p>
            <a:r>
              <a:t>          "15": 1452,</a:t>
            </a:r>
          </a:p>
          <a:p>
            <a:r>
              <a:t>          "20": 999,</a:t>
            </a:r>
          </a:p>
          <a:p>
            <a:r>
              <a:t>          "5": 2114</a:t>
            </a:r>
          </a:p>
          <a:p>
            <a:r>
              <a:t>        },</a:t>
            </a:r>
          </a:p>
          <a:p>
            <a:r>
              <a:t>        "row_ids_sha256": "a5e2cca916f9797ce249d69ca0e280048d80b5b9f8d5b4fc37edbaeb0d958d7c",</a:t>
            </a:r>
          </a:p>
          <a:p>
            <a:r>
              <a:t>        "rows": 14293,</a:t>
            </a:r>
          </a:p>
          <a:p>
            <a:r>
              <a:t>        "source_counts": {</a:t>
            </a:r>
          </a:p>
          <a:p>
            <a:r>
              <a:t>          "Apache": 5006,</a:t>
            </a:r>
          </a:p>
          <a:p>
            <a:r>
              <a:t>          "Hyperledger": 4380,</a:t>
            </a:r>
          </a:p>
          <a:p>
            <a:r>
              <a:t>          "IntelDAOS": 1258,</a:t>
            </a:r>
          </a:p>
          <a:p>
            <a:r>
              <a:t>          "Jira": 1530,</a:t>
            </a:r>
          </a:p>
          <a:p>
            <a:r>
              <a:t>          "MariaDB": 1365,</a:t>
            </a:r>
          </a:p>
          <a:p>
            <a:r>
              <a:t>          "Qt": 754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"validation": {</a:t>
            </a:r>
          </a:p>
          <a:p>
            <a:r>
              <a:t>        "first_sprint_entry": "2019-12-16 12:37:11",</a:t>
            </a:r>
          </a:p>
          <a:p>
            <a:r>
              <a:t>        "last_sprint_entry": "2021-09-29 05:39:56",</a:t>
            </a:r>
          </a:p>
          <a:p>
            <a:r>
              <a:t>        "positive_counts": {</a:t>
            </a:r>
          </a:p>
          <a:p>
            <a:r>
              <a:t>          "10": 451,</a:t>
            </a:r>
          </a:p>
          <a:p>
            <a:r>
              <a:t>          "15": 364,</a:t>
            </a:r>
          </a:p>
          <a:p>
            <a:r>
              <a:t>          "20": 311,</a:t>
            </a:r>
          </a:p>
          <a:p>
            <a:r>
              <a:t>          "5": 572</a:t>
            </a:r>
          </a:p>
          <a:p>
            <a:r>
              <a:t>        },</a:t>
            </a:r>
          </a:p>
          <a:p>
            <a:r>
              <a:t>        "row_ids_sha256": "1ee57e9c7f89b88b487e016294a3f96d5b54651b80e646f445fefb2602a7baf7",</a:t>
            </a:r>
          </a:p>
          <a:p>
            <a:r>
              <a:t>        "rows": 4764,</a:t>
            </a:r>
          </a:p>
          <a:p>
            <a:r>
              <a:t>        "source_counts": {</a:t>
            </a:r>
          </a:p>
          <a:p>
            <a:r>
              <a:t>          "Apache": 825,</a:t>
            </a:r>
          </a:p>
          <a:p>
            <a:r>
              <a:t>          "Hyperledger": 436,</a:t>
            </a:r>
          </a:p>
          <a:p>
            <a:r>
              <a:t>          "IntelDAOS": 408,</a:t>
            </a:r>
          </a:p>
          <a:p>
            <a:r>
              <a:t>          "Jira": 28,</a:t>
            </a:r>
          </a:p>
          <a:p>
            <a:r>
              <a:t>          "MariaDB": 379,</a:t>
            </a:r>
          </a:p>
          <a:p>
            <a:r>
              <a:t>          "Qt": 2688</a:t>
            </a:r>
          </a:p>
          <a:p>
            <a:r>
              <a:t>        }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"project": "all",</a:t>
            </a:r>
          </a:p>
          <a:p>
            <a:r>
              <a:t>    "protocol": "pooled",</a:t>
            </a:r>
          </a:p>
          <a:p>
            <a:r>
              <a:t>    "selection_metric": "validation_auc_prc",</a:t>
            </a:r>
          </a:p>
          <a:p>
            <a:r>
              <a:t>    "test_weights": "none",</a:t>
            </a:r>
          </a:p>
          <a:p>
            <a:r>
              <a:t>    "versions": {</a:t>
            </a:r>
          </a:p>
          <a:p>
            <a:r>
              <a:t>      "numpy": "1.23.5",</a:t>
            </a:r>
          </a:p>
          <a:p>
            <a:r>
              <a:t>      "pandas": "2.0.1",</a:t>
            </a:r>
          </a:p>
          <a:p>
            <a:r>
              <a:t>      "sklearn": "1.2.2"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Within-project model comparison (#357)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Test whether training-only balancing improves instability prediction over matched, unweighted models on each repository.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repositories; unstable levels 5, 10, 15 and 20.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RF, legacy boosting and NN; baseline versus refactored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144 of 144 outputs present across six grouped cluster jobs.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Existing CSV datasets; this is not a fresh Jira download.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Data Analysis: matched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Chronological split / project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60% train / 20% val / 20%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Projects: Apache, Hyperledger, IntelDAOS, Jira, MariaDB and Qt.
Combined split: 14,290 train / 4,762 validation / 4,770 test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Results: AUC-PRC by model and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0.2249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0.1505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0.2704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-0.0311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2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Refactored wins 32/72 paired AUC-PRC comparisons; loses 40/72.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mean: 0.2175 to 0.2049. Balancing is not consistently better.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RF level 20 and NN level 5 improve in six-project macro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 score: Jira NN refactored, level 10 = 0.6036; test prevalence is 51.9%.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unweighted baseline as a candidate; do not assume balancing helps.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a matched rerun on refactored features, not the original rich-feature pipeline.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Legacy 'XGboost' is sklearn GradientBoostingClassifier, not XGBClassifier.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Macro averages are descriptive, not significance evidence or cross-project transfer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Leave-one-project-out comparison (#360)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Can a model trained on five repositories predict instability in a sixth repository it has never seen?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SCOPE AND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Measures cross-project transfer, unlike #357's within-project test.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held-out projects; levels 5, 10, 15 and 20; RF, legacy boosting and NN.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All six jobs succeeded: 144 of 144 outputs present.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Both variants use the same split: unweighted training versus balancing.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Data Analysis: held-out project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Test fold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Entire held-out repository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held-out rows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 / validation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Other five projects; time-sorted 80/20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source partitions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RF/boosting: weights; NN: oversample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 rows: Apache 7,672; Hyperledger 4,816; IntelDAOS 1,666; Jira 1,574; MariaDB 1,983; Qt 6,111.
Held-out project excluded from training and validation. Test dates can overlap source 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Results: cross-project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held-out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0.2124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0.1944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-0.0180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0.1859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0.1397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0.2176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-0.0155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0.1886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0.1934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0.1863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0.1625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0.1282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-0.0062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1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#360 -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20/72 paired comparisons; loses 52/72.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AUC-PRC: 0.1861 to 0.1753. No overall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legacy boosting at level 20 improves in the six-project macro table.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Jira baseline boosting, level 5 = 0.5059; test prevalence is 34.6%.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Retain unweighted models as candidates; balancing is not a default improvement.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Project isolation is not strict future-time testing: source and target dates overlap.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treat differences from #357 as paired gains or losses: test populations differ.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not the original pipeline;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#360 | Run: 2026-09-24 | Leave-one-project-out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Pooled chronological comparison (#358)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Can a model trained on older data from multiple repositories predict instability in newer issues?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SCOPE AND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Global chronological split, not a separate split per repository.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Levels 5, 10, 15 and 20; RF, legacy boosting and NN; two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One grouped job succeeded: all 24 outputs present.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Both variants use the same split: unweighted training versus balancing.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Data Analysis: global time split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CSV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six repositories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Global chronological split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14,293 train / 4,764 val / 4,765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B4B4D"/>
                </a:solidFill>
                <a:latin typeface="Arial"/>
              </a:rPr>
              <a:t>Test: September 29, 2021 to April 27, 2023.
Test rows: Qt 2,669; Apache 1,841; MariaDB 239; Jira 16; Hyperledger and IntelDAOS 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Results: pooled test AUC-PRC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Unweighted scores on 4,765 pooled test rows.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0.1432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0.0999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0.1034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0.1470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0.1452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0.1015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-0.0058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0.0856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+0.0099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-0.0032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0.1298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0.1150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0.0913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0.1050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+0.0136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0.0755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0.0773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+0.0018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0.0767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0.0661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-0.0106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5 of 12 matched comparisons.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#358 -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Balancing wins 5/12 paired AUC-PRC comparisons and loses 7/12.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Mean across 12 model/level scores: 0.09807 to 0.09801. Essentially unchanged descriptively.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Best: baseline legacy boosting, level 5 = 0.1470 AUC-PRC; ROC AUC 0.6138.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Test positives: 504 / 325 / 240 / 191 at levels 5 / 10 / 15 / 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and Apache supply 94.6% of test rows; Hyperledger and IntelDAOS have no test rows.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unweighted candidates. Balancing has mixed effects, not a consistent gain.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Pooled scores are not six-project macro means; do not rank protocols as matched experiments.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No original rich-feature replay. Legacy 'XGboost' is GradientBoostingClassifier.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#358 | Run: 2026-09-24 | Pooled chronological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