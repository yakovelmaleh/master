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0"/>
  </p:notesMasterIdLst>
  <p:sldIdLst>
    <p:sldId id="262" r:id="rId2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7E600A-9F19-9D4C-8CCC-4E2D1756715A}" v="30" dt="2026-09-07T06:59:11.6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354" autoAdjust="0"/>
    <p:restoredTop sz="94660"/>
  </p:normalViewPr>
  <p:slideViewPr>
    <p:cSldViewPr snapToGrid="0">
      <p:cViewPr varScale="1">
        <p:scale>
          <a:sx n="206" d="100"/>
          <a:sy n="206" d="100"/>
        </p:scale>
        <p:origin x="1584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A7EA56-79B4-4BAF-82C4-4C232FF12613}" type="datetimeFigureOut">
              <a:rPr lang="en-US" smtClean="0"/>
              <a:t>9/6/26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D3E64B-0EE5-426F-B35A-E3C2412649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143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task: unstable-user-story-timechart-live</a:t>
            </a:r>
          </a:p>
          <a:p>
            <a:r>
              <a:t>Source root: /Users/yakovelmaleh/Library/CloudStorage/OneDrive-Microsoft/Desktop/Yakov/Master/Master</a:t>
            </a:r>
          </a:p>
          <a:p>
            <a:r>
              <a:t>Measurement date: September 10, 2026. Assembly: September 24, 2026.</a:t>
            </a:r>
          </a:p>
          <a:p>
            <a:r>
              <a:t>Task README, data/source_status*.csv, and results/*.csv are the evidence. No live refresh; September 24 cluster policy changes are not applied retroactively.</a:t>
            </a:r>
          </a:p>
          <a:p>
            <a:r>
              <a:t>{</a:t>
            </a:r>
          </a:p>
          <a:p>
            <a:r>
              <a:t>  "experiment": "Live model-candidate time chart",</a:t>
            </a:r>
          </a:p>
          <a:p>
            <a:r>
              <a:t>  "task": "Measure the live candidate population and plot issue creation counts in one-day bins.",</a:t>
            </a:r>
          </a:p>
          <a:p>
            <a:r>
              <a:t>  "why": [</a:t>
            </a:r>
          </a:p>
          <a:p>
            <a:r>
              <a:t>    "Audit source coverage before expensive enrichment and training.",</a:t>
            </a:r>
          </a:p>
          <a:p>
            <a:r>
              <a:t>    "Use the actual non-bug eligibility rules, not only literal Story issues.",</a:t>
            </a:r>
          </a:p>
          <a:p>
            <a:r>
              <a:t>    "Keep server-side candidates separate from final model-ready rows."</a:t>
            </a:r>
          </a:p>
          <a:p>
            <a:r>
              <a:t>  ],</a:t>
            </a:r>
          </a:p>
          <a:p>
            <a:r>
              <a:t>  "data": {</a:t>
            </a:r>
          </a:p>
          <a:p>
            <a:r>
              <a:t>    "old": {</a:t>
            </a:r>
          </a:p>
          <a:p>
            <a:r>
              <a:t>      "name": "Historical processed CSVs",</a:t>
            </a:r>
          </a:p>
          <a:p>
            <a:r>
              <a:t>      "metrics": {</a:t>
            </a:r>
          </a:p>
          <a:p>
            <a:r>
              <a:t>        "Rows": "23,901",</a:t>
            </a:r>
          </a:p>
          <a:p>
            <a:r>
              <a:t>        "Repositories": "6",</a:t>
            </a:r>
          </a:p>
          <a:p>
            <a:r>
              <a:t>        "Population stage": "Processed feature/label rows",</a:t>
            </a:r>
          </a:p>
          <a:p>
            <a:r>
              <a:t>        "Time interpretation": "Sprint-entry date for model splits",</a:t>
            </a:r>
          </a:p>
          <a:p>
            <a:r>
              <a:t>        "Comment-before-sprint": "Applied by original preprocessing"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"new": {</a:t>
            </a:r>
          </a:p>
          <a:p>
            <a:r>
              <a:t>      "name": "Live candidates (Sep 10)",</a:t>
            </a:r>
          </a:p>
          <a:p>
            <a:r>
              <a:t>      "metrics": {</a:t>
            </a:r>
          </a:p>
          <a:p>
            <a:r>
              <a:t>        "Rows": "68,358",</a:t>
            </a:r>
          </a:p>
          <a:p>
            <a:r>
              <a:t>        "Repositories": "8",</a:t>
            </a:r>
          </a:p>
          <a:p>
            <a:r>
              <a:t>        "Population stage": "Server-side JQL candidates",</a:t>
            </a:r>
          </a:p>
          <a:p>
            <a:r>
              <a:t>        "Time interpretation": "Issue creation date; 1-day bins",</a:t>
            </a:r>
          </a:p>
          <a:p>
            <a:r>
              <a:t>        "Comment-before-sprint": "Not applied yet"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"notes": [</a:t>
            </a:r>
          </a:p>
          <a:p>
            <a:r>
              <a:t>      "Different sources and processing stages: not a like-for-like growth comparison.",</a:t>
            </a:r>
          </a:p>
          <a:p>
            <a:r>
              <a:t>      "Both are broader than literal Story/User Story; candidates are not labeled unstable."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"results": {</a:t>
            </a:r>
          </a:p>
          <a:p>
            <a:r>
              <a:t>    "visual": "table",</a:t>
            </a:r>
          </a:p>
          <a:p>
            <a:r>
              <a:t>    "columns": [</a:t>
            </a:r>
          </a:p>
          <a:p>
            <a:r>
              <a:t>      "Repository",</a:t>
            </a:r>
          </a:p>
          <a:p>
            <a:r>
              <a:t>      "Candidates"</a:t>
            </a:r>
          </a:p>
          <a:p>
            <a:r>
              <a:t>    ],</a:t>
            </a:r>
          </a:p>
          <a:p>
            <a:r>
              <a:t>    "rows": [</a:t>
            </a:r>
          </a:p>
          <a:p>
            <a:r>
              <a:t>      [</a:t>
            </a:r>
          </a:p>
          <a:p>
            <a:r>
              <a:t>        "RedHat",</a:t>
            </a:r>
          </a:p>
          <a:p>
            <a:r>
              <a:t>        "24920"</a:t>
            </a:r>
          </a:p>
          <a:p>
            <a:r>
              <a:t>      ],</a:t>
            </a:r>
          </a:p>
          <a:p>
            <a:r>
              <a:t>      [</a:t>
            </a:r>
          </a:p>
          <a:p>
            <a:r>
              <a:t>        "MongoDB",</a:t>
            </a:r>
          </a:p>
          <a:p>
            <a:r>
              <a:t>        "39169"</a:t>
            </a:r>
          </a:p>
          <a:p>
            <a:r>
              <a:t>      ],</a:t>
            </a:r>
          </a:p>
          <a:p>
            <a:r>
              <a:t>      [</a:t>
            </a:r>
          </a:p>
          <a:p>
            <a:r>
              <a:t>        "Qt",</a:t>
            </a:r>
          </a:p>
          <a:p>
            <a:r>
              <a:t>        "86"</a:t>
            </a:r>
          </a:p>
          <a:p>
            <a:r>
              <a:t>      ],</a:t>
            </a:r>
          </a:p>
          <a:p>
            <a:r>
              <a:t>      [</a:t>
            </a:r>
          </a:p>
          <a:p>
            <a:r>
              <a:t>        "Apache",</a:t>
            </a:r>
          </a:p>
          <a:p>
            <a:r>
              <a:t>        "3289"</a:t>
            </a:r>
          </a:p>
          <a:p>
            <a:r>
              <a:t>      ],</a:t>
            </a:r>
          </a:p>
          <a:p>
            <a:r>
              <a:t>      [</a:t>
            </a:r>
          </a:p>
          <a:p>
            <a:r>
              <a:t>        "JiraEcosystem",</a:t>
            </a:r>
          </a:p>
          <a:p>
            <a:r>
              <a:t>        "23"</a:t>
            </a:r>
          </a:p>
          <a:p>
            <a:r>
              <a:t>      ],</a:t>
            </a:r>
          </a:p>
          <a:p>
            <a:r>
              <a:t>      [</a:t>
            </a:r>
          </a:p>
          <a:p>
            <a:r>
              <a:t>        "Jira",</a:t>
            </a:r>
          </a:p>
          <a:p>
            <a:r>
              <a:t>        "3"</a:t>
            </a:r>
          </a:p>
          <a:p>
            <a:r>
              <a:t>      ],</a:t>
            </a:r>
          </a:p>
          <a:p>
            <a:r>
              <a:t>      [</a:t>
            </a:r>
          </a:p>
          <a:p>
            <a:r>
              <a:t>        "IntelDAOS",</a:t>
            </a:r>
          </a:p>
          <a:p>
            <a:r>
              <a:t>        "866"</a:t>
            </a:r>
          </a:p>
          <a:p>
            <a:r>
              <a:t>      ],</a:t>
            </a:r>
          </a:p>
          <a:p>
            <a:r>
              <a:t>      [</a:t>
            </a:r>
          </a:p>
          <a:p>
            <a:r>
              <a:t>        "Sakai",</a:t>
            </a:r>
          </a:p>
          <a:p>
            <a:r>
              <a:t>        "2"</a:t>
            </a:r>
          </a:p>
          <a:p>
            <a:r>
              <a:t>      ]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"conclusions": {</a:t>
            </a:r>
          </a:p>
          <a:p>
            <a:r>
              <a:t>    "findings": [</a:t>
            </a:r>
          </a:p>
          <a:p>
            <a:r>
              <a:t>      "68,358 candidates across eight repositories; no duplicate source/issue keys.",</a:t>
            </a:r>
          </a:p>
          <a:p>
            <a:r>
              <a:t>      "MongoDB + RedHat supply 93.8% of candidates.",</a:t>
            </a:r>
          </a:p>
          <a:p>
            <a:r>
              <a:t>      "Task is the largest issue type (34,990); literal Story is not the whole population."</a:t>
            </a:r>
          </a:p>
          <a:p>
            <a:r>
              <a:t>    ],</a:t>
            </a:r>
          </a:p>
          <a:p>
            <a:r>
              <a:t>    "next_steps": [</a:t>
            </a:r>
          </a:p>
          <a:p>
            <a:r>
              <a:t>      "Download comments, sprint fields, and changelogs.",</a:t>
            </a:r>
          </a:p>
          <a:p>
            <a:r>
              <a:t>      "Apply exact sprint-entry and pre-sprint-comment checks.",</a:t>
            </a:r>
          </a:p>
          <a:p>
            <a:r>
              <a:t>      "Report retention and label balance before training; no model scores in this task."</a:t>
            </a:r>
          </a:p>
          <a:p>
            <a:r>
              <a:t>    ]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task: unstable-user-story-timechart-live</a:t>
            </a:r>
          </a:p>
          <a:p>
            <a:r>
              <a:t>Source root: /Users/yakovelmaleh/Library/CloudStorage/OneDrive-Microsoft/Desktop/Yakov/Master/Master</a:t>
            </a:r>
          </a:p>
          <a:p>
            <a:r>
              <a:t>Measurement date: September 10, 2026. Assembly: September 24, 2026.</a:t>
            </a:r>
          </a:p>
          <a:p>
            <a:r>
              <a:t>Task README, data/source_status*.csv, and results/*.csv are the evidence. No live refresh; September 24 cluster policy changes are not applied retroactively.</a:t>
            </a:r>
          </a:p>
          <a:p>
            <a:r>
              <a:t>{</a:t>
            </a:r>
          </a:p>
          <a:p>
            <a:r>
              <a:t>  "experiment": "Live model-candidate time chart",</a:t>
            </a:r>
          </a:p>
          <a:p>
            <a:r>
              <a:t>  "task": "Measure the live candidate population and plot issue creation counts in one-day bins.",</a:t>
            </a:r>
          </a:p>
          <a:p>
            <a:r>
              <a:t>  "why": [</a:t>
            </a:r>
          </a:p>
          <a:p>
            <a:r>
              <a:t>    "Audit source coverage before expensive enrichment and training.",</a:t>
            </a:r>
          </a:p>
          <a:p>
            <a:r>
              <a:t>    "Use the actual non-bug eligibility rules, not only literal Story issues.",</a:t>
            </a:r>
          </a:p>
          <a:p>
            <a:r>
              <a:t>    "Keep server-side candidates separate from final model-ready rows."</a:t>
            </a:r>
          </a:p>
          <a:p>
            <a:r>
              <a:t>  ],</a:t>
            </a:r>
          </a:p>
          <a:p>
            <a:r>
              <a:t>  "data": {</a:t>
            </a:r>
          </a:p>
          <a:p>
            <a:r>
              <a:t>    "old": {</a:t>
            </a:r>
          </a:p>
          <a:p>
            <a:r>
              <a:t>      "name": "Historical processed CSVs",</a:t>
            </a:r>
          </a:p>
          <a:p>
            <a:r>
              <a:t>      "metrics": {</a:t>
            </a:r>
          </a:p>
          <a:p>
            <a:r>
              <a:t>        "Rows": "23,901",</a:t>
            </a:r>
          </a:p>
          <a:p>
            <a:r>
              <a:t>        "Repositories": "6",</a:t>
            </a:r>
          </a:p>
          <a:p>
            <a:r>
              <a:t>        "Population stage": "Processed feature/label rows",</a:t>
            </a:r>
          </a:p>
          <a:p>
            <a:r>
              <a:t>        "Time interpretation": "Sprint-entry date for model splits",</a:t>
            </a:r>
          </a:p>
          <a:p>
            <a:r>
              <a:t>        "Comment-before-sprint": "Applied by original preprocessing"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"new": {</a:t>
            </a:r>
          </a:p>
          <a:p>
            <a:r>
              <a:t>      "name": "Live candidates (Sep 10)",</a:t>
            </a:r>
          </a:p>
          <a:p>
            <a:r>
              <a:t>      "metrics": {</a:t>
            </a:r>
          </a:p>
          <a:p>
            <a:r>
              <a:t>        "Rows": "68,358",</a:t>
            </a:r>
          </a:p>
          <a:p>
            <a:r>
              <a:t>        "Repositories": "8",</a:t>
            </a:r>
          </a:p>
          <a:p>
            <a:r>
              <a:t>        "Population stage": "Server-side JQL candidates",</a:t>
            </a:r>
          </a:p>
          <a:p>
            <a:r>
              <a:t>        "Time interpretation": "Issue creation date; 1-day bins",</a:t>
            </a:r>
          </a:p>
          <a:p>
            <a:r>
              <a:t>        "Comment-before-sprint": "Not applied yet"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"notes": [</a:t>
            </a:r>
          </a:p>
          <a:p>
            <a:r>
              <a:t>      "Different sources and processing stages: not a like-for-like growth comparison.",</a:t>
            </a:r>
          </a:p>
          <a:p>
            <a:r>
              <a:t>      "Both are broader than literal Story/User Story; candidates are not labeled unstable."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"results": {</a:t>
            </a:r>
          </a:p>
          <a:p>
            <a:r>
              <a:t>    "visual": "table",</a:t>
            </a:r>
          </a:p>
          <a:p>
            <a:r>
              <a:t>    "columns": [</a:t>
            </a:r>
          </a:p>
          <a:p>
            <a:r>
              <a:t>      "Repository",</a:t>
            </a:r>
          </a:p>
          <a:p>
            <a:r>
              <a:t>      "Candidates"</a:t>
            </a:r>
          </a:p>
          <a:p>
            <a:r>
              <a:t>    ],</a:t>
            </a:r>
          </a:p>
          <a:p>
            <a:r>
              <a:t>    "rows": [</a:t>
            </a:r>
          </a:p>
          <a:p>
            <a:r>
              <a:t>      [</a:t>
            </a:r>
          </a:p>
          <a:p>
            <a:r>
              <a:t>        "RedHat",</a:t>
            </a:r>
          </a:p>
          <a:p>
            <a:r>
              <a:t>        "24920"</a:t>
            </a:r>
          </a:p>
          <a:p>
            <a:r>
              <a:t>      ],</a:t>
            </a:r>
          </a:p>
          <a:p>
            <a:r>
              <a:t>      [</a:t>
            </a:r>
          </a:p>
          <a:p>
            <a:r>
              <a:t>        "MongoDB",</a:t>
            </a:r>
          </a:p>
          <a:p>
            <a:r>
              <a:t>        "39169"</a:t>
            </a:r>
          </a:p>
          <a:p>
            <a:r>
              <a:t>      ],</a:t>
            </a:r>
          </a:p>
          <a:p>
            <a:r>
              <a:t>      [</a:t>
            </a:r>
          </a:p>
          <a:p>
            <a:r>
              <a:t>        "Qt",</a:t>
            </a:r>
          </a:p>
          <a:p>
            <a:r>
              <a:t>        "86"</a:t>
            </a:r>
          </a:p>
          <a:p>
            <a:r>
              <a:t>      ],</a:t>
            </a:r>
          </a:p>
          <a:p>
            <a:r>
              <a:t>      [</a:t>
            </a:r>
          </a:p>
          <a:p>
            <a:r>
              <a:t>        "Apache",</a:t>
            </a:r>
          </a:p>
          <a:p>
            <a:r>
              <a:t>        "3289"</a:t>
            </a:r>
          </a:p>
          <a:p>
            <a:r>
              <a:t>      ],</a:t>
            </a:r>
          </a:p>
          <a:p>
            <a:r>
              <a:t>      [</a:t>
            </a:r>
          </a:p>
          <a:p>
            <a:r>
              <a:t>        "JiraEcosystem",</a:t>
            </a:r>
          </a:p>
          <a:p>
            <a:r>
              <a:t>        "23"</a:t>
            </a:r>
          </a:p>
          <a:p>
            <a:r>
              <a:t>      ],</a:t>
            </a:r>
          </a:p>
          <a:p>
            <a:r>
              <a:t>      [</a:t>
            </a:r>
          </a:p>
          <a:p>
            <a:r>
              <a:t>        "Jira",</a:t>
            </a:r>
          </a:p>
          <a:p>
            <a:r>
              <a:t>        "3"</a:t>
            </a:r>
          </a:p>
          <a:p>
            <a:r>
              <a:t>      ],</a:t>
            </a:r>
          </a:p>
          <a:p>
            <a:r>
              <a:t>      [</a:t>
            </a:r>
          </a:p>
          <a:p>
            <a:r>
              <a:t>        "IntelDAOS",</a:t>
            </a:r>
          </a:p>
          <a:p>
            <a:r>
              <a:t>        "866"</a:t>
            </a:r>
          </a:p>
          <a:p>
            <a:r>
              <a:t>      ],</a:t>
            </a:r>
          </a:p>
          <a:p>
            <a:r>
              <a:t>      [</a:t>
            </a:r>
          </a:p>
          <a:p>
            <a:r>
              <a:t>        "Sakai",</a:t>
            </a:r>
          </a:p>
          <a:p>
            <a:r>
              <a:t>        "2"</a:t>
            </a:r>
          </a:p>
          <a:p>
            <a:r>
              <a:t>      ]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"conclusions": {</a:t>
            </a:r>
          </a:p>
          <a:p>
            <a:r>
              <a:t>    "findings": [</a:t>
            </a:r>
          </a:p>
          <a:p>
            <a:r>
              <a:t>      "68,358 candidates across eight repositories; no duplicate source/issue keys.",</a:t>
            </a:r>
          </a:p>
          <a:p>
            <a:r>
              <a:t>      "MongoDB + RedHat supply 93.8% of candidates.",</a:t>
            </a:r>
          </a:p>
          <a:p>
            <a:r>
              <a:t>      "Task is the largest issue type (34,990); literal Story is not the whole population."</a:t>
            </a:r>
          </a:p>
          <a:p>
            <a:r>
              <a:t>    ],</a:t>
            </a:r>
          </a:p>
          <a:p>
            <a:r>
              <a:t>    "next_steps": [</a:t>
            </a:r>
          </a:p>
          <a:p>
            <a:r>
              <a:t>      "Download comments, sprint fields, and changelogs.",</a:t>
            </a:r>
          </a:p>
          <a:p>
            <a:r>
              <a:t>      "Apply exact sprint-entry and pre-sprint-comment checks.",</a:t>
            </a:r>
          </a:p>
          <a:p>
            <a:r>
              <a:t>      "Report retention and label balance before training; no model scores in this task."</a:t>
            </a:r>
          </a:p>
          <a:p>
            <a:r>
              <a:t>    ]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task: unstable-user-story-timechart-live</a:t>
            </a:r>
          </a:p>
          <a:p>
            <a:r>
              <a:t>Source root: /Users/yakovelmaleh/Library/CloudStorage/OneDrive-Microsoft/Desktop/Yakov/Master/Master</a:t>
            </a:r>
          </a:p>
          <a:p>
            <a:r>
              <a:t>Measurement date: September 10, 2026. Assembly: September 24, 2026.</a:t>
            </a:r>
          </a:p>
          <a:p>
            <a:r>
              <a:t>Task README, data/source_status*.csv, and results/*.csv are the evidence. No live refresh; September 24 cluster policy changes are not applied retroactively.</a:t>
            </a:r>
          </a:p>
          <a:p>
            <a:r>
              <a:t>{</a:t>
            </a:r>
          </a:p>
          <a:p>
            <a:r>
              <a:t>  "experiment": "Live model-candidate time chart",</a:t>
            </a:r>
          </a:p>
          <a:p>
            <a:r>
              <a:t>  "task": "Measure the live candidate population and plot issue creation counts in one-day bins.",</a:t>
            </a:r>
          </a:p>
          <a:p>
            <a:r>
              <a:t>  "why": [</a:t>
            </a:r>
          </a:p>
          <a:p>
            <a:r>
              <a:t>    "Audit source coverage before expensive enrichment and training.",</a:t>
            </a:r>
          </a:p>
          <a:p>
            <a:r>
              <a:t>    "Use the actual non-bug eligibility rules, not only literal Story issues.",</a:t>
            </a:r>
          </a:p>
          <a:p>
            <a:r>
              <a:t>    "Keep server-side candidates separate from final model-ready rows."</a:t>
            </a:r>
          </a:p>
          <a:p>
            <a:r>
              <a:t>  ],</a:t>
            </a:r>
          </a:p>
          <a:p>
            <a:r>
              <a:t>  "data": {</a:t>
            </a:r>
          </a:p>
          <a:p>
            <a:r>
              <a:t>    "old": {</a:t>
            </a:r>
          </a:p>
          <a:p>
            <a:r>
              <a:t>      "name": "Historical processed CSVs",</a:t>
            </a:r>
          </a:p>
          <a:p>
            <a:r>
              <a:t>      "metrics": {</a:t>
            </a:r>
          </a:p>
          <a:p>
            <a:r>
              <a:t>        "Rows": "23,901",</a:t>
            </a:r>
          </a:p>
          <a:p>
            <a:r>
              <a:t>        "Repositories": "6",</a:t>
            </a:r>
          </a:p>
          <a:p>
            <a:r>
              <a:t>        "Population stage": "Processed feature/label rows",</a:t>
            </a:r>
          </a:p>
          <a:p>
            <a:r>
              <a:t>        "Time interpretation": "Sprint-entry date for model splits",</a:t>
            </a:r>
          </a:p>
          <a:p>
            <a:r>
              <a:t>        "Comment-before-sprint": "Applied by original preprocessing"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"new": {</a:t>
            </a:r>
          </a:p>
          <a:p>
            <a:r>
              <a:t>      "name": "Live candidates (Sep 10)",</a:t>
            </a:r>
          </a:p>
          <a:p>
            <a:r>
              <a:t>      "metrics": {</a:t>
            </a:r>
          </a:p>
          <a:p>
            <a:r>
              <a:t>        "Rows": "68,358",</a:t>
            </a:r>
          </a:p>
          <a:p>
            <a:r>
              <a:t>        "Repositories": "8",</a:t>
            </a:r>
          </a:p>
          <a:p>
            <a:r>
              <a:t>        "Population stage": "Server-side JQL candidates",</a:t>
            </a:r>
          </a:p>
          <a:p>
            <a:r>
              <a:t>        "Time interpretation": "Issue creation date; 1-day bins",</a:t>
            </a:r>
          </a:p>
          <a:p>
            <a:r>
              <a:t>        "Comment-before-sprint": "Not applied yet"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"notes": [</a:t>
            </a:r>
          </a:p>
          <a:p>
            <a:r>
              <a:t>      "Different sources and processing stages: not a like-for-like growth comparison.",</a:t>
            </a:r>
          </a:p>
          <a:p>
            <a:r>
              <a:t>      "Both are broader than literal Story/User Story; candidates are not labeled unstable."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"results": {</a:t>
            </a:r>
          </a:p>
          <a:p>
            <a:r>
              <a:t>    "visual": "table",</a:t>
            </a:r>
          </a:p>
          <a:p>
            <a:r>
              <a:t>    "columns": [</a:t>
            </a:r>
          </a:p>
          <a:p>
            <a:r>
              <a:t>      "Repository",</a:t>
            </a:r>
          </a:p>
          <a:p>
            <a:r>
              <a:t>      "Candidates"</a:t>
            </a:r>
          </a:p>
          <a:p>
            <a:r>
              <a:t>    ],</a:t>
            </a:r>
          </a:p>
          <a:p>
            <a:r>
              <a:t>    "rows": [</a:t>
            </a:r>
          </a:p>
          <a:p>
            <a:r>
              <a:t>      [</a:t>
            </a:r>
          </a:p>
          <a:p>
            <a:r>
              <a:t>        "RedHat",</a:t>
            </a:r>
          </a:p>
          <a:p>
            <a:r>
              <a:t>        "24920"</a:t>
            </a:r>
          </a:p>
          <a:p>
            <a:r>
              <a:t>      ],</a:t>
            </a:r>
          </a:p>
          <a:p>
            <a:r>
              <a:t>      [</a:t>
            </a:r>
          </a:p>
          <a:p>
            <a:r>
              <a:t>        "MongoDB",</a:t>
            </a:r>
          </a:p>
          <a:p>
            <a:r>
              <a:t>        "39169"</a:t>
            </a:r>
          </a:p>
          <a:p>
            <a:r>
              <a:t>      ],</a:t>
            </a:r>
          </a:p>
          <a:p>
            <a:r>
              <a:t>      [</a:t>
            </a:r>
          </a:p>
          <a:p>
            <a:r>
              <a:t>        "Qt",</a:t>
            </a:r>
          </a:p>
          <a:p>
            <a:r>
              <a:t>        "86"</a:t>
            </a:r>
          </a:p>
          <a:p>
            <a:r>
              <a:t>      ],</a:t>
            </a:r>
          </a:p>
          <a:p>
            <a:r>
              <a:t>      [</a:t>
            </a:r>
          </a:p>
          <a:p>
            <a:r>
              <a:t>        "Apache",</a:t>
            </a:r>
          </a:p>
          <a:p>
            <a:r>
              <a:t>        "3289"</a:t>
            </a:r>
          </a:p>
          <a:p>
            <a:r>
              <a:t>      ],</a:t>
            </a:r>
          </a:p>
          <a:p>
            <a:r>
              <a:t>      [</a:t>
            </a:r>
          </a:p>
          <a:p>
            <a:r>
              <a:t>        "JiraEcosystem",</a:t>
            </a:r>
          </a:p>
          <a:p>
            <a:r>
              <a:t>        "23"</a:t>
            </a:r>
          </a:p>
          <a:p>
            <a:r>
              <a:t>      ],</a:t>
            </a:r>
          </a:p>
          <a:p>
            <a:r>
              <a:t>      [</a:t>
            </a:r>
          </a:p>
          <a:p>
            <a:r>
              <a:t>        "Jira",</a:t>
            </a:r>
          </a:p>
          <a:p>
            <a:r>
              <a:t>        "3"</a:t>
            </a:r>
          </a:p>
          <a:p>
            <a:r>
              <a:t>      ],</a:t>
            </a:r>
          </a:p>
          <a:p>
            <a:r>
              <a:t>      [</a:t>
            </a:r>
          </a:p>
          <a:p>
            <a:r>
              <a:t>        "IntelDAOS",</a:t>
            </a:r>
          </a:p>
          <a:p>
            <a:r>
              <a:t>        "866"</a:t>
            </a:r>
          </a:p>
          <a:p>
            <a:r>
              <a:t>      ],</a:t>
            </a:r>
          </a:p>
          <a:p>
            <a:r>
              <a:t>      [</a:t>
            </a:r>
          </a:p>
          <a:p>
            <a:r>
              <a:t>        "Sakai",</a:t>
            </a:r>
          </a:p>
          <a:p>
            <a:r>
              <a:t>        "2"</a:t>
            </a:r>
          </a:p>
          <a:p>
            <a:r>
              <a:t>      ]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"conclusions": {</a:t>
            </a:r>
          </a:p>
          <a:p>
            <a:r>
              <a:t>    "findings": [</a:t>
            </a:r>
          </a:p>
          <a:p>
            <a:r>
              <a:t>      "68,358 candidates across eight repositories; no duplicate source/issue keys.",</a:t>
            </a:r>
          </a:p>
          <a:p>
            <a:r>
              <a:t>      "MongoDB + RedHat supply 93.8% of candidates.",</a:t>
            </a:r>
          </a:p>
          <a:p>
            <a:r>
              <a:t>      "Task is the largest issue type (34,990); literal Story is not the whole population."</a:t>
            </a:r>
          </a:p>
          <a:p>
            <a:r>
              <a:t>    ],</a:t>
            </a:r>
          </a:p>
          <a:p>
            <a:r>
              <a:t>    "next_steps": [</a:t>
            </a:r>
          </a:p>
          <a:p>
            <a:r>
              <a:t>      "Download comments, sprint fields, and changelogs.",</a:t>
            </a:r>
          </a:p>
          <a:p>
            <a:r>
              <a:t>      "Apply exact sprint-entry and pre-sprint-comment checks.",</a:t>
            </a:r>
          </a:p>
          <a:p>
            <a:r>
              <a:t>      "Report retention and label balance before training; no model scores in this task."</a:t>
            </a:r>
          </a:p>
          <a:p>
            <a:r>
              <a:t>    ]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task: unstable-user-story-timechart-live</a:t>
            </a:r>
          </a:p>
          <a:p>
            <a:r>
              <a:t>Source root: /Users/yakovelmaleh/Library/CloudStorage/OneDrive-Microsoft/Desktop/Yakov/Master/Master</a:t>
            </a:r>
          </a:p>
          <a:p>
            <a:r>
              <a:t>Measurement date: September 10, 2026. Assembly: September 24, 2026.</a:t>
            </a:r>
          </a:p>
          <a:p>
            <a:r>
              <a:t>Task README, data/source_status*.csv, and results/*.csv are the evidence. No live refresh; September 24 cluster policy changes are not applied retroactively.</a:t>
            </a:r>
          </a:p>
          <a:p>
            <a:r>
              <a:t>{</a:t>
            </a:r>
          </a:p>
          <a:p>
            <a:r>
              <a:t>  "experiment": "Live model-candidate time chart",</a:t>
            </a:r>
          </a:p>
          <a:p>
            <a:r>
              <a:t>  "task": "Measure the live candidate population and plot issue creation counts in one-day bins.",</a:t>
            </a:r>
          </a:p>
          <a:p>
            <a:r>
              <a:t>  "why": [</a:t>
            </a:r>
          </a:p>
          <a:p>
            <a:r>
              <a:t>    "Audit source coverage before expensive enrichment and training.",</a:t>
            </a:r>
          </a:p>
          <a:p>
            <a:r>
              <a:t>    "Use the actual non-bug eligibility rules, not only literal Story issues.",</a:t>
            </a:r>
          </a:p>
          <a:p>
            <a:r>
              <a:t>    "Keep server-side candidates separate from final model-ready rows."</a:t>
            </a:r>
          </a:p>
          <a:p>
            <a:r>
              <a:t>  ],</a:t>
            </a:r>
          </a:p>
          <a:p>
            <a:r>
              <a:t>  "data": {</a:t>
            </a:r>
          </a:p>
          <a:p>
            <a:r>
              <a:t>    "old": {</a:t>
            </a:r>
          </a:p>
          <a:p>
            <a:r>
              <a:t>      "name": "Historical processed CSVs",</a:t>
            </a:r>
          </a:p>
          <a:p>
            <a:r>
              <a:t>      "metrics": {</a:t>
            </a:r>
          </a:p>
          <a:p>
            <a:r>
              <a:t>        "Rows": "23,901",</a:t>
            </a:r>
          </a:p>
          <a:p>
            <a:r>
              <a:t>        "Repositories": "6",</a:t>
            </a:r>
          </a:p>
          <a:p>
            <a:r>
              <a:t>        "Population stage": "Processed feature/label rows",</a:t>
            </a:r>
          </a:p>
          <a:p>
            <a:r>
              <a:t>        "Time interpretation": "Sprint-entry date for model splits",</a:t>
            </a:r>
          </a:p>
          <a:p>
            <a:r>
              <a:t>        "Comment-before-sprint": "Applied by original preprocessing"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"new": {</a:t>
            </a:r>
          </a:p>
          <a:p>
            <a:r>
              <a:t>      "name": "Live candidates (Sep 10)",</a:t>
            </a:r>
          </a:p>
          <a:p>
            <a:r>
              <a:t>      "metrics": {</a:t>
            </a:r>
          </a:p>
          <a:p>
            <a:r>
              <a:t>        "Rows": "68,358",</a:t>
            </a:r>
          </a:p>
          <a:p>
            <a:r>
              <a:t>        "Repositories": "8",</a:t>
            </a:r>
          </a:p>
          <a:p>
            <a:r>
              <a:t>        "Population stage": "Server-side JQL candidates",</a:t>
            </a:r>
          </a:p>
          <a:p>
            <a:r>
              <a:t>        "Time interpretation": "Issue creation date; 1-day bins",</a:t>
            </a:r>
          </a:p>
          <a:p>
            <a:r>
              <a:t>        "Comment-before-sprint": "Not applied yet"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"notes": [</a:t>
            </a:r>
          </a:p>
          <a:p>
            <a:r>
              <a:t>      "Different sources and processing stages: not a like-for-like growth comparison.",</a:t>
            </a:r>
          </a:p>
          <a:p>
            <a:r>
              <a:t>      "Both are broader than literal Story/User Story; candidates are not labeled unstable."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"results": {</a:t>
            </a:r>
          </a:p>
          <a:p>
            <a:r>
              <a:t>    "visual": "table",</a:t>
            </a:r>
          </a:p>
          <a:p>
            <a:r>
              <a:t>    "columns": [</a:t>
            </a:r>
          </a:p>
          <a:p>
            <a:r>
              <a:t>      "Repository",</a:t>
            </a:r>
          </a:p>
          <a:p>
            <a:r>
              <a:t>      "Candidates"</a:t>
            </a:r>
          </a:p>
          <a:p>
            <a:r>
              <a:t>    ],</a:t>
            </a:r>
          </a:p>
          <a:p>
            <a:r>
              <a:t>    "rows": [</a:t>
            </a:r>
          </a:p>
          <a:p>
            <a:r>
              <a:t>      [</a:t>
            </a:r>
          </a:p>
          <a:p>
            <a:r>
              <a:t>        "RedHat",</a:t>
            </a:r>
          </a:p>
          <a:p>
            <a:r>
              <a:t>        "24920"</a:t>
            </a:r>
          </a:p>
          <a:p>
            <a:r>
              <a:t>      ],</a:t>
            </a:r>
          </a:p>
          <a:p>
            <a:r>
              <a:t>      [</a:t>
            </a:r>
          </a:p>
          <a:p>
            <a:r>
              <a:t>        "MongoDB",</a:t>
            </a:r>
          </a:p>
          <a:p>
            <a:r>
              <a:t>        "39169"</a:t>
            </a:r>
          </a:p>
          <a:p>
            <a:r>
              <a:t>      ],</a:t>
            </a:r>
          </a:p>
          <a:p>
            <a:r>
              <a:t>      [</a:t>
            </a:r>
          </a:p>
          <a:p>
            <a:r>
              <a:t>        "Qt",</a:t>
            </a:r>
          </a:p>
          <a:p>
            <a:r>
              <a:t>        "86"</a:t>
            </a:r>
          </a:p>
          <a:p>
            <a:r>
              <a:t>      ],</a:t>
            </a:r>
          </a:p>
          <a:p>
            <a:r>
              <a:t>      [</a:t>
            </a:r>
          </a:p>
          <a:p>
            <a:r>
              <a:t>        "Apache",</a:t>
            </a:r>
          </a:p>
          <a:p>
            <a:r>
              <a:t>        "3289"</a:t>
            </a:r>
          </a:p>
          <a:p>
            <a:r>
              <a:t>      ],</a:t>
            </a:r>
          </a:p>
          <a:p>
            <a:r>
              <a:t>      [</a:t>
            </a:r>
          </a:p>
          <a:p>
            <a:r>
              <a:t>        "JiraEcosystem",</a:t>
            </a:r>
          </a:p>
          <a:p>
            <a:r>
              <a:t>        "23"</a:t>
            </a:r>
          </a:p>
          <a:p>
            <a:r>
              <a:t>      ],</a:t>
            </a:r>
          </a:p>
          <a:p>
            <a:r>
              <a:t>      [</a:t>
            </a:r>
          </a:p>
          <a:p>
            <a:r>
              <a:t>        "Jira",</a:t>
            </a:r>
          </a:p>
          <a:p>
            <a:r>
              <a:t>        "3"</a:t>
            </a:r>
          </a:p>
          <a:p>
            <a:r>
              <a:t>      ],</a:t>
            </a:r>
          </a:p>
          <a:p>
            <a:r>
              <a:t>      [</a:t>
            </a:r>
          </a:p>
          <a:p>
            <a:r>
              <a:t>        "IntelDAOS",</a:t>
            </a:r>
          </a:p>
          <a:p>
            <a:r>
              <a:t>        "866"</a:t>
            </a:r>
          </a:p>
          <a:p>
            <a:r>
              <a:t>      ],</a:t>
            </a:r>
          </a:p>
          <a:p>
            <a:r>
              <a:t>      [</a:t>
            </a:r>
          </a:p>
          <a:p>
            <a:r>
              <a:t>        "Sakai",</a:t>
            </a:r>
          </a:p>
          <a:p>
            <a:r>
              <a:t>        "2"</a:t>
            </a:r>
          </a:p>
          <a:p>
            <a:r>
              <a:t>      ]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"conclusions": {</a:t>
            </a:r>
          </a:p>
          <a:p>
            <a:r>
              <a:t>    "findings": [</a:t>
            </a:r>
          </a:p>
          <a:p>
            <a:r>
              <a:t>      "68,358 candidates across eight repositories; no duplicate source/issue keys.",</a:t>
            </a:r>
          </a:p>
          <a:p>
            <a:r>
              <a:t>      "MongoDB + RedHat supply 93.8% of candidates.",</a:t>
            </a:r>
          </a:p>
          <a:p>
            <a:r>
              <a:t>      "Task is the largest issue type (34,990); literal Story is not the whole population."</a:t>
            </a:r>
          </a:p>
          <a:p>
            <a:r>
              <a:t>    ],</a:t>
            </a:r>
          </a:p>
          <a:p>
            <a:r>
              <a:t>    "next_steps": [</a:t>
            </a:r>
          </a:p>
          <a:p>
            <a:r>
              <a:t>      "Download comments, sprint fields, and changelogs.",</a:t>
            </a:r>
          </a:p>
          <a:p>
            <a:r>
              <a:t>      "Apply exact sprint-entry and pre-sprint-comment checks.",</a:t>
            </a:r>
          </a:p>
          <a:p>
            <a:r>
              <a:t>      "Report retention and label balance before training; no model scores in this task."</a:t>
            </a:r>
          </a:p>
          <a:p>
            <a:r>
              <a:t>    ]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task: unstable-user-story-timechart-without-pr-evidence</a:t>
            </a:r>
          </a:p>
          <a:p>
            <a:r>
              <a:t>Source root: /Users/yakovelmaleh/Library/CloudStorage/OneDrive-Microsoft/Desktop/Yakov/Master/Master</a:t>
            </a:r>
          </a:p>
          <a:p>
            <a:r>
              <a:t>Measurement date: September 10, 2026. Assembly: September 24, 2026.</a:t>
            </a:r>
          </a:p>
          <a:p>
            <a:r>
              <a:t>Task README, data/source_status*.csv, and results/*.csv are the evidence. No live refresh; September 24 cluster policy changes are not applied retroactively.</a:t>
            </a:r>
          </a:p>
          <a:p>
            <a:r>
              <a:t>{</a:t>
            </a:r>
          </a:p>
          <a:p>
            <a:r>
              <a:t>  "experiment": "Removing the GitHub/PR evidence filter",</a:t>
            </a:r>
          </a:p>
          <a:p>
            <a:r>
              <a:t>  "task": "Measure how much candidate coverage changes when only the GitHub/PR-evidence condition is removed.",</a:t>
            </a:r>
          </a:p>
          <a:p>
            <a:r>
              <a:t>  "why": [</a:t>
            </a:r>
          </a:p>
          <a:p>
            <a:r>
              <a:t>    "The evidence requirement can strongly restrict repository coverage.",</a:t>
            </a:r>
          </a:p>
          <a:p>
            <a:r>
              <a:t>    "Keep non-bug, source-specific status/resolution, and current-Sprint filters unchanged.",</a:t>
            </a:r>
          </a:p>
          <a:p>
            <a:r>
              <a:t>    "Treat this as a separate population experiment, not a model improvement."</a:t>
            </a:r>
          </a:p>
          <a:p>
            <a:r>
              <a:t>  ],</a:t>
            </a:r>
          </a:p>
          <a:p>
            <a:r>
              <a:t>  "data": {</a:t>
            </a:r>
          </a:p>
          <a:p>
            <a:r>
              <a:t>    "old": {</a:t>
            </a:r>
          </a:p>
          <a:p>
            <a:r>
              <a:t>      "name": "With evidence",</a:t>
            </a:r>
          </a:p>
          <a:p>
            <a:r>
              <a:t>      "metrics": {</a:t>
            </a:r>
          </a:p>
          <a:p>
            <a:r>
              <a:t>        "TOTAL": "68,358",</a:t>
            </a:r>
          </a:p>
          <a:p>
            <a:r>
              <a:t>        "RedHat": "24,920",</a:t>
            </a:r>
          </a:p>
          <a:p>
            <a:r>
              <a:t>        "MongoDB": "39,169",</a:t>
            </a:r>
          </a:p>
          <a:p>
            <a:r>
              <a:t>        "Qt": "86",</a:t>
            </a:r>
          </a:p>
          <a:p>
            <a:r>
              <a:t>        "Apache": "3,289",</a:t>
            </a:r>
          </a:p>
          <a:p>
            <a:r>
              <a:t>        "JiraEcosystem": "23",</a:t>
            </a:r>
          </a:p>
          <a:p>
            <a:r>
              <a:t>        "Jira": "3",</a:t>
            </a:r>
          </a:p>
          <a:p>
            <a:r>
              <a:t>        "IntelDAOS": "866",</a:t>
            </a:r>
          </a:p>
          <a:p>
            <a:r>
              <a:t>        "Sakai": "2"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"new": {</a:t>
            </a:r>
          </a:p>
          <a:p>
            <a:r>
              <a:t>      "name": "Without evidence",</a:t>
            </a:r>
          </a:p>
          <a:p>
            <a:r>
              <a:t>      "metrics": {</a:t>
            </a:r>
          </a:p>
          <a:p>
            <a:r>
              <a:t>        "TOTAL": "211,790",</a:t>
            </a:r>
          </a:p>
          <a:p>
            <a:r>
              <a:t>        "RedHat": "133,774",</a:t>
            </a:r>
          </a:p>
          <a:p>
            <a:r>
              <a:t>        "MongoDB": "50,637",</a:t>
            </a:r>
          </a:p>
          <a:p>
            <a:r>
              <a:t>        "Qt": "10,211",</a:t>
            </a:r>
          </a:p>
          <a:p>
            <a:r>
              <a:t>        "Apache": "9,576",</a:t>
            </a:r>
          </a:p>
          <a:p>
            <a:r>
              <a:t>        "JiraEcosystem": "2,888",</a:t>
            </a:r>
          </a:p>
          <a:p>
            <a:r>
              <a:t>        "Jira": "2,847",</a:t>
            </a:r>
          </a:p>
          <a:p>
            <a:r>
              <a:t>        "IntelDAOS": "1,819",</a:t>
            </a:r>
          </a:p>
          <a:p>
            <a:r>
              <a:t>        "Sakai": "38"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"notes": [</a:t>
            </a:r>
          </a:p>
          <a:p>
            <a:r>
              <a:t>      "+143,432 candidates; 3.10x total (+209.8%). Same eight sources.",</a:t>
            </a:r>
          </a:p>
          <a:p>
            <a:r>
              <a:t>      "All strict-cohort keys occur in the broader cohort. Neither has passed local validity checks."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"results": {</a:t>
            </a:r>
          </a:p>
          <a:p>
            <a:r>
              <a:t>    "visual": "table",</a:t>
            </a:r>
          </a:p>
          <a:p>
            <a:r>
              <a:t>    "columns": [</a:t>
            </a:r>
          </a:p>
          <a:p>
            <a:r>
              <a:t>      "Measure",</a:t>
            </a:r>
          </a:p>
          <a:p>
            <a:r>
              <a:t>      "Result"</a:t>
            </a:r>
          </a:p>
          <a:p>
            <a:r>
              <a:t>    ],</a:t>
            </a:r>
          </a:p>
          <a:p>
            <a:r>
              <a:t>    "rows": [</a:t>
            </a:r>
          </a:p>
          <a:p>
            <a:r>
              <a:t>      [</a:t>
            </a:r>
          </a:p>
          <a:p>
            <a:r>
              <a:t>        "Candidate count",</a:t>
            </a:r>
          </a:p>
          <a:p>
            <a:r>
              <a:t>        "211,790"</a:t>
            </a:r>
          </a:p>
          <a:p>
            <a:r>
              <a:t>      ],</a:t>
            </a:r>
          </a:p>
          <a:p>
            <a:r>
              <a:t>      [</a:t>
            </a:r>
          </a:p>
          <a:p>
            <a:r>
              <a:t>        "Created-date coverage",</a:t>
            </a:r>
          </a:p>
          <a:p>
            <a:r>
              <a:t>        "2004-07-18 to 2026-09-10"</a:t>
            </a:r>
          </a:p>
          <a:p>
            <a:r>
              <a:t>      ]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"conclusions": {</a:t>
            </a:r>
          </a:p>
          <a:p>
            <a:r>
              <a:t>    "findings": [</a:t>
            </a:r>
          </a:p>
          <a:p>
            <a:r>
              <a:t>      "Removing only evidence adds 143,432 candidates; total coverage is 3.10x.",</a:t>
            </a:r>
          </a:p>
          <a:p>
            <a:r>
              <a:t>      "Qt increases from 86 to 10,211; the evidence filter has a large cohort effect.",</a:t>
            </a:r>
          </a:p>
          <a:p>
            <a:r>
              <a:t>      "RedHat contributes 108,854 of the added candidates; repository mix changes."</a:t>
            </a:r>
          </a:p>
          <a:p>
            <a:r>
              <a:t>    ],</a:t>
            </a:r>
          </a:p>
          <a:p>
            <a:r>
              <a:t>    "next_steps": [</a:t>
            </a:r>
          </a:p>
          <a:p>
            <a:r>
              <a:t>      "Enrich both cohorts with the same exact local validity checks.",</a:t>
            </a:r>
          </a:p>
          <a:p>
            <a:r>
              <a:t>      "Compare retained rows and class balance by repository.",</a:t>
            </a:r>
          </a:p>
          <a:p>
            <a:r>
              <a:t>      "Do not infer instability prevalence or AUC-PRC from candidate volume."</a:t>
            </a:r>
          </a:p>
          <a:p>
            <a:r>
              <a:t>    ]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task: unstable-user-story-timechart-without-pr-evidence</a:t>
            </a:r>
          </a:p>
          <a:p>
            <a:r>
              <a:t>Source root: /Users/yakovelmaleh/Library/CloudStorage/OneDrive-Microsoft/Desktop/Yakov/Master/Master</a:t>
            </a:r>
          </a:p>
          <a:p>
            <a:r>
              <a:t>Measurement date: September 10, 2026. Assembly: September 24, 2026.</a:t>
            </a:r>
          </a:p>
          <a:p>
            <a:r>
              <a:t>Task README, data/source_status*.csv, and results/*.csv are the evidence. No live refresh; September 24 cluster policy changes are not applied retroactively.</a:t>
            </a:r>
          </a:p>
          <a:p>
            <a:r>
              <a:t>{</a:t>
            </a:r>
          </a:p>
          <a:p>
            <a:r>
              <a:t>  "experiment": "Removing the GitHub/PR evidence filter",</a:t>
            </a:r>
          </a:p>
          <a:p>
            <a:r>
              <a:t>  "task": "Measure how much candidate coverage changes when only the GitHub/PR-evidence condition is removed.",</a:t>
            </a:r>
          </a:p>
          <a:p>
            <a:r>
              <a:t>  "why": [</a:t>
            </a:r>
          </a:p>
          <a:p>
            <a:r>
              <a:t>    "The evidence requirement can strongly restrict repository coverage.",</a:t>
            </a:r>
          </a:p>
          <a:p>
            <a:r>
              <a:t>    "Keep non-bug, source-specific status/resolution, and current-Sprint filters unchanged.",</a:t>
            </a:r>
          </a:p>
          <a:p>
            <a:r>
              <a:t>    "Treat this as a separate population experiment, not a model improvement."</a:t>
            </a:r>
          </a:p>
          <a:p>
            <a:r>
              <a:t>  ],</a:t>
            </a:r>
          </a:p>
          <a:p>
            <a:r>
              <a:t>  "data": {</a:t>
            </a:r>
          </a:p>
          <a:p>
            <a:r>
              <a:t>    "old": {</a:t>
            </a:r>
          </a:p>
          <a:p>
            <a:r>
              <a:t>      "name": "With evidence",</a:t>
            </a:r>
          </a:p>
          <a:p>
            <a:r>
              <a:t>      "metrics": {</a:t>
            </a:r>
          </a:p>
          <a:p>
            <a:r>
              <a:t>        "TOTAL": "68,358",</a:t>
            </a:r>
          </a:p>
          <a:p>
            <a:r>
              <a:t>        "RedHat": "24,920",</a:t>
            </a:r>
          </a:p>
          <a:p>
            <a:r>
              <a:t>        "MongoDB": "39,169",</a:t>
            </a:r>
          </a:p>
          <a:p>
            <a:r>
              <a:t>        "Qt": "86",</a:t>
            </a:r>
          </a:p>
          <a:p>
            <a:r>
              <a:t>        "Apache": "3,289",</a:t>
            </a:r>
          </a:p>
          <a:p>
            <a:r>
              <a:t>        "JiraEcosystem": "23",</a:t>
            </a:r>
          </a:p>
          <a:p>
            <a:r>
              <a:t>        "Jira": "3",</a:t>
            </a:r>
          </a:p>
          <a:p>
            <a:r>
              <a:t>        "IntelDAOS": "866",</a:t>
            </a:r>
          </a:p>
          <a:p>
            <a:r>
              <a:t>        "Sakai": "2"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"new": {</a:t>
            </a:r>
          </a:p>
          <a:p>
            <a:r>
              <a:t>      "name": "Without evidence",</a:t>
            </a:r>
          </a:p>
          <a:p>
            <a:r>
              <a:t>      "metrics": {</a:t>
            </a:r>
          </a:p>
          <a:p>
            <a:r>
              <a:t>        "TOTAL": "211,790",</a:t>
            </a:r>
          </a:p>
          <a:p>
            <a:r>
              <a:t>        "RedHat": "133,774",</a:t>
            </a:r>
          </a:p>
          <a:p>
            <a:r>
              <a:t>        "MongoDB": "50,637",</a:t>
            </a:r>
          </a:p>
          <a:p>
            <a:r>
              <a:t>        "Qt": "10,211",</a:t>
            </a:r>
          </a:p>
          <a:p>
            <a:r>
              <a:t>        "Apache": "9,576",</a:t>
            </a:r>
          </a:p>
          <a:p>
            <a:r>
              <a:t>        "JiraEcosystem": "2,888",</a:t>
            </a:r>
          </a:p>
          <a:p>
            <a:r>
              <a:t>        "Jira": "2,847",</a:t>
            </a:r>
          </a:p>
          <a:p>
            <a:r>
              <a:t>        "IntelDAOS": "1,819",</a:t>
            </a:r>
          </a:p>
          <a:p>
            <a:r>
              <a:t>        "Sakai": "38"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"notes": [</a:t>
            </a:r>
          </a:p>
          <a:p>
            <a:r>
              <a:t>      "+143,432 candidates; 3.10x total (+209.8%). Same eight sources.",</a:t>
            </a:r>
          </a:p>
          <a:p>
            <a:r>
              <a:t>      "All strict-cohort keys occur in the broader cohort. Neither has passed local validity checks."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"results": {</a:t>
            </a:r>
          </a:p>
          <a:p>
            <a:r>
              <a:t>    "visual": "table",</a:t>
            </a:r>
          </a:p>
          <a:p>
            <a:r>
              <a:t>    "columns": [</a:t>
            </a:r>
          </a:p>
          <a:p>
            <a:r>
              <a:t>      "Measure",</a:t>
            </a:r>
          </a:p>
          <a:p>
            <a:r>
              <a:t>      "Result"</a:t>
            </a:r>
          </a:p>
          <a:p>
            <a:r>
              <a:t>    ],</a:t>
            </a:r>
          </a:p>
          <a:p>
            <a:r>
              <a:t>    "rows": [</a:t>
            </a:r>
          </a:p>
          <a:p>
            <a:r>
              <a:t>      [</a:t>
            </a:r>
          </a:p>
          <a:p>
            <a:r>
              <a:t>        "Candidate count",</a:t>
            </a:r>
          </a:p>
          <a:p>
            <a:r>
              <a:t>        "211,790"</a:t>
            </a:r>
          </a:p>
          <a:p>
            <a:r>
              <a:t>      ],</a:t>
            </a:r>
          </a:p>
          <a:p>
            <a:r>
              <a:t>      [</a:t>
            </a:r>
          </a:p>
          <a:p>
            <a:r>
              <a:t>        "Created-date coverage",</a:t>
            </a:r>
          </a:p>
          <a:p>
            <a:r>
              <a:t>        "2004-07-18 to 2026-09-10"</a:t>
            </a:r>
          </a:p>
          <a:p>
            <a:r>
              <a:t>      ]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"conclusions": {</a:t>
            </a:r>
          </a:p>
          <a:p>
            <a:r>
              <a:t>    "findings": [</a:t>
            </a:r>
          </a:p>
          <a:p>
            <a:r>
              <a:t>      "Removing only evidence adds 143,432 candidates; total coverage is 3.10x.",</a:t>
            </a:r>
          </a:p>
          <a:p>
            <a:r>
              <a:t>      "Qt increases from 86 to 10,211; the evidence filter has a large cohort effect.",</a:t>
            </a:r>
          </a:p>
          <a:p>
            <a:r>
              <a:t>      "RedHat contributes 108,854 of the added candidates; repository mix changes."</a:t>
            </a:r>
          </a:p>
          <a:p>
            <a:r>
              <a:t>    ],</a:t>
            </a:r>
          </a:p>
          <a:p>
            <a:r>
              <a:t>    "next_steps": [</a:t>
            </a:r>
          </a:p>
          <a:p>
            <a:r>
              <a:t>      "Enrich both cohorts with the same exact local validity checks.",</a:t>
            </a:r>
          </a:p>
          <a:p>
            <a:r>
              <a:t>      "Compare retained rows and class balance by repository.",</a:t>
            </a:r>
          </a:p>
          <a:p>
            <a:r>
              <a:t>      "Do not infer instability prevalence or AUC-PRC from candidate volume."</a:t>
            </a:r>
          </a:p>
          <a:p>
            <a:r>
              <a:t>    ]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task: unstable-user-story-timechart-without-pr-evidence</a:t>
            </a:r>
          </a:p>
          <a:p>
            <a:r>
              <a:t>Source root: /Users/yakovelmaleh/Library/CloudStorage/OneDrive-Microsoft/Desktop/Yakov/Master/Master</a:t>
            </a:r>
          </a:p>
          <a:p>
            <a:r>
              <a:t>Measurement date: September 10, 2026. Assembly: September 24, 2026.</a:t>
            </a:r>
          </a:p>
          <a:p>
            <a:r>
              <a:t>Task README, data/source_status*.csv, and results/*.csv are the evidence. No live refresh; September 24 cluster policy changes are not applied retroactively.</a:t>
            </a:r>
          </a:p>
          <a:p>
            <a:r>
              <a:t>{</a:t>
            </a:r>
          </a:p>
          <a:p>
            <a:r>
              <a:t>  "experiment": "Removing the GitHub/PR evidence filter",</a:t>
            </a:r>
          </a:p>
          <a:p>
            <a:r>
              <a:t>  "task": "Measure how much candidate coverage changes when only the GitHub/PR-evidence condition is removed.",</a:t>
            </a:r>
          </a:p>
          <a:p>
            <a:r>
              <a:t>  "why": [</a:t>
            </a:r>
          </a:p>
          <a:p>
            <a:r>
              <a:t>    "The evidence requirement can strongly restrict repository coverage.",</a:t>
            </a:r>
          </a:p>
          <a:p>
            <a:r>
              <a:t>    "Keep non-bug, source-specific status/resolution, and current-Sprint filters unchanged.",</a:t>
            </a:r>
          </a:p>
          <a:p>
            <a:r>
              <a:t>    "Treat this as a separate population experiment, not a model improvement."</a:t>
            </a:r>
          </a:p>
          <a:p>
            <a:r>
              <a:t>  ],</a:t>
            </a:r>
          </a:p>
          <a:p>
            <a:r>
              <a:t>  "data": {</a:t>
            </a:r>
          </a:p>
          <a:p>
            <a:r>
              <a:t>    "old": {</a:t>
            </a:r>
          </a:p>
          <a:p>
            <a:r>
              <a:t>      "name": "With evidence",</a:t>
            </a:r>
          </a:p>
          <a:p>
            <a:r>
              <a:t>      "metrics": {</a:t>
            </a:r>
          </a:p>
          <a:p>
            <a:r>
              <a:t>        "TOTAL": "68,358",</a:t>
            </a:r>
          </a:p>
          <a:p>
            <a:r>
              <a:t>        "RedHat": "24,920",</a:t>
            </a:r>
          </a:p>
          <a:p>
            <a:r>
              <a:t>        "MongoDB": "39,169",</a:t>
            </a:r>
          </a:p>
          <a:p>
            <a:r>
              <a:t>        "Qt": "86",</a:t>
            </a:r>
          </a:p>
          <a:p>
            <a:r>
              <a:t>        "Apache": "3,289",</a:t>
            </a:r>
          </a:p>
          <a:p>
            <a:r>
              <a:t>        "JiraEcosystem": "23",</a:t>
            </a:r>
          </a:p>
          <a:p>
            <a:r>
              <a:t>        "Jira": "3",</a:t>
            </a:r>
          </a:p>
          <a:p>
            <a:r>
              <a:t>        "IntelDAOS": "866",</a:t>
            </a:r>
          </a:p>
          <a:p>
            <a:r>
              <a:t>        "Sakai": "2"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"new": {</a:t>
            </a:r>
          </a:p>
          <a:p>
            <a:r>
              <a:t>      "name": "Without evidence",</a:t>
            </a:r>
          </a:p>
          <a:p>
            <a:r>
              <a:t>      "metrics": {</a:t>
            </a:r>
          </a:p>
          <a:p>
            <a:r>
              <a:t>        "TOTAL": "211,790",</a:t>
            </a:r>
          </a:p>
          <a:p>
            <a:r>
              <a:t>        "RedHat": "133,774",</a:t>
            </a:r>
          </a:p>
          <a:p>
            <a:r>
              <a:t>        "MongoDB": "50,637",</a:t>
            </a:r>
          </a:p>
          <a:p>
            <a:r>
              <a:t>        "Qt": "10,211",</a:t>
            </a:r>
          </a:p>
          <a:p>
            <a:r>
              <a:t>        "Apache": "9,576",</a:t>
            </a:r>
          </a:p>
          <a:p>
            <a:r>
              <a:t>        "JiraEcosystem": "2,888",</a:t>
            </a:r>
          </a:p>
          <a:p>
            <a:r>
              <a:t>        "Jira": "2,847",</a:t>
            </a:r>
          </a:p>
          <a:p>
            <a:r>
              <a:t>        "IntelDAOS": "1,819",</a:t>
            </a:r>
          </a:p>
          <a:p>
            <a:r>
              <a:t>        "Sakai": "38"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"notes": [</a:t>
            </a:r>
          </a:p>
          <a:p>
            <a:r>
              <a:t>      "+143,432 candidates; 3.10x total (+209.8%). Same eight sources.",</a:t>
            </a:r>
          </a:p>
          <a:p>
            <a:r>
              <a:t>      "All strict-cohort keys occur in the broader cohort. Neither has passed local validity checks."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"results": {</a:t>
            </a:r>
          </a:p>
          <a:p>
            <a:r>
              <a:t>    "visual": "table",</a:t>
            </a:r>
          </a:p>
          <a:p>
            <a:r>
              <a:t>    "columns": [</a:t>
            </a:r>
          </a:p>
          <a:p>
            <a:r>
              <a:t>      "Measure",</a:t>
            </a:r>
          </a:p>
          <a:p>
            <a:r>
              <a:t>      "Result"</a:t>
            </a:r>
          </a:p>
          <a:p>
            <a:r>
              <a:t>    ],</a:t>
            </a:r>
          </a:p>
          <a:p>
            <a:r>
              <a:t>    "rows": [</a:t>
            </a:r>
          </a:p>
          <a:p>
            <a:r>
              <a:t>      [</a:t>
            </a:r>
          </a:p>
          <a:p>
            <a:r>
              <a:t>        "Candidate count",</a:t>
            </a:r>
          </a:p>
          <a:p>
            <a:r>
              <a:t>        "211,790"</a:t>
            </a:r>
          </a:p>
          <a:p>
            <a:r>
              <a:t>      ],</a:t>
            </a:r>
          </a:p>
          <a:p>
            <a:r>
              <a:t>      [</a:t>
            </a:r>
          </a:p>
          <a:p>
            <a:r>
              <a:t>        "Created-date coverage",</a:t>
            </a:r>
          </a:p>
          <a:p>
            <a:r>
              <a:t>        "2004-07-18 to 2026-09-10"</a:t>
            </a:r>
          </a:p>
          <a:p>
            <a:r>
              <a:t>      ]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"conclusions": {</a:t>
            </a:r>
          </a:p>
          <a:p>
            <a:r>
              <a:t>    "findings": [</a:t>
            </a:r>
          </a:p>
          <a:p>
            <a:r>
              <a:t>      "Removing only evidence adds 143,432 candidates; total coverage is 3.10x.",</a:t>
            </a:r>
          </a:p>
          <a:p>
            <a:r>
              <a:t>      "Qt increases from 86 to 10,211; the evidence filter has a large cohort effect.",</a:t>
            </a:r>
          </a:p>
          <a:p>
            <a:r>
              <a:t>      "RedHat contributes 108,854 of the added candidates; repository mix changes."</a:t>
            </a:r>
          </a:p>
          <a:p>
            <a:r>
              <a:t>    ],</a:t>
            </a:r>
          </a:p>
          <a:p>
            <a:r>
              <a:t>    "next_steps": [</a:t>
            </a:r>
          </a:p>
          <a:p>
            <a:r>
              <a:t>      "Enrich both cohorts with the same exact local validity checks.",</a:t>
            </a:r>
          </a:p>
          <a:p>
            <a:r>
              <a:t>      "Compare retained rows and class balance by repository.",</a:t>
            </a:r>
          </a:p>
          <a:p>
            <a:r>
              <a:t>      "Do not infer instability prevalence or AUC-PRC from candidate volume."</a:t>
            </a:r>
          </a:p>
          <a:p>
            <a:r>
              <a:t>    ]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task: unstable-user-story-timechart-without-pr-evidence</a:t>
            </a:r>
          </a:p>
          <a:p>
            <a:r>
              <a:t>Source root: /Users/yakovelmaleh/Library/CloudStorage/OneDrive-Microsoft/Desktop/Yakov/Master/Master</a:t>
            </a:r>
          </a:p>
          <a:p>
            <a:r>
              <a:t>Measurement date: September 10, 2026. Assembly: September 24, 2026.</a:t>
            </a:r>
          </a:p>
          <a:p>
            <a:r>
              <a:t>Task README, data/source_status*.csv, and results/*.csv are the evidence. No live refresh; September 24 cluster policy changes are not applied retroactively.</a:t>
            </a:r>
          </a:p>
          <a:p>
            <a:r>
              <a:t>{</a:t>
            </a:r>
          </a:p>
          <a:p>
            <a:r>
              <a:t>  "experiment": "Removing the GitHub/PR evidence filter",</a:t>
            </a:r>
          </a:p>
          <a:p>
            <a:r>
              <a:t>  "task": "Measure how much candidate coverage changes when only the GitHub/PR-evidence condition is removed.",</a:t>
            </a:r>
          </a:p>
          <a:p>
            <a:r>
              <a:t>  "why": [</a:t>
            </a:r>
          </a:p>
          <a:p>
            <a:r>
              <a:t>    "The evidence requirement can strongly restrict repository coverage.",</a:t>
            </a:r>
          </a:p>
          <a:p>
            <a:r>
              <a:t>    "Keep non-bug, source-specific status/resolution, and current-Sprint filters unchanged.",</a:t>
            </a:r>
          </a:p>
          <a:p>
            <a:r>
              <a:t>    "Treat this as a separate population experiment, not a model improvement."</a:t>
            </a:r>
          </a:p>
          <a:p>
            <a:r>
              <a:t>  ],</a:t>
            </a:r>
          </a:p>
          <a:p>
            <a:r>
              <a:t>  "data": {</a:t>
            </a:r>
          </a:p>
          <a:p>
            <a:r>
              <a:t>    "old": {</a:t>
            </a:r>
          </a:p>
          <a:p>
            <a:r>
              <a:t>      "name": "With evidence",</a:t>
            </a:r>
          </a:p>
          <a:p>
            <a:r>
              <a:t>      "metrics": {</a:t>
            </a:r>
          </a:p>
          <a:p>
            <a:r>
              <a:t>        "TOTAL": "68,358",</a:t>
            </a:r>
          </a:p>
          <a:p>
            <a:r>
              <a:t>        "RedHat": "24,920",</a:t>
            </a:r>
          </a:p>
          <a:p>
            <a:r>
              <a:t>        "MongoDB": "39,169",</a:t>
            </a:r>
          </a:p>
          <a:p>
            <a:r>
              <a:t>        "Qt": "86",</a:t>
            </a:r>
          </a:p>
          <a:p>
            <a:r>
              <a:t>        "Apache": "3,289",</a:t>
            </a:r>
          </a:p>
          <a:p>
            <a:r>
              <a:t>        "JiraEcosystem": "23",</a:t>
            </a:r>
          </a:p>
          <a:p>
            <a:r>
              <a:t>        "Jira": "3",</a:t>
            </a:r>
          </a:p>
          <a:p>
            <a:r>
              <a:t>        "IntelDAOS": "866",</a:t>
            </a:r>
          </a:p>
          <a:p>
            <a:r>
              <a:t>        "Sakai": "2"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"new": {</a:t>
            </a:r>
          </a:p>
          <a:p>
            <a:r>
              <a:t>      "name": "Without evidence",</a:t>
            </a:r>
          </a:p>
          <a:p>
            <a:r>
              <a:t>      "metrics": {</a:t>
            </a:r>
          </a:p>
          <a:p>
            <a:r>
              <a:t>        "TOTAL": "211,790",</a:t>
            </a:r>
          </a:p>
          <a:p>
            <a:r>
              <a:t>        "RedHat": "133,774",</a:t>
            </a:r>
          </a:p>
          <a:p>
            <a:r>
              <a:t>        "MongoDB": "50,637",</a:t>
            </a:r>
          </a:p>
          <a:p>
            <a:r>
              <a:t>        "Qt": "10,211",</a:t>
            </a:r>
          </a:p>
          <a:p>
            <a:r>
              <a:t>        "Apache": "9,576",</a:t>
            </a:r>
          </a:p>
          <a:p>
            <a:r>
              <a:t>        "JiraEcosystem": "2,888",</a:t>
            </a:r>
          </a:p>
          <a:p>
            <a:r>
              <a:t>        "Jira": "2,847",</a:t>
            </a:r>
          </a:p>
          <a:p>
            <a:r>
              <a:t>        "IntelDAOS": "1,819",</a:t>
            </a:r>
          </a:p>
          <a:p>
            <a:r>
              <a:t>        "Sakai": "38"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"notes": [</a:t>
            </a:r>
          </a:p>
          <a:p>
            <a:r>
              <a:t>      "+143,432 candidates; 3.10x total (+209.8%). Same eight sources.",</a:t>
            </a:r>
          </a:p>
          <a:p>
            <a:r>
              <a:t>      "All strict-cohort keys occur in the broader cohort. Neither has passed local validity checks."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"results": {</a:t>
            </a:r>
          </a:p>
          <a:p>
            <a:r>
              <a:t>    "visual": "table",</a:t>
            </a:r>
          </a:p>
          <a:p>
            <a:r>
              <a:t>    "columns": [</a:t>
            </a:r>
          </a:p>
          <a:p>
            <a:r>
              <a:t>      "Measure",</a:t>
            </a:r>
          </a:p>
          <a:p>
            <a:r>
              <a:t>      "Result"</a:t>
            </a:r>
          </a:p>
          <a:p>
            <a:r>
              <a:t>    ],</a:t>
            </a:r>
          </a:p>
          <a:p>
            <a:r>
              <a:t>    "rows": [</a:t>
            </a:r>
          </a:p>
          <a:p>
            <a:r>
              <a:t>      [</a:t>
            </a:r>
          </a:p>
          <a:p>
            <a:r>
              <a:t>        "Candidate count",</a:t>
            </a:r>
          </a:p>
          <a:p>
            <a:r>
              <a:t>        "211,790"</a:t>
            </a:r>
          </a:p>
          <a:p>
            <a:r>
              <a:t>      ],</a:t>
            </a:r>
          </a:p>
          <a:p>
            <a:r>
              <a:t>      [</a:t>
            </a:r>
          </a:p>
          <a:p>
            <a:r>
              <a:t>        "Created-date coverage",</a:t>
            </a:r>
          </a:p>
          <a:p>
            <a:r>
              <a:t>        "2004-07-18 to 2026-09-10"</a:t>
            </a:r>
          </a:p>
          <a:p>
            <a:r>
              <a:t>      ]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"conclusions": {</a:t>
            </a:r>
          </a:p>
          <a:p>
            <a:r>
              <a:t>    "findings": [</a:t>
            </a:r>
          </a:p>
          <a:p>
            <a:r>
              <a:t>      "Removing only evidence adds 143,432 candidates; total coverage is 3.10x.",</a:t>
            </a:r>
          </a:p>
          <a:p>
            <a:r>
              <a:t>      "Qt increases from 86 to 10,211; the evidence filter has a large cohort effect.",</a:t>
            </a:r>
          </a:p>
          <a:p>
            <a:r>
              <a:t>      "RedHat contributes 108,854 of the added candidates; repository mix changes."</a:t>
            </a:r>
          </a:p>
          <a:p>
            <a:r>
              <a:t>    ],</a:t>
            </a:r>
          </a:p>
          <a:p>
            <a:r>
              <a:t>    "next_steps": [</a:t>
            </a:r>
          </a:p>
          <a:p>
            <a:r>
              <a:t>      "Enrich both cohorts with the same exact local validity checks.",</a:t>
            </a:r>
          </a:p>
          <a:p>
            <a:r>
              <a:t>      "Compare retained rows and class balance by repository.",</a:t>
            </a:r>
          </a:p>
          <a:p>
            <a:r>
              <a:t>      "Do not infer instability prevalence or AUC-PRC from candidate volume."</a:t>
            </a:r>
          </a:p>
          <a:p>
            <a:r>
              <a:t>    ]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task: research-new-public-jira-repositories</a:t>
            </a:r>
          </a:p>
          <a:p>
            <a:r>
              <a:t>Source root: /Users/yakovelmaleh/Library/CloudStorage/OneDrive-Microsoft/Desktop/Yakov/Master/Master</a:t>
            </a:r>
          </a:p>
          <a:p>
            <a:r>
              <a:t>Measurement date: September 10, 2026. Assembly: September 24, 2026.</a:t>
            </a:r>
          </a:p>
          <a:p>
            <a:r>
              <a:t>Task README, data/source_status*.csv, and results/*.csv are the evidence. No live refresh; September 24 cluster policy changes are not applied retroactively.</a:t>
            </a:r>
          </a:p>
          <a:p>
            <a:r>
              <a:t>{</a:t>
            </a:r>
          </a:p>
          <a:p>
            <a:r>
              <a:t>  "experiment": "Researching new public Jira sources",</a:t>
            </a:r>
          </a:p>
          <a:p>
            <a:r>
              <a:t>  "task": "Identify additional public Jira repositories with accessible sprint, comment, and change-history data.",</a:t>
            </a:r>
          </a:p>
          <a:p>
            <a:r>
              <a:t>  "why": [</a:t>
            </a:r>
          </a:p>
          <a:p>
            <a:r>
              <a:t>    "Expand the research source pool beyond the existing configured repositories.",</a:t>
            </a:r>
          </a:p>
          <a:p>
            <a:r>
              <a:t>    "Check technical access before attempting a full collection.",</a:t>
            </a:r>
          </a:p>
          <a:p>
            <a:r>
              <a:t>    "Separate literal Story counts from broad non-bug pipeline candidates."</a:t>
            </a:r>
          </a:p>
          <a:p>
            <a:r>
              <a:t>  ],</a:t>
            </a:r>
          </a:p>
          <a:p>
            <a:r>
              <a:t>  "data": {</a:t>
            </a:r>
          </a:p>
          <a:p>
            <a:r>
              <a:t>    "old": {</a:t>
            </a:r>
          </a:p>
          <a:p>
            <a:r>
              <a:t>      "name": "Existing source catalog",</a:t>
            </a:r>
          </a:p>
          <a:p>
            <a:r>
              <a:t>      "metrics": {</a:t>
            </a:r>
          </a:p>
          <a:p>
            <a:r>
              <a:t>        "Catalog / shortlist size": "15",</a:t>
            </a:r>
          </a:p>
          <a:p>
            <a:r>
              <a:t>        "Pipeline-candidate count": "Not remeasured in this task",</a:t>
            </a:r>
          </a:p>
          <a:p>
            <a:r>
              <a:t>        "Source coverage": "Previously configured sources",</a:t>
            </a:r>
          </a:p>
          <a:p>
            <a:r>
              <a:t>        "Compatibility evidence": "Not retested in this task",</a:t>
            </a:r>
          </a:p>
          <a:p>
            <a:r>
              <a:t>        "Final accepted rows": "Not a new dataset collection"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"new": {</a:t>
            </a:r>
          </a:p>
          <a:p>
            <a:r>
              <a:t>      "name": "New sources (Sep 10)",</a:t>
            </a:r>
          </a:p>
          <a:p>
            <a:r>
              <a:t>      "metrics": {</a:t>
            </a:r>
          </a:p>
          <a:p>
            <a:r>
              <a:t>        "Catalog / shortlist size": "5 new sources",</a:t>
            </a:r>
          </a:p>
          <a:p>
            <a:r>
              <a:t>        "Pipeline-candidate count": "14,575 estimated",</a:t>
            </a:r>
          </a:p>
          <a:p>
            <a:r>
              <a:t>        "Source coverage": "Liferay, Percona, ONAP, Moodle, SonarSource",</a:t>
            </a:r>
          </a:p>
          <a:p>
            <a:r>
              <a:t>        "Compatibility evidence": "1 sampled issue per source",</a:t>
            </a:r>
          </a:p>
          <a:p>
            <a:r>
              <a:t>        "Final accepted rows": "Not measured"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"notes": [</a:t>
            </a:r>
          </a:p>
          <a:p>
            <a:r>
              <a:t>      "API estimates use the then-current Done + Sprint + GitHub-comment query.",</a:t>
            </a:r>
          </a:p>
          <a:p>
            <a:r>
              <a:t>      "Not directly comparable to the source-specific status rules in the time-chart tasks."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"results": {</a:t>
            </a:r>
          </a:p>
          <a:p>
            <a:r>
              <a:t>    "visual": "table",</a:t>
            </a:r>
          </a:p>
          <a:p>
            <a:r>
              <a:t>    "columns": [</a:t>
            </a:r>
          </a:p>
          <a:p>
            <a:r>
              <a:t>      "Repository",</a:t>
            </a:r>
          </a:p>
          <a:p>
            <a:r>
              <a:t>      "Literal stories",</a:t>
            </a:r>
          </a:p>
          <a:p>
            <a:r>
              <a:t>      "Stories with sprint",</a:t>
            </a:r>
          </a:p>
          <a:p>
            <a:r>
              <a:t>      "Pipeline candidates*",</a:t>
            </a:r>
          </a:p>
          <a:p>
            <a:r>
              <a:t>      "Sample API"</a:t>
            </a:r>
          </a:p>
          <a:p>
            <a:r>
              <a:t>    ],</a:t>
            </a:r>
          </a:p>
          <a:p>
            <a:r>
              <a:t>    "rows": [</a:t>
            </a:r>
          </a:p>
          <a:p>
            <a:r>
              <a:t>      [</a:t>
            </a:r>
          </a:p>
          <a:p>
            <a:r>
              <a:t>        "Liferay",</a:t>
            </a:r>
          </a:p>
          <a:p>
            <a:r>
              <a:t>        "24,841",</a:t>
            </a:r>
          </a:p>
          <a:p>
            <a:r>
              <a:t>        "6,227",</a:t>
            </a:r>
          </a:p>
          <a:p>
            <a:r>
              <a:t>        "10,629",</a:t>
            </a:r>
          </a:p>
          <a:p>
            <a:r>
              <a:t>        "Verified"</a:t>
            </a:r>
          </a:p>
          <a:p>
            <a:r>
              <a:t>      ],</a:t>
            </a:r>
          </a:p>
          <a:p>
            <a:r>
              <a:t>      [</a:t>
            </a:r>
          </a:p>
          <a:p>
            <a:r>
              <a:t>        "Percona",</a:t>
            </a:r>
          </a:p>
          <a:p>
            <a:r>
              <a:t>        "1,898",</a:t>
            </a:r>
          </a:p>
          <a:p>
            <a:r>
              <a:t>        "509",</a:t>
            </a:r>
          </a:p>
          <a:p>
            <a:r>
              <a:t>        "632",</a:t>
            </a:r>
          </a:p>
          <a:p>
            <a:r>
              <a:t>        "Verified"</a:t>
            </a:r>
          </a:p>
          <a:p>
            <a:r>
              <a:t>      ],</a:t>
            </a:r>
          </a:p>
          <a:p>
            <a:r>
              <a:t>      [</a:t>
            </a:r>
          </a:p>
          <a:p>
            <a:r>
              <a:t>        "ONAP",</a:t>
            </a:r>
          </a:p>
          <a:p>
            <a:r>
              <a:t>        "12,603",</a:t>
            </a:r>
          </a:p>
          <a:p>
            <a:r>
              <a:t>        "3,672",</a:t>
            </a:r>
          </a:p>
          <a:p>
            <a:r>
              <a:t>        "108",</a:t>
            </a:r>
          </a:p>
          <a:p>
            <a:r>
              <a:t>        "Verified"</a:t>
            </a:r>
          </a:p>
          <a:p>
            <a:r>
              <a:t>      ],</a:t>
            </a:r>
          </a:p>
          <a:p>
            <a:r>
              <a:t>      [</a:t>
            </a:r>
          </a:p>
          <a:p>
            <a:r>
              <a:t>        "Moodle",</a:t>
            </a:r>
          </a:p>
          <a:p>
            <a:r>
              <a:t>        "0",</a:t>
            </a:r>
          </a:p>
          <a:p>
            <a:r>
              <a:t>        "0",</a:t>
            </a:r>
          </a:p>
          <a:p>
            <a:r>
              <a:t>        "2,931",</a:t>
            </a:r>
          </a:p>
          <a:p>
            <a:r>
              <a:t>        "Verified"</a:t>
            </a:r>
          </a:p>
          <a:p>
            <a:r>
              <a:t>      ],</a:t>
            </a:r>
          </a:p>
          <a:p>
            <a:r>
              <a:t>      [</a:t>
            </a:r>
          </a:p>
          <a:p>
            <a:r>
              <a:t>        "SonarSource",</a:t>
            </a:r>
          </a:p>
          <a:p>
            <a:r>
              <a:t>        "0",</a:t>
            </a:r>
          </a:p>
          <a:p>
            <a:r>
              <a:t>        "0",</a:t>
            </a:r>
          </a:p>
          <a:p>
            <a:r>
              <a:t>        "275",</a:t>
            </a:r>
          </a:p>
          <a:p>
            <a:r>
              <a:t>        "Verified"</a:t>
            </a:r>
          </a:p>
          <a:p>
            <a:r>
              <a:t>      ]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"conclusions": {</a:t>
            </a:r>
          </a:p>
          <a:p>
            <a:r>
              <a:t>    "findings": [</a:t>
            </a:r>
          </a:p>
          <a:p>
            <a:r>
              <a:t>      "Five new public sources; estimated total 14,575 default-filter candidates.",</a:t>
            </a:r>
          </a:p>
          <a:p>
            <a:r>
              <a:t>      "All five passed field/search checks and one issue/comments/changelog sample.",</a:t>
            </a:r>
          </a:p>
          <a:p>
            <a:r>
              <a:t>      "Moodle and SonarSource have zero literal Story issues, but non-bug candidates exist."</a:t>
            </a:r>
          </a:p>
          <a:p>
            <a:r>
              <a:t>    ],</a:t>
            </a:r>
          </a:p>
          <a:p>
            <a:r>
              <a:t>    "next_steps": [</a:t>
            </a:r>
          </a:p>
          <a:p>
            <a:r>
              <a:t>      "September 10 shortlist: start with Liferay and Percona; inspect ONAP retention.",</a:t>
            </a:r>
          </a:p>
          <a:p>
            <a:r>
              <a:t>      "Run bounded enrichment before full collection.",</a:t>
            </a:r>
          </a:p>
          <a:p>
            <a:r>
              <a:t>      "Measure final eligibility and labels; sample access does not prove full coverage."</a:t>
            </a:r>
          </a:p>
          <a:p>
            <a:r>
              <a:t>    ]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task: research-new-public-jira-repositories</a:t>
            </a:r>
          </a:p>
          <a:p>
            <a:r>
              <a:t>Source root: /Users/yakovelmaleh/Library/CloudStorage/OneDrive-Microsoft/Desktop/Yakov/Master/Master</a:t>
            </a:r>
          </a:p>
          <a:p>
            <a:r>
              <a:t>Measurement date: September 10, 2026. Assembly: September 24, 2026.</a:t>
            </a:r>
          </a:p>
          <a:p>
            <a:r>
              <a:t>Task README, data/source_status*.csv, and results/*.csv are the evidence. No live refresh; September 24 cluster policy changes are not applied retroactively.</a:t>
            </a:r>
          </a:p>
          <a:p>
            <a:r>
              <a:t>{</a:t>
            </a:r>
          </a:p>
          <a:p>
            <a:r>
              <a:t>  "experiment": "Researching new public Jira sources",</a:t>
            </a:r>
          </a:p>
          <a:p>
            <a:r>
              <a:t>  "task": "Identify additional public Jira repositories with accessible sprint, comment, and change-history data.",</a:t>
            </a:r>
          </a:p>
          <a:p>
            <a:r>
              <a:t>  "why": [</a:t>
            </a:r>
          </a:p>
          <a:p>
            <a:r>
              <a:t>    "Expand the research source pool beyond the existing configured repositories.",</a:t>
            </a:r>
          </a:p>
          <a:p>
            <a:r>
              <a:t>    "Check technical access before attempting a full collection.",</a:t>
            </a:r>
          </a:p>
          <a:p>
            <a:r>
              <a:t>    "Separate literal Story counts from broad non-bug pipeline candidates."</a:t>
            </a:r>
          </a:p>
          <a:p>
            <a:r>
              <a:t>  ],</a:t>
            </a:r>
          </a:p>
          <a:p>
            <a:r>
              <a:t>  "data": {</a:t>
            </a:r>
          </a:p>
          <a:p>
            <a:r>
              <a:t>    "old": {</a:t>
            </a:r>
          </a:p>
          <a:p>
            <a:r>
              <a:t>      "name": "Existing source catalog",</a:t>
            </a:r>
          </a:p>
          <a:p>
            <a:r>
              <a:t>      "metrics": {</a:t>
            </a:r>
          </a:p>
          <a:p>
            <a:r>
              <a:t>        "Catalog / shortlist size": "15",</a:t>
            </a:r>
          </a:p>
          <a:p>
            <a:r>
              <a:t>        "Pipeline-candidate count": "Not remeasured in this task",</a:t>
            </a:r>
          </a:p>
          <a:p>
            <a:r>
              <a:t>        "Source coverage": "Previously configured sources",</a:t>
            </a:r>
          </a:p>
          <a:p>
            <a:r>
              <a:t>        "Compatibility evidence": "Not retested in this task",</a:t>
            </a:r>
          </a:p>
          <a:p>
            <a:r>
              <a:t>        "Final accepted rows": "Not a new dataset collection"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"new": {</a:t>
            </a:r>
          </a:p>
          <a:p>
            <a:r>
              <a:t>      "name": "New sources (Sep 10)",</a:t>
            </a:r>
          </a:p>
          <a:p>
            <a:r>
              <a:t>      "metrics": {</a:t>
            </a:r>
          </a:p>
          <a:p>
            <a:r>
              <a:t>        "Catalog / shortlist size": "5 new sources",</a:t>
            </a:r>
          </a:p>
          <a:p>
            <a:r>
              <a:t>        "Pipeline-candidate count": "14,575 estimated",</a:t>
            </a:r>
          </a:p>
          <a:p>
            <a:r>
              <a:t>        "Source coverage": "Liferay, Percona, ONAP, Moodle, SonarSource",</a:t>
            </a:r>
          </a:p>
          <a:p>
            <a:r>
              <a:t>        "Compatibility evidence": "1 sampled issue per source",</a:t>
            </a:r>
          </a:p>
          <a:p>
            <a:r>
              <a:t>        "Final accepted rows": "Not measured"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"notes": [</a:t>
            </a:r>
          </a:p>
          <a:p>
            <a:r>
              <a:t>      "API estimates use the then-current Done + Sprint + GitHub-comment query.",</a:t>
            </a:r>
          </a:p>
          <a:p>
            <a:r>
              <a:t>      "Not directly comparable to the source-specific status rules in the time-chart tasks."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"results": {</a:t>
            </a:r>
          </a:p>
          <a:p>
            <a:r>
              <a:t>    "visual": "table",</a:t>
            </a:r>
          </a:p>
          <a:p>
            <a:r>
              <a:t>    "columns": [</a:t>
            </a:r>
          </a:p>
          <a:p>
            <a:r>
              <a:t>      "Repository",</a:t>
            </a:r>
          </a:p>
          <a:p>
            <a:r>
              <a:t>      "Literal stories",</a:t>
            </a:r>
          </a:p>
          <a:p>
            <a:r>
              <a:t>      "Stories with sprint",</a:t>
            </a:r>
          </a:p>
          <a:p>
            <a:r>
              <a:t>      "Pipeline candidates*",</a:t>
            </a:r>
          </a:p>
          <a:p>
            <a:r>
              <a:t>      "Sample API"</a:t>
            </a:r>
          </a:p>
          <a:p>
            <a:r>
              <a:t>    ],</a:t>
            </a:r>
          </a:p>
          <a:p>
            <a:r>
              <a:t>    "rows": [</a:t>
            </a:r>
          </a:p>
          <a:p>
            <a:r>
              <a:t>      [</a:t>
            </a:r>
          </a:p>
          <a:p>
            <a:r>
              <a:t>        "Liferay",</a:t>
            </a:r>
          </a:p>
          <a:p>
            <a:r>
              <a:t>        "24,841",</a:t>
            </a:r>
          </a:p>
          <a:p>
            <a:r>
              <a:t>        "6,227",</a:t>
            </a:r>
          </a:p>
          <a:p>
            <a:r>
              <a:t>        "10,629",</a:t>
            </a:r>
          </a:p>
          <a:p>
            <a:r>
              <a:t>        "Verified"</a:t>
            </a:r>
          </a:p>
          <a:p>
            <a:r>
              <a:t>      ],</a:t>
            </a:r>
          </a:p>
          <a:p>
            <a:r>
              <a:t>      [</a:t>
            </a:r>
          </a:p>
          <a:p>
            <a:r>
              <a:t>        "Percona",</a:t>
            </a:r>
          </a:p>
          <a:p>
            <a:r>
              <a:t>        "1,898",</a:t>
            </a:r>
          </a:p>
          <a:p>
            <a:r>
              <a:t>        "509",</a:t>
            </a:r>
          </a:p>
          <a:p>
            <a:r>
              <a:t>        "632",</a:t>
            </a:r>
          </a:p>
          <a:p>
            <a:r>
              <a:t>        "Verified"</a:t>
            </a:r>
          </a:p>
          <a:p>
            <a:r>
              <a:t>      ],</a:t>
            </a:r>
          </a:p>
          <a:p>
            <a:r>
              <a:t>      [</a:t>
            </a:r>
          </a:p>
          <a:p>
            <a:r>
              <a:t>        "ONAP",</a:t>
            </a:r>
          </a:p>
          <a:p>
            <a:r>
              <a:t>        "12,603",</a:t>
            </a:r>
          </a:p>
          <a:p>
            <a:r>
              <a:t>        "3,672",</a:t>
            </a:r>
          </a:p>
          <a:p>
            <a:r>
              <a:t>        "108",</a:t>
            </a:r>
          </a:p>
          <a:p>
            <a:r>
              <a:t>        "Verified"</a:t>
            </a:r>
          </a:p>
          <a:p>
            <a:r>
              <a:t>      ],</a:t>
            </a:r>
          </a:p>
          <a:p>
            <a:r>
              <a:t>      [</a:t>
            </a:r>
          </a:p>
          <a:p>
            <a:r>
              <a:t>        "Moodle",</a:t>
            </a:r>
          </a:p>
          <a:p>
            <a:r>
              <a:t>        "0",</a:t>
            </a:r>
          </a:p>
          <a:p>
            <a:r>
              <a:t>        "0",</a:t>
            </a:r>
          </a:p>
          <a:p>
            <a:r>
              <a:t>        "2,931",</a:t>
            </a:r>
          </a:p>
          <a:p>
            <a:r>
              <a:t>        "Verified"</a:t>
            </a:r>
          </a:p>
          <a:p>
            <a:r>
              <a:t>      ],</a:t>
            </a:r>
          </a:p>
          <a:p>
            <a:r>
              <a:t>      [</a:t>
            </a:r>
          </a:p>
          <a:p>
            <a:r>
              <a:t>        "SonarSource",</a:t>
            </a:r>
          </a:p>
          <a:p>
            <a:r>
              <a:t>        "0",</a:t>
            </a:r>
          </a:p>
          <a:p>
            <a:r>
              <a:t>        "0",</a:t>
            </a:r>
          </a:p>
          <a:p>
            <a:r>
              <a:t>        "275",</a:t>
            </a:r>
          </a:p>
          <a:p>
            <a:r>
              <a:t>        "Verified"</a:t>
            </a:r>
          </a:p>
          <a:p>
            <a:r>
              <a:t>      ]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"conclusions": {</a:t>
            </a:r>
          </a:p>
          <a:p>
            <a:r>
              <a:t>    "findings": [</a:t>
            </a:r>
          </a:p>
          <a:p>
            <a:r>
              <a:t>      "Five new public sources; estimated total 14,575 default-filter candidates.",</a:t>
            </a:r>
          </a:p>
          <a:p>
            <a:r>
              <a:t>      "All five passed field/search checks and one issue/comments/changelog sample.",</a:t>
            </a:r>
          </a:p>
          <a:p>
            <a:r>
              <a:t>      "Moodle and SonarSource have zero literal Story issues, but non-bug candidates exist."</a:t>
            </a:r>
          </a:p>
          <a:p>
            <a:r>
              <a:t>    ],</a:t>
            </a:r>
          </a:p>
          <a:p>
            <a:r>
              <a:t>    "next_steps": [</a:t>
            </a:r>
          </a:p>
          <a:p>
            <a:r>
              <a:t>      "September 10 shortlist: start with Liferay and Percona; inspect ONAP retention.",</a:t>
            </a:r>
          </a:p>
          <a:p>
            <a:r>
              <a:t>      "Run bounded enrichment before full collection.",</a:t>
            </a:r>
          </a:p>
          <a:p>
            <a:r>
              <a:t>      "Measure final eligibility and labels; sample access does not prove full coverage."</a:t>
            </a:r>
          </a:p>
          <a:p>
            <a:r>
              <a:t>    ]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task: research-new-public-jira-repositories</a:t>
            </a:r>
          </a:p>
          <a:p>
            <a:r>
              <a:t>Source root: /Users/yakovelmaleh/Library/CloudStorage/OneDrive-Microsoft/Desktop/Yakov/Master/Master</a:t>
            </a:r>
          </a:p>
          <a:p>
            <a:r>
              <a:t>Measurement date: September 10, 2026. Assembly: September 24, 2026.</a:t>
            </a:r>
          </a:p>
          <a:p>
            <a:r>
              <a:t>Task README, data/source_status*.csv, and results/*.csv are the evidence. No live refresh; September 24 cluster policy changes are not applied retroactively.</a:t>
            </a:r>
          </a:p>
          <a:p>
            <a:r>
              <a:t>{</a:t>
            </a:r>
          </a:p>
          <a:p>
            <a:r>
              <a:t>  "experiment": "Researching new public Jira sources",</a:t>
            </a:r>
          </a:p>
          <a:p>
            <a:r>
              <a:t>  "task": "Identify additional public Jira repositories with accessible sprint, comment, and change-history data.",</a:t>
            </a:r>
          </a:p>
          <a:p>
            <a:r>
              <a:t>  "why": [</a:t>
            </a:r>
          </a:p>
          <a:p>
            <a:r>
              <a:t>    "Expand the research source pool beyond the existing configured repositories.",</a:t>
            </a:r>
          </a:p>
          <a:p>
            <a:r>
              <a:t>    "Check technical access before attempting a full collection.",</a:t>
            </a:r>
          </a:p>
          <a:p>
            <a:r>
              <a:t>    "Separate literal Story counts from broad non-bug pipeline candidates."</a:t>
            </a:r>
          </a:p>
          <a:p>
            <a:r>
              <a:t>  ],</a:t>
            </a:r>
          </a:p>
          <a:p>
            <a:r>
              <a:t>  "data": {</a:t>
            </a:r>
          </a:p>
          <a:p>
            <a:r>
              <a:t>    "old": {</a:t>
            </a:r>
          </a:p>
          <a:p>
            <a:r>
              <a:t>      "name": "Existing source catalog",</a:t>
            </a:r>
          </a:p>
          <a:p>
            <a:r>
              <a:t>      "metrics": {</a:t>
            </a:r>
          </a:p>
          <a:p>
            <a:r>
              <a:t>        "Catalog / shortlist size": "15",</a:t>
            </a:r>
          </a:p>
          <a:p>
            <a:r>
              <a:t>        "Pipeline-candidate count": "Not remeasured in this task",</a:t>
            </a:r>
          </a:p>
          <a:p>
            <a:r>
              <a:t>        "Source coverage": "Previously configured sources",</a:t>
            </a:r>
          </a:p>
          <a:p>
            <a:r>
              <a:t>        "Compatibility evidence": "Not retested in this task",</a:t>
            </a:r>
          </a:p>
          <a:p>
            <a:r>
              <a:t>        "Final accepted rows": "Not a new dataset collection"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"new": {</a:t>
            </a:r>
          </a:p>
          <a:p>
            <a:r>
              <a:t>      "name": "New sources (Sep 10)",</a:t>
            </a:r>
          </a:p>
          <a:p>
            <a:r>
              <a:t>      "metrics": {</a:t>
            </a:r>
          </a:p>
          <a:p>
            <a:r>
              <a:t>        "Catalog / shortlist size": "5 new sources",</a:t>
            </a:r>
          </a:p>
          <a:p>
            <a:r>
              <a:t>        "Pipeline-candidate count": "14,575 estimated",</a:t>
            </a:r>
          </a:p>
          <a:p>
            <a:r>
              <a:t>        "Source coverage": "Liferay, Percona, ONAP, Moodle, SonarSource",</a:t>
            </a:r>
          </a:p>
          <a:p>
            <a:r>
              <a:t>        "Compatibility evidence": "1 sampled issue per source",</a:t>
            </a:r>
          </a:p>
          <a:p>
            <a:r>
              <a:t>        "Final accepted rows": "Not measured"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"notes": [</a:t>
            </a:r>
          </a:p>
          <a:p>
            <a:r>
              <a:t>      "API estimates use the then-current Done + Sprint + GitHub-comment query.",</a:t>
            </a:r>
          </a:p>
          <a:p>
            <a:r>
              <a:t>      "Not directly comparable to the source-specific status rules in the time-chart tasks."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"results": {</a:t>
            </a:r>
          </a:p>
          <a:p>
            <a:r>
              <a:t>    "visual": "table",</a:t>
            </a:r>
          </a:p>
          <a:p>
            <a:r>
              <a:t>    "columns": [</a:t>
            </a:r>
          </a:p>
          <a:p>
            <a:r>
              <a:t>      "Repository",</a:t>
            </a:r>
          </a:p>
          <a:p>
            <a:r>
              <a:t>      "Literal stories",</a:t>
            </a:r>
          </a:p>
          <a:p>
            <a:r>
              <a:t>      "Stories with sprint",</a:t>
            </a:r>
          </a:p>
          <a:p>
            <a:r>
              <a:t>      "Pipeline candidates*",</a:t>
            </a:r>
          </a:p>
          <a:p>
            <a:r>
              <a:t>      "Sample API"</a:t>
            </a:r>
          </a:p>
          <a:p>
            <a:r>
              <a:t>    ],</a:t>
            </a:r>
          </a:p>
          <a:p>
            <a:r>
              <a:t>    "rows": [</a:t>
            </a:r>
          </a:p>
          <a:p>
            <a:r>
              <a:t>      [</a:t>
            </a:r>
          </a:p>
          <a:p>
            <a:r>
              <a:t>        "Liferay",</a:t>
            </a:r>
          </a:p>
          <a:p>
            <a:r>
              <a:t>        "24,841",</a:t>
            </a:r>
          </a:p>
          <a:p>
            <a:r>
              <a:t>        "6,227",</a:t>
            </a:r>
          </a:p>
          <a:p>
            <a:r>
              <a:t>        "10,629",</a:t>
            </a:r>
          </a:p>
          <a:p>
            <a:r>
              <a:t>        "Verified"</a:t>
            </a:r>
          </a:p>
          <a:p>
            <a:r>
              <a:t>      ],</a:t>
            </a:r>
          </a:p>
          <a:p>
            <a:r>
              <a:t>      [</a:t>
            </a:r>
          </a:p>
          <a:p>
            <a:r>
              <a:t>        "Percona",</a:t>
            </a:r>
          </a:p>
          <a:p>
            <a:r>
              <a:t>        "1,898",</a:t>
            </a:r>
          </a:p>
          <a:p>
            <a:r>
              <a:t>        "509",</a:t>
            </a:r>
          </a:p>
          <a:p>
            <a:r>
              <a:t>        "632",</a:t>
            </a:r>
          </a:p>
          <a:p>
            <a:r>
              <a:t>        "Verified"</a:t>
            </a:r>
          </a:p>
          <a:p>
            <a:r>
              <a:t>      ],</a:t>
            </a:r>
          </a:p>
          <a:p>
            <a:r>
              <a:t>      [</a:t>
            </a:r>
          </a:p>
          <a:p>
            <a:r>
              <a:t>        "ONAP",</a:t>
            </a:r>
          </a:p>
          <a:p>
            <a:r>
              <a:t>        "12,603",</a:t>
            </a:r>
          </a:p>
          <a:p>
            <a:r>
              <a:t>        "3,672",</a:t>
            </a:r>
          </a:p>
          <a:p>
            <a:r>
              <a:t>        "108",</a:t>
            </a:r>
          </a:p>
          <a:p>
            <a:r>
              <a:t>        "Verified"</a:t>
            </a:r>
          </a:p>
          <a:p>
            <a:r>
              <a:t>      ],</a:t>
            </a:r>
          </a:p>
          <a:p>
            <a:r>
              <a:t>      [</a:t>
            </a:r>
          </a:p>
          <a:p>
            <a:r>
              <a:t>        "Moodle",</a:t>
            </a:r>
          </a:p>
          <a:p>
            <a:r>
              <a:t>        "0",</a:t>
            </a:r>
          </a:p>
          <a:p>
            <a:r>
              <a:t>        "0",</a:t>
            </a:r>
          </a:p>
          <a:p>
            <a:r>
              <a:t>        "2,931",</a:t>
            </a:r>
          </a:p>
          <a:p>
            <a:r>
              <a:t>        "Verified"</a:t>
            </a:r>
          </a:p>
          <a:p>
            <a:r>
              <a:t>      ],</a:t>
            </a:r>
          </a:p>
          <a:p>
            <a:r>
              <a:t>      [</a:t>
            </a:r>
          </a:p>
          <a:p>
            <a:r>
              <a:t>        "SonarSource",</a:t>
            </a:r>
          </a:p>
          <a:p>
            <a:r>
              <a:t>        "0",</a:t>
            </a:r>
          </a:p>
          <a:p>
            <a:r>
              <a:t>        "0",</a:t>
            </a:r>
          </a:p>
          <a:p>
            <a:r>
              <a:t>        "275",</a:t>
            </a:r>
          </a:p>
          <a:p>
            <a:r>
              <a:t>        "Verified"</a:t>
            </a:r>
          </a:p>
          <a:p>
            <a:r>
              <a:t>      ]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"conclusions": {</a:t>
            </a:r>
          </a:p>
          <a:p>
            <a:r>
              <a:t>    "findings": [</a:t>
            </a:r>
          </a:p>
          <a:p>
            <a:r>
              <a:t>      "Five new public sources; estimated total 14,575 default-filter candidates.",</a:t>
            </a:r>
          </a:p>
          <a:p>
            <a:r>
              <a:t>      "All five passed field/search checks and one issue/comments/changelog sample.",</a:t>
            </a:r>
          </a:p>
          <a:p>
            <a:r>
              <a:t>      "Moodle and SonarSource have zero literal Story issues, but non-bug candidates exist."</a:t>
            </a:r>
          </a:p>
          <a:p>
            <a:r>
              <a:t>    ],</a:t>
            </a:r>
          </a:p>
          <a:p>
            <a:r>
              <a:t>    "next_steps": [</a:t>
            </a:r>
          </a:p>
          <a:p>
            <a:r>
              <a:t>      "September 10 shortlist: start with Liferay and Percona; inspect ONAP retention.",</a:t>
            </a:r>
          </a:p>
          <a:p>
            <a:r>
              <a:t>      "Run bounded enrichment before full collection.",</a:t>
            </a:r>
          </a:p>
          <a:p>
            <a:r>
              <a:t>      "Measure final eligibility and labels; sample access does not prove full coverage."</a:t>
            </a:r>
          </a:p>
          <a:p>
            <a:r>
              <a:t>    ]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task: research-new-public-jira-repositories</a:t>
            </a:r>
          </a:p>
          <a:p>
            <a:r>
              <a:t>Source root: /Users/yakovelmaleh/Library/CloudStorage/OneDrive-Microsoft/Desktop/Yakov/Master/Master</a:t>
            </a:r>
          </a:p>
          <a:p>
            <a:r>
              <a:t>Measurement date: September 10, 2026. Assembly: September 24, 2026.</a:t>
            </a:r>
          </a:p>
          <a:p>
            <a:r>
              <a:t>Task README, data/source_status*.csv, and results/*.csv are the evidence. No live refresh; September 24 cluster policy changes are not applied retroactively.</a:t>
            </a:r>
          </a:p>
          <a:p>
            <a:r>
              <a:t>{</a:t>
            </a:r>
          </a:p>
          <a:p>
            <a:r>
              <a:t>  "experiment": "Researching new public Jira sources",</a:t>
            </a:r>
          </a:p>
          <a:p>
            <a:r>
              <a:t>  "task": "Identify additional public Jira repositories with accessible sprint, comment, and change-history data.",</a:t>
            </a:r>
          </a:p>
          <a:p>
            <a:r>
              <a:t>  "why": [</a:t>
            </a:r>
          </a:p>
          <a:p>
            <a:r>
              <a:t>    "Expand the research source pool beyond the existing configured repositories.",</a:t>
            </a:r>
          </a:p>
          <a:p>
            <a:r>
              <a:t>    "Check technical access before attempting a full collection.",</a:t>
            </a:r>
          </a:p>
          <a:p>
            <a:r>
              <a:t>    "Separate literal Story counts from broad non-bug pipeline candidates."</a:t>
            </a:r>
          </a:p>
          <a:p>
            <a:r>
              <a:t>  ],</a:t>
            </a:r>
          </a:p>
          <a:p>
            <a:r>
              <a:t>  "data": {</a:t>
            </a:r>
          </a:p>
          <a:p>
            <a:r>
              <a:t>    "old": {</a:t>
            </a:r>
          </a:p>
          <a:p>
            <a:r>
              <a:t>      "name": "Existing source catalog",</a:t>
            </a:r>
          </a:p>
          <a:p>
            <a:r>
              <a:t>      "metrics": {</a:t>
            </a:r>
          </a:p>
          <a:p>
            <a:r>
              <a:t>        "Catalog / shortlist size": "15",</a:t>
            </a:r>
          </a:p>
          <a:p>
            <a:r>
              <a:t>        "Pipeline-candidate count": "Not remeasured in this task",</a:t>
            </a:r>
          </a:p>
          <a:p>
            <a:r>
              <a:t>        "Source coverage": "Previously configured sources",</a:t>
            </a:r>
          </a:p>
          <a:p>
            <a:r>
              <a:t>        "Compatibility evidence": "Not retested in this task",</a:t>
            </a:r>
          </a:p>
          <a:p>
            <a:r>
              <a:t>        "Final accepted rows": "Not a new dataset collection"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"new": {</a:t>
            </a:r>
          </a:p>
          <a:p>
            <a:r>
              <a:t>      "name": "New sources (Sep 10)",</a:t>
            </a:r>
          </a:p>
          <a:p>
            <a:r>
              <a:t>      "metrics": {</a:t>
            </a:r>
          </a:p>
          <a:p>
            <a:r>
              <a:t>        "Catalog / shortlist size": "5 new sources",</a:t>
            </a:r>
          </a:p>
          <a:p>
            <a:r>
              <a:t>        "Pipeline-candidate count": "14,575 estimated",</a:t>
            </a:r>
          </a:p>
          <a:p>
            <a:r>
              <a:t>        "Source coverage": "Liferay, Percona, ONAP, Moodle, SonarSource",</a:t>
            </a:r>
          </a:p>
          <a:p>
            <a:r>
              <a:t>        "Compatibility evidence": "1 sampled issue per source",</a:t>
            </a:r>
          </a:p>
          <a:p>
            <a:r>
              <a:t>        "Final accepted rows": "Not measured"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"notes": [</a:t>
            </a:r>
          </a:p>
          <a:p>
            <a:r>
              <a:t>      "API estimates use the then-current Done + Sprint + GitHub-comment query.",</a:t>
            </a:r>
          </a:p>
          <a:p>
            <a:r>
              <a:t>      "Not directly comparable to the source-specific status rules in the time-chart tasks."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"results": {</a:t>
            </a:r>
          </a:p>
          <a:p>
            <a:r>
              <a:t>    "visual": "table",</a:t>
            </a:r>
          </a:p>
          <a:p>
            <a:r>
              <a:t>    "columns": [</a:t>
            </a:r>
          </a:p>
          <a:p>
            <a:r>
              <a:t>      "Repository",</a:t>
            </a:r>
          </a:p>
          <a:p>
            <a:r>
              <a:t>      "Literal stories",</a:t>
            </a:r>
          </a:p>
          <a:p>
            <a:r>
              <a:t>      "Stories with sprint",</a:t>
            </a:r>
          </a:p>
          <a:p>
            <a:r>
              <a:t>      "Pipeline candidates*",</a:t>
            </a:r>
          </a:p>
          <a:p>
            <a:r>
              <a:t>      "Sample API"</a:t>
            </a:r>
          </a:p>
          <a:p>
            <a:r>
              <a:t>    ],</a:t>
            </a:r>
          </a:p>
          <a:p>
            <a:r>
              <a:t>    "rows": [</a:t>
            </a:r>
          </a:p>
          <a:p>
            <a:r>
              <a:t>      [</a:t>
            </a:r>
          </a:p>
          <a:p>
            <a:r>
              <a:t>        "Liferay",</a:t>
            </a:r>
          </a:p>
          <a:p>
            <a:r>
              <a:t>        "24,841",</a:t>
            </a:r>
          </a:p>
          <a:p>
            <a:r>
              <a:t>        "6,227",</a:t>
            </a:r>
          </a:p>
          <a:p>
            <a:r>
              <a:t>        "10,629",</a:t>
            </a:r>
          </a:p>
          <a:p>
            <a:r>
              <a:t>        "Verified"</a:t>
            </a:r>
          </a:p>
          <a:p>
            <a:r>
              <a:t>      ],</a:t>
            </a:r>
          </a:p>
          <a:p>
            <a:r>
              <a:t>      [</a:t>
            </a:r>
          </a:p>
          <a:p>
            <a:r>
              <a:t>        "Percona",</a:t>
            </a:r>
          </a:p>
          <a:p>
            <a:r>
              <a:t>        "1,898",</a:t>
            </a:r>
          </a:p>
          <a:p>
            <a:r>
              <a:t>        "509",</a:t>
            </a:r>
          </a:p>
          <a:p>
            <a:r>
              <a:t>        "632",</a:t>
            </a:r>
          </a:p>
          <a:p>
            <a:r>
              <a:t>        "Verified"</a:t>
            </a:r>
          </a:p>
          <a:p>
            <a:r>
              <a:t>      ],</a:t>
            </a:r>
          </a:p>
          <a:p>
            <a:r>
              <a:t>      [</a:t>
            </a:r>
          </a:p>
          <a:p>
            <a:r>
              <a:t>        "ONAP",</a:t>
            </a:r>
          </a:p>
          <a:p>
            <a:r>
              <a:t>        "12,603",</a:t>
            </a:r>
          </a:p>
          <a:p>
            <a:r>
              <a:t>        "3,672",</a:t>
            </a:r>
          </a:p>
          <a:p>
            <a:r>
              <a:t>        "108",</a:t>
            </a:r>
          </a:p>
          <a:p>
            <a:r>
              <a:t>        "Verified"</a:t>
            </a:r>
          </a:p>
          <a:p>
            <a:r>
              <a:t>      ],</a:t>
            </a:r>
          </a:p>
          <a:p>
            <a:r>
              <a:t>      [</a:t>
            </a:r>
          </a:p>
          <a:p>
            <a:r>
              <a:t>        "Moodle",</a:t>
            </a:r>
          </a:p>
          <a:p>
            <a:r>
              <a:t>        "0",</a:t>
            </a:r>
          </a:p>
          <a:p>
            <a:r>
              <a:t>        "0",</a:t>
            </a:r>
          </a:p>
          <a:p>
            <a:r>
              <a:t>        "2,931",</a:t>
            </a:r>
          </a:p>
          <a:p>
            <a:r>
              <a:t>        "Verified"</a:t>
            </a:r>
          </a:p>
          <a:p>
            <a:r>
              <a:t>      ],</a:t>
            </a:r>
          </a:p>
          <a:p>
            <a:r>
              <a:t>      [</a:t>
            </a:r>
          </a:p>
          <a:p>
            <a:r>
              <a:t>        "SonarSource",</a:t>
            </a:r>
          </a:p>
          <a:p>
            <a:r>
              <a:t>        "0",</a:t>
            </a:r>
          </a:p>
          <a:p>
            <a:r>
              <a:t>        "0",</a:t>
            </a:r>
          </a:p>
          <a:p>
            <a:r>
              <a:t>        "275",</a:t>
            </a:r>
          </a:p>
          <a:p>
            <a:r>
              <a:t>        "Verified"</a:t>
            </a:r>
          </a:p>
          <a:p>
            <a:r>
              <a:t>      ]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"conclusions": {</a:t>
            </a:r>
          </a:p>
          <a:p>
            <a:r>
              <a:t>    "findings": [</a:t>
            </a:r>
          </a:p>
          <a:p>
            <a:r>
              <a:t>      "Five new public sources; estimated total 14,575 default-filter candidates.",</a:t>
            </a:r>
          </a:p>
          <a:p>
            <a:r>
              <a:t>      "All five passed field/search checks and one issue/comments/changelog sample.",</a:t>
            </a:r>
          </a:p>
          <a:p>
            <a:r>
              <a:t>      "Moodle and SonarSource have zero literal Story issues, but non-bug candidates exist."</a:t>
            </a:r>
          </a:p>
          <a:p>
            <a:r>
              <a:t>    ],</a:t>
            </a:r>
          </a:p>
          <a:p>
            <a:r>
              <a:t>    "next_steps": [</a:t>
            </a:r>
          </a:p>
          <a:p>
            <a:r>
              <a:t>      "September 10 shortlist: start with Liferay and Percona; inspect ONAP retention.",</a:t>
            </a:r>
          </a:p>
          <a:p>
            <a:r>
              <a:t>      "Run bounded enrichment before full collection.",</a:t>
            </a:r>
          </a:p>
          <a:p>
            <a:r>
              <a:t>      "Measure final eligibility and labels; sample access does not prove full coverage."</a:t>
            </a:r>
          </a:p>
          <a:p>
            <a:r>
              <a:t>    ]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https://github.com/yakovelmaleh/Master/pull/357</a:t>
            </a:r>
          </a:p>
          <a:p>
            <a:r>
              <a:t>Artifact commit: 028b4e40f81ce29f00ae561f795a6df8a52adb7b</a:t>
            </a:r>
          </a:p>
          <a:p>
            <a:r>
              <a:t>Bundle: Tasks/task-summaries/validate-refactored-model-per-dataset-20260927-134055</a:t>
            </a:r>
          </a:p>
          <a:p>
            <a:r>
              <a:t>Cluster run: 20260924-212251-041726; appended September 27, 2026.</a:t>
            </a:r>
          </a:p>
          <a:p>
            <a:r>
              <a:t>RESULTS.csv provides 144 reported test metrics. split_manifest.json supplies partition counts and policies. These scores were aggregated, not recomputed from individual predictions. All project/model/level cases receive equal macro weight.</a:t>
            </a:r>
          </a:p>
          <a:p>
            <a:r>
              <a:t>{</a:t>
            </a:r>
          </a:p>
          <a:p>
            <a:r>
              <a:t>  "totals": {</a:t>
            </a:r>
          </a:p>
          <a:p>
            <a:r>
              <a:t>    "train": 14290,</a:t>
            </a:r>
          </a:p>
          <a:p>
            <a:r>
              <a:t>    "validation": 4762,</a:t>
            </a:r>
          </a:p>
          <a:p>
            <a:r>
              <a:t>    "test": 4770</a:t>
            </a:r>
          </a:p>
          <a:p>
            <a:r>
              <a:t>  },</a:t>
            </a:r>
          </a:p>
          <a:p>
            <a:r>
              <a:t>  "macro_results": [</a:t>
            </a:r>
          </a:p>
          <a:p>
            <a:r>
              <a:t>    [</a:t>
            </a:r>
          </a:p>
          <a:p>
            <a:r>
              <a:t>      "RF",</a:t>
            </a:r>
          </a:p>
          <a:p>
            <a:r>
              <a:t>      "5",</a:t>
            </a:r>
          </a:p>
          <a:p>
            <a:r>
              <a:t>      "0.2776",</a:t>
            </a:r>
          </a:p>
          <a:p>
            <a:r>
              <a:t>      "0.2661",</a:t>
            </a:r>
          </a:p>
          <a:p>
            <a:r>
              <a:t>      "-0.0115"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"RF",</a:t>
            </a:r>
          </a:p>
          <a:p>
            <a:r>
              <a:t>      "10",</a:t>
            </a:r>
          </a:p>
          <a:p>
            <a:r>
              <a:t>      "0.2387",</a:t>
            </a:r>
          </a:p>
          <a:p>
            <a:r>
              <a:t>      "0.2249",</a:t>
            </a:r>
          </a:p>
          <a:p>
            <a:r>
              <a:t>      "-0.0138"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"RF",</a:t>
            </a:r>
          </a:p>
          <a:p>
            <a:r>
              <a:t>      "15",</a:t>
            </a:r>
          </a:p>
          <a:p>
            <a:r>
              <a:t>      "0.2114",</a:t>
            </a:r>
          </a:p>
          <a:p>
            <a:r>
              <a:t>      "0.1985",</a:t>
            </a:r>
          </a:p>
          <a:p>
            <a:r>
              <a:t>      "-0.0130"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"RF",</a:t>
            </a:r>
          </a:p>
          <a:p>
            <a:r>
              <a:t>      "20",</a:t>
            </a:r>
          </a:p>
          <a:p>
            <a:r>
              <a:t>      "0.1420",</a:t>
            </a:r>
          </a:p>
          <a:p>
            <a:r>
              <a:t>      "0.1505",</a:t>
            </a:r>
          </a:p>
          <a:p>
            <a:r>
              <a:t>      "+0.0085"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"Legacy boosting",</a:t>
            </a:r>
          </a:p>
          <a:p>
            <a:r>
              <a:t>      "5",</a:t>
            </a:r>
          </a:p>
          <a:p>
            <a:r>
              <a:t>      "0.2704",</a:t>
            </a:r>
          </a:p>
          <a:p>
            <a:r>
              <a:t>      "0.2577",</a:t>
            </a:r>
          </a:p>
          <a:p>
            <a:r>
              <a:t>      "-0.0126"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"Legacy boosting",</a:t>
            </a:r>
          </a:p>
          <a:p>
            <a:r>
              <a:t>      "10",</a:t>
            </a:r>
          </a:p>
          <a:p>
            <a:r>
              <a:t>      "0.2428",</a:t>
            </a:r>
          </a:p>
          <a:p>
            <a:r>
              <a:t>      "0.2304",</a:t>
            </a:r>
          </a:p>
          <a:p>
            <a:r>
              <a:t>      "-0.0125"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"Legacy boosting",</a:t>
            </a:r>
          </a:p>
          <a:p>
            <a:r>
              <a:t>      "15",</a:t>
            </a:r>
          </a:p>
          <a:p>
            <a:r>
              <a:t>      "0.2309",</a:t>
            </a:r>
          </a:p>
          <a:p>
            <a:r>
              <a:t>      "0.2051",</a:t>
            </a:r>
          </a:p>
          <a:p>
            <a:r>
              <a:t>      "-0.0258"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"Legacy boosting",</a:t>
            </a:r>
          </a:p>
          <a:p>
            <a:r>
              <a:t>      "20",</a:t>
            </a:r>
          </a:p>
          <a:p>
            <a:r>
              <a:t>      "0.1611",</a:t>
            </a:r>
          </a:p>
          <a:p>
            <a:r>
              <a:t>      "0.1381",</a:t>
            </a:r>
          </a:p>
          <a:p>
            <a:r>
              <a:t>      "-0.0230"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"NN",</a:t>
            </a:r>
          </a:p>
          <a:p>
            <a:r>
              <a:t>      "5",</a:t>
            </a:r>
          </a:p>
          <a:p>
            <a:r>
              <a:t>      "0.2512",</a:t>
            </a:r>
          </a:p>
          <a:p>
            <a:r>
              <a:t>      "0.2663",</a:t>
            </a:r>
          </a:p>
          <a:p>
            <a:r>
              <a:t>      "+0.0151"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"NN",</a:t>
            </a:r>
          </a:p>
          <a:p>
            <a:r>
              <a:t>      "10",</a:t>
            </a:r>
          </a:p>
          <a:p>
            <a:r>
              <a:t>      "0.2321",</a:t>
            </a:r>
          </a:p>
          <a:p>
            <a:r>
              <a:t>      "0.2010",</a:t>
            </a:r>
          </a:p>
          <a:p>
            <a:r>
              <a:t>      "-0.0311"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"NN",</a:t>
            </a:r>
          </a:p>
          <a:p>
            <a:r>
              <a:t>      "15",</a:t>
            </a:r>
          </a:p>
          <a:p>
            <a:r>
              <a:t>      "0.2144",</a:t>
            </a:r>
          </a:p>
          <a:p>
            <a:r>
              <a:t>      "0.1976",</a:t>
            </a:r>
          </a:p>
          <a:p>
            <a:r>
              <a:t>      "-0.0168"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"NN",</a:t>
            </a:r>
          </a:p>
          <a:p>
            <a:r>
              <a:t>      "20",</a:t>
            </a:r>
          </a:p>
          <a:p>
            <a:r>
              <a:t>      "0.1372",</a:t>
            </a:r>
          </a:p>
          <a:p>
            <a:r>
              <a:t>      "0.1226",</a:t>
            </a:r>
          </a:p>
          <a:p>
            <a:r>
              <a:t>      "-0.0146"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"spec": {</a:t>
            </a:r>
          </a:p>
          <a:p>
            <a:r>
              <a:t>    "experiment": "Within-project model comparison (#357)",</a:t>
            </a:r>
          </a:p>
          <a:p>
            <a:r>
              <a:t>    "task": "Test whether training-only balancing improves instability prediction over matched, unweighted models on each repository.",</a:t>
            </a:r>
          </a:p>
          <a:p>
            <a:r>
              <a:t>    "why": [</a:t>
            </a:r>
          </a:p>
          <a:p>
            <a:r>
              <a:t>      "Six repositories; unstable levels 5, 10, 15 and 20.",</a:t>
            </a:r>
          </a:p>
          <a:p>
            <a:r>
              <a:t>      "RF, legacy boosting and NN; baseline versus refactored variants.",</a:t>
            </a:r>
          </a:p>
          <a:p>
            <a:r>
              <a:t>      "144 of 144 outputs present across six grouped cluster jobs.",</a:t>
            </a:r>
          </a:p>
          <a:p>
            <a:r>
              <a:t>      "Existing CSV datasets; this is not a fresh Jira download."</a:t>
            </a:r>
          </a:p>
          <a:p>
            <a:r>
              <a:t>    ],</a:t>
            </a:r>
          </a:p>
          <a:p>
            <a:r>
              <a:t>    "conclusions": {</a:t>
            </a:r>
          </a:p>
          <a:p>
            <a:r>
              <a:t>      "findings": [</a:t>
            </a:r>
          </a:p>
          <a:p>
            <a:r>
              <a:t>        "Refactored wins 32/72 paired AUC-PRC comparisons; loses 40/72.",</a:t>
            </a:r>
          </a:p>
          <a:p>
            <a:r>
              <a:t>        "Overall descriptive macro mean: 0.2175 to 0.2049. Balancing is not consistently better.",</a:t>
            </a:r>
          </a:p>
          <a:p>
            <a:r>
              <a:t>        "Only RF level 20 and NN level 5 improve in six-project macro AUC-PRC.",</a:t>
            </a:r>
          </a:p>
          <a:p>
            <a:r>
              <a:t>        "Best score: Jira NN refactored, level 10 = 0.6036; test prevalence is 51.9%."</a:t>
            </a:r>
          </a:p>
          <a:p>
            <a:r>
              <a:t>      ],</a:t>
            </a:r>
          </a:p>
          <a:p>
            <a:r>
              <a:t>      "next_steps": [</a:t>
            </a:r>
          </a:p>
          <a:p>
            <a:r>
              <a:t>        "Keep the unweighted baseline as a candidate; do not assume balancing helps.",</a:t>
            </a:r>
          </a:p>
          <a:p>
            <a:r>
              <a:t>        "Baseline is a matched rerun on refactored features, not the original rich-feature pipeline.",</a:t>
            </a:r>
          </a:p>
          <a:p>
            <a:r>
              <a:t>        "Legacy 'XGboost' is sklearn GradientBoostingClassifier, not XGBClassifier.",</a:t>
            </a:r>
          </a:p>
          <a:p>
            <a:r>
              <a:t>        "Macro averages are descriptive, not significance evidence or cross-project transfer results."</a:t>
            </a:r>
          </a:p>
          <a:p>
            <a:r>
              <a:t>      ]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"project_splits": {</a:t>
            </a:r>
          </a:p>
          <a:p>
            <a:r>
              <a:t>    "Apache": {</a:t>
            </a:r>
          </a:p>
          <a:p>
            <a:r>
              <a:t>      "baseline_definition": "unweighted model-family rerun, not the published old pipeline",</a:t>
            </a:r>
          </a:p>
          <a:p>
            <a:r>
              <a:t>      "feature_policy": "same_pre_sprint_transform_for_both_variants",</a:t>
            </a:r>
          </a:p>
          <a:p>
            <a:r>
              <a:t>      "historical_pipeline_replayed": false,</a:t>
            </a:r>
          </a:p>
          <a:p>
            <a:r>
              <a:t>      "partitions": {</a:t>
            </a:r>
          </a:p>
          <a:p>
            <a:r>
              <a:t>        "test": {</a:t>
            </a:r>
          </a:p>
          <a:p>
            <a:r>
              <a:t>          "first_sprint_entry": "2022-02-08 03:48:19",</a:t>
            </a:r>
          </a:p>
          <a:p>
            <a:r>
              <a:t>          "last_sprint_entry": "2023-04-19 01:56:36",</a:t>
            </a:r>
          </a:p>
          <a:p>
            <a:r>
              <a:t>          "positive_counts": {</a:t>
            </a:r>
          </a:p>
          <a:p>
            <a:r>
              <a:t>            "10": 118,</a:t>
            </a:r>
          </a:p>
          <a:p>
            <a:r>
              <a:t>            "15": 81,</a:t>
            </a:r>
          </a:p>
          <a:p>
            <a:r>
              <a:t>            "20": 59,</a:t>
            </a:r>
          </a:p>
          <a:p>
            <a:r>
              <a:t>            "5": 190</a:t>
            </a:r>
          </a:p>
          <a:p>
            <a:r>
              <a:t>          },</a:t>
            </a:r>
          </a:p>
          <a:p>
            <a:r>
              <a:t>          "row_ids_sha256": "f5a472b25300a5f972102446ef2b28e776b1117cae8df5195362f7654ed201eb",</a:t>
            </a:r>
          </a:p>
          <a:p>
            <a:r>
              <a:t>          "rows": 1535,</a:t>
            </a:r>
          </a:p>
          <a:p>
            <a:r>
              <a:t>          "source_counts": {</a:t>
            </a:r>
          </a:p>
          <a:p>
            <a:r>
              <a:t>            "Apache": 1535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"first_sprint_entry": "2006-08-23 06:57:12",</a:t>
            </a:r>
          </a:p>
          <a:p>
            <a:r>
              <a:t>          "last_sprint_entry": "2019-07-03 17:27:45",</a:t>
            </a:r>
          </a:p>
          <a:p>
            <a:r>
              <a:t>          "positive_counts": {</a:t>
            </a:r>
          </a:p>
          <a:p>
            <a:r>
              <a:t>            "10": 284,</a:t>
            </a:r>
          </a:p>
          <a:p>
            <a:r>
              <a:t>            "15": 211,</a:t>
            </a:r>
          </a:p>
          <a:p>
            <a:r>
              <a:t>            "20": 173,</a:t>
            </a:r>
          </a:p>
          <a:p>
            <a:r>
              <a:t>            "5": 417</a:t>
            </a:r>
          </a:p>
          <a:p>
            <a:r>
              <a:t>          },</a:t>
            </a:r>
          </a:p>
          <a:p>
            <a:r>
              <a:t>          "row_ids_sha256": "31f7e50759794d461c487df67552c0e9dadc09c7d1f3bacf37439ebb3d53ce7c",</a:t>
            </a:r>
          </a:p>
          <a:p>
            <a:r>
              <a:t>          "rows": 4603,</a:t>
            </a:r>
          </a:p>
          <a:p>
            <a:r>
              <a:t>          "source_counts": {</a:t>
            </a:r>
          </a:p>
          <a:p>
            <a:r>
              <a:t>            "Apache": 4603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"first_sprint_entry": "2019-07-03 18:19:55",</a:t>
            </a:r>
          </a:p>
          <a:p>
            <a:r>
              <a:t>          "last_sprint_entry": "2022-02-08 03:22:31",</a:t>
            </a:r>
          </a:p>
          <a:p>
            <a:r>
              <a:t>          "positive_counts": {</a:t>
            </a:r>
          </a:p>
          <a:p>
            <a:r>
              <a:t>            "10": 208,</a:t>
            </a:r>
          </a:p>
          <a:p>
            <a:r>
              <a:t>            "15": 165,</a:t>
            </a:r>
          </a:p>
          <a:p>
            <a:r>
              <a:t>            "20": 145,</a:t>
            </a:r>
          </a:p>
          <a:p>
            <a:r>
              <a:t>            "5": 271</a:t>
            </a:r>
          </a:p>
          <a:p>
            <a:r>
              <a:t>          },</a:t>
            </a:r>
          </a:p>
          <a:p>
            <a:r>
              <a:t>          "row_ids_sha256": "807e631475ee4a225686ba299c383ce17ab27c0bf436684ca5dfa9df6d7ff80c",</a:t>
            </a:r>
          </a:p>
          <a:p>
            <a:r>
              <a:t>          "rows": 1534,</a:t>
            </a:r>
          </a:p>
          <a:p>
            <a:r>
              <a:t>          "source_counts": {</a:t>
            </a:r>
          </a:p>
          <a:p>
            <a:r>
              <a:t>            "Apache": 1534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"project": "Apache",</a:t>
            </a:r>
          </a:p>
          <a:p>
            <a:r>
              <a:t>      "protocol": "within-project",</a:t>
            </a:r>
          </a:p>
          <a:p>
            <a:r>
              <a:t>      "selection_metric": "validation_auc_prc",</a:t>
            </a:r>
          </a:p>
          <a:p>
            <a:r>
              <a:t>      "test_weights": "none",</a:t>
            </a:r>
          </a:p>
          <a:p>
            <a:r>
              <a:t>      "versions": {</a:t>
            </a:r>
          </a:p>
          <a:p>
            <a:r>
              <a:t>        "numpy": "1.23.5",</a:t>
            </a:r>
          </a:p>
          <a:p>
            <a:r>
              <a:t>        "pandas": "2.0.1",</a:t>
            </a:r>
          </a:p>
          <a:p>
            <a:r>
              <a:t>        "sklearn": "1.2.2"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"Hyperledger": {</a:t>
            </a:r>
          </a:p>
          <a:p>
            <a:r>
              <a:t>      "baseline_definition": "unweighted model-family rerun, not the published old pipeline",</a:t>
            </a:r>
          </a:p>
          <a:p>
            <a:r>
              <a:t>      "feature_policy": "same_pre_sprint_transform_for_both_variants",</a:t>
            </a:r>
          </a:p>
          <a:p>
            <a:r>
              <a:t>      "historical_pipeline_replayed": false,</a:t>
            </a:r>
          </a:p>
          <a:p>
            <a:r>
              <a:t>      "partitions": {</a:t>
            </a:r>
          </a:p>
          <a:p>
            <a:r>
              <a:t>        "test": {</a:t>
            </a:r>
          </a:p>
          <a:p>
            <a:r>
              <a:t>          "first_sprint_entry": "2019-02-27 04:31:03",</a:t>
            </a:r>
          </a:p>
          <a:p>
            <a:r>
              <a:t>          "last_sprint_entry": "2021-07-01 22:13:28",</a:t>
            </a:r>
          </a:p>
          <a:p>
            <a:r>
              <a:t>          "positive_counts": {</a:t>
            </a:r>
          </a:p>
          <a:p>
            <a:r>
              <a:t>            "10": 142,</a:t>
            </a:r>
          </a:p>
          <a:p>
            <a:r>
              <a:t>            "15": 122,</a:t>
            </a:r>
          </a:p>
          <a:p>
            <a:r>
              <a:t>            "20": 112,</a:t>
            </a:r>
          </a:p>
          <a:p>
            <a:r>
              <a:t>            "5": 176</a:t>
            </a:r>
          </a:p>
          <a:p>
            <a:r>
              <a:t>          },</a:t>
            </a:r>
          </a:p>
          <a:p>
            <a:r>
              <a:t>          "row_ids_sha256": "a141a1d826708a3474e44fb82a0d5fe4f9e413a0fd9e6d870ac62668cf5719ae",</a:t>
            </a:r>
          </a:p>
          <a:p>
            <a:r>
              <a:t>          "rows": 964,</a:t>
            </a:r>
          </a:p>
          <a:p>
            <a:r>
              <a:t>          "source_counts": {</a:t>
            </a:r>
          </a:p>
          <a:p>
            <a:r>
              <a:t>            "Hyperledger": 964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"first_sprint_entry": "2016-08-12 14:07:02",</a:t>
            </a:r>
          </a:p>
          <a:p>
            <a:r>
              <a:t>          "last_sprint_entry": "2018-04-27 13:55:58",</a:t>
            </a:r>
          </a:p>
          <a:p>
            <a:r>
              <a:t>          "positive_counts": {</a:t>
            </a:r>
          </a:p>
          <a:p>
            <a:r>
              <a:t>            "10": 336,</a:t>
            </a:r>
          </a:p>
          <a:p>
            <a:r>
              <a:t>            "15": 279,</a:t>
            </a:r>
          </a:p>
          <a:p>
            <a:r>
              <a:t>            "20": 246,</a:t>
            </a:r>
          </a:p>
          <a:p>
            <a:r>
              <a:t>            "5": 420</a:t>
            </a:r>
          </a:p>
          <a:p>
            <a:r>
              <a:t>          },</a:t>
            </a:r>
          </a:p>
          <a:p>
            <a:r>
              <a:t>          "row_ids_sha256": "550111cd493cbe1d650f75433b8ea5dea3ad7e3c020200328ad47cd9b91c681c",</a:t>
            </a:r>
          </a:p>
          <a:p>
            <a:r>
              <a:t>          "rows": 2889,</a:t>
            </a:r>
          </a:p>
          <a:p>
            <a:r>
              <a:t>          "source_counts": {</a:t>
            </a:r>
          </a:p>
          <a:p>
            <a:r>
              <a:t>            "Hyperledger": 2889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"first_sprint_entry": "2018-04-27 15:22:44",</a:t>
            </a:r>
          </a:p>
          <a:p>
            <a:r>
              <a:t>          "last_sprint_entry": "2019-02-27 04:29:28",</a:t>
            </a:r>
          </a:p>
          <a:p>
            <a:r>
              <a:t>          "positive_counts": {</a:t>
            </a:r>
          </a:p>
          <a:p>
            <a:r>
              <a:t>            "10": 135,</a:t>
            </a:r>
          </a:p>
          <a:p>
            <a:r>
              <a:t>            "15": 115,</a:t>
            </a:r>
          </a:p>
          <a:p>
            <a:r>
              <a:t>            "20": 98,</a:t>
            </a:r>
          </a:p>
          <a:p>
            <a:r>
              <a:t>            "5": 158</a:t>
            </a:r>
          </a:p>
          <a:p>
            <a:r>
              <a:t>          },</a:t>
            </a:r>
          </a:p>
          <a:p>
            <a:r>
              <a:t>          "row_ids_sha256": "38d1aa877f2f20d669570bdbebba8490f28d55dbb05b08026fc3de19d7764079",</a:t>
            </a:r>
          </a:p>
          <a:p>
            <a:r>
              <a:t>          "rows": 963,</a:t>
            </a:r>
          </a:p>
          <a:p>
            <a:r>
              <a:t>          "source_counts": {</a:t>
            </a:r>
          </a:p>
          <a:p>
            <a:r>
              <a:t>            "Hyperledger": 963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"project": "Hyperledger",</a:t>
            </a:r>
          </a:p>
          <a:p>
            <a:r>
              <a:t>      "protocol": "within-project",</a:t>
            </a:r>
          </a:p>
          <a:p>
            <a:r>
              <a:t>      "selection_metric": "validation_auc_prc",</a:t>
            </a:r>
          </a:p>
          <a:p>
            <a:r>
              <a:t>      "test_weights": "none",</a:t>
            </a:r>
          </a:p>
          <a:p>
            <a:r>
              <a:t>      "versions": {</a:t>
            </a:r>
          </a:p>
          <a:p>
            <a:r>
              <a:t>        "numpy": "1.23.5",</a:t>
            </a:r>
          </a:p>
          <a:p>
            <a:r>
              <a:t>        "pandas": "2.0.1",</a:t>
            </a:r>
          </a:p>
          <a:p>
            <a:r>
              <a:t>        "sklearn": "1.2.2"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"IntelDAOS": {</a:t>
            </a:r>
          </a:p>
          <a:p>
            <a:r>
              <a:t>      "baseline_definition": "unweighted model-family rerun, not the published old pipeline",</a:t>
            </a:r>
          </a:p>
          <a:p>
            <a:r>
              <a:t>      "feature_policy": "same_pre_sprint_transform_for_both_variants",</a:t>
            </a:r>
          </a:p>
          <a:p>
            <a:r>
              <a:t>      "historical_pipeline_replayed": false,</a:t>
            </a:r>
          </a:p>
          <a:p>
            <a:r>
              <a:t>      "partitions": {</a:t>
            </a:r>
          </a:p>
          <a:p>
            <a:r>
              <a:t>        "test": {</a:t>
            </a:r>
          </a:p>
          <a:p>
            <a:r>
              <a:t>          "first_sprint_entry": "2020-01-22 10:52:40",</a:t>
            </a:r>
          </a:p>
          <a:p>
            <a:r>
              <a:t>          "last_sprint_entry": "2021-01-11 19:45:00",</a:t>
            </a:r>
          </a:p>
          <a:p>
            <a:r>
              <a:t>          "positive_counts": {</a:t>
            </a:r>
          </a:p>
          <a:p>
            <a:r>
              <a:t>            "10": 29,</a:t>
            </a:r>
          </a:p>
          <a:p>
            <a:r>
              <a:t>            "15": 24,</a:t>
            </a:r>
          </a:p>
          <a:p>
            <a:r>
              <a:t>            "20": 22,</a:t>
            </a:r>
          </a:p>
          <a:p>
            <a:r>
              <a:t>            "5": 32</a:t>
            </a:r>
          </a:p>
          <a:p>
            <a:r>
              <a:t>          },</a:t>
            </a:r>
          </a:p>
          <a:p>
            <a:r>
              <a:t>          "row_ids_sha256": "e194270d27ce6ee532348e561e05b2a8ebfb96c49736493fc18b10babad7b596",</a:t>
            </a:r>
          </a:p>
          <a:p>
            <a:r>
              <a:t>          "rows": 334,</a:t>
            </a:r>
          </a:p>
          <a:p>
            <a:r>
              <a:t>          "source_counts": {</a:t>
            </a:r>
          </a:p>
          <a:p>
            <a:r>
              <a:t>            "IntelDAOS": 334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"first_sprint_entry": "2016-04-06 02:31:57",</a:t>
            </a:r>
          </a:p>
          <a:p>
            <a:r>
              <a:t>          "last_sprint_entry": "2019-01-29 12:34:36",</a:t>
            </a:r>
          </a:p>
          <a:p>
            <a:r>
              <a:t>          "positive_counts": {</a:t>
            </a:r>
          </a:p>
          <a:p>
            <a:r>
              <a:t>            "10": 80,</a:t>
            </a:r>
          </a:p>
          <a:p>
            <a:r>
              <a:t>            "15": 54,</a:t>
            </a:r>
          </a:p>
          <a:p>
            <a:r>
              <a:t>            "20": 39,</a:t>
            </a:r>
          </a:p>
          <a:p>
            <a:r>
              <a:t>            "5": 126</a:t>
            </a:r>
          </a:p>
          <a:p>
            <a:r>
              <a:t>          },</a:t>
            </a:r>
          </a:p>
          <a:p>
            <a:r>
              <a:t>          "row_ids_sha256": "50110dd6267bbe21a5d93775e462555ed9acf131a5543619cc74bd7d5b45c55e",</a:t>
            </a:r>
          </a:p>
          <a:p>
            <a:r>
              <a:t>          "rows": 999,</a:t>
            </a:r>
          </a:p>
          <a:p>
            <a:r>
              <a:t>          "source_counts": {</a:t>
            </a:r>
          </a:p>
          <a:p>
            <a:r>
              <a:t>            "IntelDAOS": 999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"first_sprint_entry": "2019-02-05 07:51:34",</a:t>
            </a:r>
          </a:p>
          <a:p>
            <a:r>
              <a:t>          "last_sprint_entry": "2020-01-22 10:52:40",</a:t>
            </a:r>
          </a:p>
          <a:p>
            <a:r>
              <a:t>          "positive_counts": {</a:t>
            </a:r>
          </a:p>
          <a:p>
            <a:r>
              <a:t>            "10": 42,</a:t>
            </a:r>
          </a:p>
          <a:p>
            <a:r>
              <a:t>            "15": 38,</a:t>
            </a:r>
          </a:p>
          <a:p>
            <a:r>
              <a:t>            "20": 30,</a:t>
            </a:r>
          </a:p>
          <a:p>
            <a:r>
              <a:t>            "5": 52</a:t>
            </a:r>
          </a:p>
          <a:p>
            <a:r>
              <a:t>          },</a:t>
            </a:r>
          </a:p>
          <a:p>
            <a:r>
              <a:t>          "row_ids_sha256": "27d791d7403024d341a4d5828828fc90afa482be5764720491b93c85d39fb4bf",</a:t>
            </a:r>
          </a:p>
          <a:p>
            <a:r>
              <a:t>          "rows": 333,</a:t>
            </a:r>
          </a:p>
          <a:p>
            <a:r>
              <a:t>          "source_counts": {</a:t>
            </a:r>
          </a:p>
          <a:p>
            <a:r>
              <a:t>            "IntelDAOS": 333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"project": "IntelDAOS",</a:t>
            </a:r>
          </a:p>
          <a:p>
            <a:r>
              <a:t>      "protocol": "within-project",</a:t>
            </a:r>
          </a:p>
          <a:p>
            <a:r>
              <a:t>      "selection_metric": "validation_auc_prc",</a:t>
            </a:r>
          </a:p>
          <a:p>
            <a:r>
              <a:t>      "test_weights": "none",</a:t>
            </a:r>
          </a:p>
          <a:p>
            <a:r>
              <a:t>      "versions": {</a:t>
            </a:r>
          </a:p>
          <a:p>
            <a:r>
              <a:t>        "numpy": "1.23.5",</a:t>
            </a:r>
          </a:p>
          <a:p>
            <a:r>
              <a:t>        "pandas": "2.0.1",</a:t>
            </a:r>
          </a:p>
          <a:p>
            <a:r>
              <a:t>        "sklearn": "1.2.2"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"Jira": {</a:t>
            </a:r>
          </a:p>
          <a:p>
            <a:r>
              <a:t>      "baseline_definition": "unweighted model-family rerun, not the published old pipeline",</a:t>
            </a:r>
          </a:p>
          <a:p>
            <a:r>
              <a:t>      "feature_policy": "same_pre_sprint_transform_for_both_variants",</a:t>
            </a:r>
          </a:p>
          <a:p>
            <a:r>
              <a:t>      "historical_pipeline_replayed": false,</a:t>
            </a:r>
          </a:p>
          <a:p>
            <a:r>
              <a:t>      "partitions": {</a:t>
            </a:r>
          </a:p>
          <a:p>
            <a:r>
              <a:t>        "test": {</a:t>
            </a:r>
          </a:p>
          <a:p>
            <a:r>
              <a:t>          "first_sprint_entry": "2015-11-16 00:07:29",</a:t>
            </a:r>
          </a:p>
          <a:p>
            <a:r>
              <a:t>          "last_sprint_entry": "2023-01-27 02:40:56",</a:t>
            </a:r>
          </a:p>
          <a:p>
            <a:r>
              <a:t>          "positive_counts": {</a:t>
            </a:r>
          </a:p>
          <a:p>
            <a:r>
              <a:t>            "10": 164,</a:t>
            </a:r>
          </a:p>
          <a:p>
            <a:r>
              <a:t>            "15": 160,</a:t>
            </a:r>
          </a:p>
          <a:p>
            <a:r>
              <a:t>            "20": 41,</a:t>
            </a:r>
          </a:p>
          <a:p>
            <a:r>
              <a:t>            "5": 170</a:t>
            </a:r>
          </a:p>
          <a:p>
            <a:r>
              <a:t>          },</a:t>
            </a:r>
          </a:p>
          <a:p>
            <a:r>
              <a:t>          "row_ids_sha256": "391abdec6c68bda5a77c5b4c50801221513238224174dd07c742498f06df9a6e",</a:t>
            </a:r>
          </a:p>
          <a:p>
            <a:r>
              <a:t>          "rows": 316,</a:t>
            </a:r>
          </a:p>
          <a:p>
            <a:r>
              <a:t>          "source_counts": {</a:t>
            </a:r>
          </a:p>
          <a:p>
            <a:r>
              <a:t>            "Jira": 316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"first_sprint_entry": "2012-02-08 00:06:30",</a:t>
            </a:r>
          </a:p>
          <a:p>
            <a:r>
              <a:t>          "last_sprint_entry": "2013-08-29 09:05:00",</a:t>
            </a:r>
          </a:p>
          <a:p>
            <a:r>
              <a:t>          "positive_counts": {</a:t>
            </a:r>
          </a:p>
          <a:p>
            <a:r>
              <a:t>            "10": 207,</a:t>
            </a:r>
          </a:p>
          <a:p>
            <a:r>
              <a:t>            "15": 197,</a:t>
            </a:r>
          </a:p>
          <a:p>
            <a:r>
              <a:t>            "20": 120,</a:t>
            </a:r>
          </a:p>
          <a:p>
            <a:r>
              <a:t>            "5": 221</a:t>
            </a:r>
          </a:p>
          <a:p>
            <a:r>
              <a:t>          },</a:t>
            </a:r>
          </a:p>
          <a:p>
            <a:r>
              <a:t>          "row_ids_sha256": "b89d2eae86f99e64643e46593c6b80763322ac19c2bddf038ba37c30112b2fe8",</a:t>
            </a:r>
          </a:p>
          <a:p>
            <a:r>
              <a:t>          "rows": 944,</a:t>
            </a:r>
          </a:p>
          <a:p>
            <a:r>
              <a:t>          "source_counts": {</a:t>
            </a:r>
          </a:p>
          <a:p>
            <a:r>
              <a:t>            "Jira": 944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"first_sprint_entry": "2013-08-29 12:21:51",</a:t>
            </a:r>
          </a:p>
          <a:p>
            <a:r>
              <a:t>          "last_sprint_entry": "2015-11-16 00:07:26",</a:t>
            </a:r>
          </a:p>
          <a:p>
            <a:r>
              <a:t>          "positive_counts": {</a:t>
            </a:r>
          </a:p>
          <a:p>
            <a:r>
              <a:t>            "10": 152,</a:t>
            </a:r>
          </a:p>
          <a:p>
            <a:r>
              <a:t>            "15": 143,</a:t>
            </a:r>
          </a:p>
          <a:p>
            <a:r>
              <a:t>            "20": 19,</a:t>
            </a:r>
          </a:p>
          <a:p>
            <a:r>
              <a:t>            "5": 154</a:t>
            </a:r>
          </a:p>
          <a:p>
            <a:r>
              <a:t>          },</a:t>
            </a:r>
          </a:p>
          <a:p>
            <a:r>
              <a:t>          "row_ids_sha256": "4271654930c7aade78ab7690a945812082432576a04e35af633631d903a1b48b",</a:t>
            </a:r>
          </a:p>
          <a:p>
            <a:r>
              <a:t>          "rows": 314,</a:t>
            </a:r>
          </a:p>
          <a:p>
            <a:r>
              <a:t>          "source_counts": {</a:t>
            </a:r>
          </a:p>
          <a:p>
            <a:r>
              <a:t>            "Jira": 314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"project": "Jira",</a:t>
            </a:r>
          </a:p>
          <a:p>
            <a:r>
              <a:t>      "protocol": "within-project",</a:t>
            </a:r>
          </a:p>
          <a:p>
            <a:r>
              <a:t>      "selection_metric": "validation_auc_prc",</a:t>
            </a:r>
          </a:p>
          <a:p>
            <a:r>
              <a:t>      "test_weights": "none",</a:t>
            </a:r>
          </a:p>
          <a:p>
            <a:r>
              <a:t>      "versions": {</a:t>
            </a:r>
          </a:p>
          <a:p>
            <a:r>
              <a:t>        "numpy": "1.23.5",</a:t>
            </a:r>
          </a:p>
          <a:p>
            <a:r>
              <a:t>        "pandas": "2.0.1",</a:t>
            </a:r>
          </a:p>
          <a:p>
            <a:r>
              <a:t>        "sklearn": "1.2.2"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"MariaDB": {</a:t>
            </a:r>
          </a:p>
          <a:p>
            <a:r>
              <a:t>      "baseline_definition": "unweighted model-family rerun, not the published old pipeline",</a:t>
            </a:r>
          </a:p>
          <a:p>
            <a:r>
              <a:t>      "feature_policy": "same_pre_sprint_transform_for_both_variants",</a:t>
            </a:r>
          </a:p>
          <a:p>
            <a:r>
              <a:t>      "historical_pipeline_replayed": false,</a:t>
            </a:r>
          </a:p>
          <a:p>
            <a:r>
              <a:t>      "partitions": {</a:t>
            </a:r>
          </a:p>
          <a:p>
            <a:r>
              <a:t>        "test": {</a:t>
            </a:r>
          </a:p>
          <a:p>
            <a:r>
              <a:t>          "first_sprint_entry": "2021-03-05 17:11:17",</a:t>
            </a:r>
          </a:p>
          <a:p>
            <a:r>
              <a:t>          "last_sprint_entry": "2023-04-04 10:33:05",</a:t>
            </a:r>
          </a:p>
          <a:p>
            <a:r>
              <a:t>          "positive_counts": {</a:t>
            </a:r>
          </a:p>
          <a:p>
            <a:r>
              <a:t>            "10": 44,</a:t>
            </a:r>
          </a:p>
          <a:p>
            <a:r>
              <a:t>            "15": 33,</a:t>
            </a:r>
          </a:p>
          <a:p>
            <a:r>
              <a:t>            "20": 28,</a:t>
            </a:r>
          </a:p>
          <a:p>
            <a:r>
              <a:t>            "5": 61</a:t>
            </a:r>
          </a:p>
          <a:p>
            <a:r>
              <a:t>          },</a:t>
            </a:r>
          </a:p>
          <a:p>
            <a:r>
              <a:t>          "row_ids_sha256": "32569f81abe52dccb12160de2eb366b8e23217c85873d445c6dcc9ae5eba8733",</a:t>
            </a:r>
          </a:p>
          <a:p>
            <a:r>
              <a:t>          "rows": 398,</a:t>
            </a:r>
          </a:p>
          <a:p>
            <a:r>
              <a:t>          "source_counts": {</a:t>
            </a:r>
          </a:p>
          <a:p>
            <a:r>
              <a:t>            "MariaDB": 398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"first_sprint_entry": "2014-05-27 14:43:09",</a:t>
            </a:r>
          </a:p>
          <a:p>
            <a:r>
              <a:t>          "last_sprint_entry": "2019-02-04 16:44:24",</a:t>
            </a:r>
          </a:p>
          <a:p>
            <a:r>
              <a:t>          "positive_counts": {</a:t>
            </a:r>
          </a:p>
          <a:p>
            <a:r>
              <a:t>            "10": 100,</a:t>
            </a:r>
          </a:p>
          <a:p>
            <a:r>
              <a:t>            "15": 84,</a:t>
            </a:r>
          </a:p>
          <a:p>
            <a:r>
              <a:t>            "20": 77,</a:t>
            </a:r>
          </a:p>
          <a:p>
            <a:r>
              <a:t>            "5": 125</a:t>
            </a:r>
          </a:p>
          <a:p>
            <a:r>
              <a:t>          },</a:t>
            </a:r>
          </a:p>
          <a:p>
            <a:r>
              <a:t>          "row_ids_sha256": "6a15b9a09abfa1d7943452b9de7b48f1aa7389033984fb1ab0f4adb768e9e1e6",</a:t>
            </a:r>
          </a:p>
          <a:p>
            <a:r>
              <a:t>          "rows": 1189,</a:t>
            </a:r>
          </a:p>
          <a:p>
            <a:r>
              <a:t>          "source_counts": {</a:t>
            </a:r>
          </a:p>
          <a:p>
            <a:r>
              <a:t>            "MariaDB": 1189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"first_sprint_entry": "2019-02-05 07:53:45",</a:t>
            </a:r>
          </a:p>
          <a:p>
            <a:r>
              <a:t>          "last_sprint_entry": "2021-03-05 12:46:10",</a:t>
            </a:r>
          </a:p>
          <a:p>
            <a:r>
              <a:t>          "positive_counts": {</a:t>
            </a:r>
          </a:p>
          <a:p>
            <a:r>
              <a:t>            "10": 18,</a:t>
            </a:r>
          </a:p>
          <a:p>
            <a:r>
              <a:t>            "15": 16,</a:t>
            </a:r>
          </a:p>
          <a:p>
            <a:r>
              <a:t>            "20": 12,</a:t>
            </a:r>
          </a:p>
          <a:p>
            <a:r>
              <a:t>            "5": 26</a:t>
            </a:r>
          </a:p>
          <a:p>
            <a:r>
              <a:t>          },</a:t>
            </a:r>
          </a:p>
          <a:p>
            <a:r>
              <a:t>          "row_ids_sha256": "07c50b9e91fbdc52013a00aaa728136366303a2c1867b2aee250f56c6f52cee3",</a:t>
            </a:r>
          </a:p>
          <a:p>
            <a:r>
              <a:t>          "rows": 396,</a:t>
            </a:r>
          </a:p>
          <a:p>
            <a:r>
              <a:t>          "source_counts": {</a:t>
            </a:r>
          </a:p>
          <a:p>
            <a:r>
              <a:t>            "MariaDB": 396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"project": "MariaDB",</a:t>
            </a:r>
          </a:p>
          <a:p>
            <a:r>
              <a:t>      "protocol": "within-project",</a:t>
            </a:r>
          </a:p>
          <a:p>
            <a:r>
              <a:t>      "selection_metric": "validation_auc_prc",</a:t>
            </a:r>
          </a:p>
          <a:p>
            <a:r>
              <a:t>      "test_weights": "none",</a:t>
            </a:r>
          </a:p>
          <a:p>
            <a:r>
              <a:t>      "versions": {</a:t>
            </a:r>
          </a:p>
          <a:p>
            <a:r>
              <a:t>        "numpy": "1.23.5",</a:t>
            </a:r>
          </a:p>
          <a:p>
            <a:r>
              <a:t>        "pandas": "2.0.1",</a:t>
            </a:r>
          </a:p>
          <a:p>
            <a:r>
              <a:t>        "sklearn": "1.2.2"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"Qt": {</a:t>
            </a:r>
          </a:p>
          <a:p>
            <a:r>
              <a:t>      "baseline_definition": "unweighted model-family rerun, not the published old pipeline",</a:t>
            </a:r>
          </a:p>
          <a:p>
            <a:r>
              <a:t>      "feature_policy": "same_pre_sprint_transform_for_both_variants",</a:t>
            </a:r>
          </a:p>
          <a:p>
            <a:r>
              <a:t>      "historical_pipeline_replayed": false,</a:t>
            </a:r>
          </a:p>
          <a:p>
            <a:r>
              <a:t>      "partitions": {</a:t>
            </a:r>
          </a:p>
          <a:p>
            <a:r>
              <a:t>        "test": {</a:t>
            </a:r>
          </a:p>
          <a:p>
            <a:r>
              <a:t>          "first_sprint_entry": "2022-08-24 15:41:42",</a:t>
            </a:r>
          </a:p>
          <a:p>
            <a:r>
              <a:t>          "last_sprint_entry": "2023-04-27 18:22:56",</a:t>
            </a:r>
          </a:p>
          <a:p>
            <a:r>
              <a:t>          "positive_counts": {</a:t>
            </a:r>
          </a:p>
          <a:p>
            <a:r>
              <a:t>            "10": 60,</a:t>
            </a:r>
          </a:p>
          <a:p>
            <a:r>
              <a:t>            "15": 43,</a:t>
            </a:r>
          </a:p>
          <a:p>
            <a:r>
              <a:t>            "20": 34,</a:t>
            </a:r>
          </a:p>
          <a:p>
            <a:r>
              <a:t>            "5": 118</a:t>
            </a:r>
          </a:p>
          <a:p>
            <a:r>
              <a:t>          },</a:t>
            </a:r>
          </a:p>
          <a:p>
            <a:r>
              <a:t>          "row_ids_sha256": "348b2c748a858112d8e6ea3e97459a85df3f9159a1da7df1b2f651efcbf23399",</a:t>
            </a:r>
          </a:p>
          <a:p>
            <a:r>
              <a:t>          "rows": 1223,</a:t>
            </a:r>
          </a:p>
          <a:p>
            <a:r>
              <a:t>          "source_counts": {</a:t>
            </a:r>
          </a:p>
          <a:p>
            <a:r>
              <a:t>            "Qt": 1223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"first_sprint_entry": "2016-11-17 12:16:04",</a:t>
            </a:r>
          </a:p>
          <a:p>
            <a:r>
              <a:t>          "last_sprint_entry": "2021-11-22 08:44:53",</a:t>
            </a:r>
          </a:p>
          <a:p>
            <a:r>
              <a:t>          "positive_counts": {</a:t>
            </a:r>
          </a:p>
          <a:p>
            <a:r>
              <a:t>            "10": 291,</a:t>
            </a:r>
          </a:p>
          <a:p>
            <a:r>
              <a:t>            "15": 233,</a:t>
            </a:r>
          </a:p>
          <a:p>
            <a:r>
              <a:t>            "20": 198,</a:t>
            </a:r>
          </a:p>
          <a:p>
            <a:r>
              <a:t>            "5": 389</a:t>
            </a:r>
          </a:p>
          <a:p>
            <a:r>
              <a:t>          },</a:t>
            </a:r>
          </a:p>
          <a:p>
            <a:r>
              <a:t>          "row_ids_sha256": "31a2e8a9b43077e1a1c3f3e9781ccb6fb4f5dc2aae34d048d8f7b611af373829",</a:t>
            </a:r>
          </a:p>
          <a:p>
            <a:r>
              <a:t>          "rows": 3666,</a:t>
            </a:r>
          </a:p>
          <a:p>
            <a:r>
              <a:t>          "source_counts": {</a:t>
            </a:r>
          </a:p>
          <a:p>
            <a:r>
              <a:t>            "Qt": 3666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"first_sprint_entry": "2021-11-22 08:49:29",</a:t>
            </a:r>
          </a:p>
          <a:p>
            <a:r>
              <a:t>          "last_sprint_entry": "2022-08-24 15:40:41",</a:t>
            </a:r>
          </a:p>
          <a:p>
            <a:r>
              <a:t>          "positive_counts": {</a:t>
            </a:r>
          </a:p>
          <a:p>
            <a:r>
              <a:t>            "10": 69,</a:t>
            </a:r>
          </a:p>
          <a:p>
            <a:r>
              <a:t>            "15": 58,</a:t>
            </a:r>
          </a:p>
          <a:p>
            <a:r>
              <a:t>            "20": 48,</a:t>
            </a:r>
          </a:p>
          <a:p>
            <a:r>
              <a:t>            "5": 84</a:t>
            </a:r>
          </a:p>
          <a:p>
            <a:r>
              <a:t>          },</a:t>
            </a:r>
          </a:p>
          <a:p>
            <a:r>
              <a:t>          "row_ids_sha256": "b642f38b0b53f23ae37afe02490b6d9d332957d2a68e8b852ebdc2ebd09b3181",</a:t>
            </a:r>
          </a:p>
          <a:p>
            <a:r>
              <a:t>          "rows": 1222,</a:t>
            </a:r>
          </a:p>
          <a:p>
            <a:r>
              <a:t>          "source_counts": {</a:t>
            </a:r>
          </a:p>
          <a:p>
            <a:r>
              <a:t>            "Qt": 1222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"project": "Qt",</a:t>
            </a:r>
          </a:p>
          <a:p>
            <a:r>
              <a:t>      "protocol": "within-project",</a:t>
            </a:r>
          </a:p>
          <a:p>
            <a:r>
              <a:t>      "selection_metric": "validation_auc_prc",</a:t>
            </a:r>
          </a:p>
          <a:p>
            <a:r>
              <a:t>      "test_weights": "none",</a:t>
            </a:r>
          </a:p>
          <a:p>
            <a:r>
              <a:t>      "versions": {</a:t>
            </a:r>
          </a:p>
          <a:p>
            <a:r>
              <a:t>        "numpy": "1.23.5",</a:t>
            </a:r>
          </a:p>
          <a:p>
            <a:r>
              <a:t>        "pandas": "2.0.1",</a:t>
            </a:r>
          </a:p>
          <a:p>
            <a:r>
              <a:t>        "sklearn": "1.2.2"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https://github.com/yakovelmaleh/Master/pull/357</a:t>
            </a:r>
          </a:p>
          <a:p>
            <a:r>
              <a:t>Artifact commit: 028b4e40f81ce29f00ae561f795a6df8a52adb7b</a:t>
            </a:r>
          </a:p>
          <a:p>
            <a:r>
              <a:t>Bundle: Tasks/task-summaries/validate-refactored-model-per-dataset-20260927-134055</a:t>
            </a:r>
          </a:p>
          <a:p>
            <a:r>
              <a:t>Cluster run: 20260924-212251-041726; appended September 27, 2026.</a:t>
            </a:r>
          </a:p>
          <a:p>
            <a:r>
              <a:t>RESULTS.csv provides 144 reported test metrics. split_manifest.json supplies partition counts and policies. These scores were aggregated, not recomputed from individual predictions. All project/model/level cases receive equal macro weight.</a:t>
            </a:r>
          </a:p>
          <a:p>
            <a:r>
              <a:t>{</a:t>
            </a:r>
          </a:p>
          <a:p>
            <a:r>
              <a:t>  "totals": {</a:t>
            </a:r>
          </a:p>
          <a:p>
            <a:r>
              <a:t>    "train": 14290,</a:t>
            </a:r>
          </a:p>
          <a:p>
            <a:r>
              <a:t>    "validation": 4762,</a:t>
            </a:r>
          </a:p>
          <a:p>
            <a:r>
              <a:t>    "test": 4770</a:t>
            </a:r>
          </a:p>
          <a:p>
            <a:r>
              <a:t>  },</a:t>
            </a:r>
          </a:p>
          <a:p>
            <a:r>
              <a:t>  "macro_results": [</a:t>
            </a:r>
          </a:p>
          <a:p>
            <a:r>
              <a:t>    [</a:t>
            </a:r>
          </a:p>
          <a:p>
            <a:r>
              <a:t>      "RF",</a:t>
            </a:r>
          </a:p>
          <a:p>
            <a:r>
              <a:t>      "5",</a:t>
            </a:r>
          </a:p>
          <a:p>
            <a:r>
              <a:t>      "0.2776",</a:t>
            </a:r>
          </a:p>
          <a:p>
            <a:r>
              <a:t>      "0.2661",</a:t>
            </a:r>
          </a:p>
          <a:p>
            <a:r>
              <a:t>      "-0.0115"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"RF",</a:t>
            </a:r>
          </a:p>
          <a:p>
            <a:r>
              <a:t>      "10",</a:t>
            </a:r>
          </a:p>
          <a:p>
            <a:r>
              <a:t>      "0.2387",</a:t>
            </a:r>
          </a:p>
          <a:p>
            <a:r>
              <a:t>      "0.2249",</a:t>
            </a:r>
          </a:p>
          <a:p>
            <a:r>
              <a:t>      "-0.0138"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"RF",</a:t>
            </a:r>
          </a:p>
          <a:p>
            <a:r>
              <a:t>      "15",</a:t>
            </a:r>
          </a:p>
          <a:p>
            <a:r>
              <a:t>      "0.2114",</a:t>
            </a:r>
          </a:p>
          <a:p>
            <a:r>
              <a:t>      "0.1985",</a:t>
            </a:r>
          </a:p>
          <a:p>
            <a:r>
              <a:t>      "-0.0130"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"RF",</a:t>
            </a:r>
          </a:p>
          <a:p>
            <a:r>
              <a:t>      "20",</a:t>
            </a:r>
          </a:p>
          <a:p>
            <a:r>
              <a:t>      "0.1420",</a:t>
            </a:r>
          </a:p>
          <a:p>
            <a:r>
              <a:t>      "0.1505",</a:t>
            </a:r>
          </a:p>
          <a:p>
            <a:r>
              <a:t>      "+0.0085"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"Legacy boosting",</a:t>
            </a:r>
          </a:p>
          <a:p>
            <a:r>
              <a:t>      "5",</a:t>
            </a:r>
          </a:p>
          <a:p>
            <a:r>
              <a:t>      "0.2704",</a:t>
            </a:r>
          </a:p>
          <a:p>
            <a:r>
              <a:t>      "0.2577",</a:t>
            </a:r>
          </a:p>
          <a:p>
            <a:r>
              <a:t>      "-0.0126"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"Legacy boosting",</a:t>
            </a:r>
          </a:p>
          <a:p>
            <a:r>
              <a:t>      "10",</a:t>
            </a:r>
          </a:p>
          <a:p>
            <a:r>
              <a:t>      "0.2428",</a:t>
            </a:r>
          </a:p>
          <a:p>
            <a:r>
              <a:t>      "0.2304",</a:t>
            </a:r>
          </a:p>
          <a:p>
            <a:r>
              <a:t>      "-0.0125"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"Legacy boosting",</a:t>
            </a:r>
          </a:p>
          <a:p>
            <a:r>
              <a:t>      "15",</a:t>
            </a:r>
          </a:p>
          <a:p>
            <a:r>
              <a:t>      "0.2309",</a:t>
            </a:r>
          </a:p>
          <a:p>
            <a:r>
              <a:t>      "0.2051",</a:t>
            </a:r>
          </a:p>
          <a:p>
            <a:r>
              <a:t>      "-0.0258"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"Legacy boosting",</a:t>
            </a:r>
          </a:p>
          <a:p>
            <a:r>
              <a:t>      "20",</a:t>
            </a:r>
          </a:p>
          <a:p>
            <a:r>
              <a:t>      "0.1611",</a:t>
            </a:r>
          </a:p>
          <a:p>
            <a:r>
              <a:t>      "0.1381",</a:t>
            </a:r>
          </a:p>
          <a:p>
            <a:r>
              <a:t>      "-0.0230"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"NN",</a:t>
            </a:r>
          </a:p>
          <a:p>
            <a:r>
              <a:t>      "5",</a:t>
            </a:r>
          </a:p>
          <a:p>
            <a:r>
              <a:t>      "0.2512",</a:t>
            </a:r>
          </a:p>
          <a:p>
            <a:r>
              <a:t>      "0.2663",</a:t>
            </a:r>
          </a:p>
          <a:p>
            <a:r>
              <a:t>      "+0.0151"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"NN",</a:t>
            </a:r>
          </a:p>
          <a:p>
            <a:r>
              <a:t>      "10",</a:t>
            </a:r>
          </a:p>
          <a:p>
            <a:r>
              <a:t>      "0.2321",</a:t>
            </a:r>
          </a:p>
          <a:p>
            <a:r>
              <a:t>      "0.2010",</a:t>
            </a:r>
          </a:p>
          <a:p>
            <a:r>
              <a:t>      "-0.0311"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"NN",</a:t>
            </a:r>
          </a:p>
          <a:p>
            <a:r>
              <a:t>      "15",</a:t>
            </a:r>
          </a:p>
          <a:p>
            <a:r>
              <a:t>      "0.2144",</a:t>
            </a:r>
          </a:p>
          <a:p>
            <a:r>
              <a:t>      "0.1976",</a:t>
            </a:r>
          </a:p>
          <a:p>
            <a:r>
              <a:t>      "-0.0168"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"NN",</a:t>
            </a:r>
          </a:p>
          <a:p>
            <a:r>
              <a:t>      "20",</a:t>
            </a:r>
          </a:p>
          <a:p>
            <a:r>
              <a:t>      "0.1372",</a:t>
            </a:r>
          </a:p>
          <a:p>
            <a:r>
              <a:t>      "0.1226",</a:t>
            </a:r>
          </a:p>
          <a:p>
            <a:r>
              <a:t>      "-0.0146"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"spec": {</a:t>
            </a:r>
          </a:p>
          <a:p>
            <a:r>
              <a:t>    "experiment": "Within-project model comparison (#357)",</a:t>
            </a:r>
          </a:p>
          <a:p>
            <a:r>
              <a:t>    "task": "Test whether training-only balancing improves instability prediction over matched, unweighted models on each repository.",</a:t>
            </a:r>
          </a:p>
          <a:p>
            <a:r>
              <a:t>    "why": [</a:t>
            </a:r>
          </a:p>
          <a:p>
            <a:r>
              <a:t>      "Six repositories; unstable levels 5, 10, 15 and 20.",</a:t>
            </a:r>
          </a:p>
          <a:p>
            <a:r>
              <a:t>      "RF, legacy boosting and NN; baseline versus refactored variants.",</a:t>
            </a:r>
          </a:p>
          <a:p>
            <a:r>
              <a:t>      "144 of 144 outputs present across six grouped cluster jobs.",</a:t>
            </a:r>
          </a:p>
          <a:p>
            <a:r>
              <a:t>      "Existing CSV datasets; this is not a fresh Jira download."</a:t>
            </a:r>
          </a:p>
          <a:p>
            <a:r>
              <a:t>    ],</a:t>
            </a:r>
          </a:p>
          <a:p>
            <a:r>
              <a:t>    "conclusions": {</a:t>
            </a:r>
          </a:p>
          <a:p>
            <a:r>
              <a:t>      "findings": [</a:t>
            </a:r>
          </a:p>
          <a:p>
            <a:r>
              <a:t>        "Refactored wins 32/72 paired AUC-PRC comparisons; loses 40/72.",</a:t>
            </a:r>
          </a:p>
          <a:p>
            <a:r>
              <a:t>        "Overall descriptive macro mean: 0.2175 to 0.2049. Balancing is not consistently better.",</a:t>
            </a:r>
          </a:p>
          <a:p>
            <a:r>
              <a:t>        "Only RF level 20 and NN level 5 improve in six-project macro AUC-PRC.",</a:t>
            </a:r>
          </a:p>
          <a:p>
            <a:r>
              <a:t>        "Best score: Jira NN refactored, level 10 = 0.6036; test prevalence is 51.9%."</a:t>
            </a:r>
          </a:p>
          <a:p>
            <a:r>
              <a:t>      ],</a:t>
            </a:r>
          </a:p>
          <a:p>
            <a:r>
              <a:t>      "next_steps": [</a:t>
            </a:r>
          </a:p>
          <a:p>
            <a:r>
              <a:t>        "Keep the unweighted baseline as a candidate; do not assume balancing helps.",</a:t>
            </a:r>
          </a:p>
          <a:p>
            <a:r>
              <a:t>        "Baseline is a matched rerun on refactored features, not the original rich-feature pipeline.",</a:t>
            </a:r>
          </a:p>
          <a:p>
            <a:r>
              <a:t>        "Legacy 'XGboost' is sklearn GradientBoostingClassifier, not XGBClassifier.",</a:t>
            </a:r>
          </a:p>
          <a:p>
            <a:r>
              <a:t>        "Macro averages are descriptive, not significance evidence or cross-project transfer results."</a:t>
            </a:r>
          </a:p>
          <a:p>
            <a:r>
              <a:t>      ]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"project_splits": {</a:t>
            </a:r>
          </a:p>
          <a:p>
            <a:r>
              <a:t>    "Apache": {</a:t>
            </a:r>
          </a:p>
          <a:p>
            <a:r>
              <a:t>      "baseline_definition": "unweighted model-family rerun, not the published old pipeline",</a:t>
            </a:r>
          </a:p>
          <a:p>
            <a:r>
              <a:t>      "feature_policy": "same_pre_sprint_transform_for_both_variants",</a:t>
            </a:r>
          </a:p>
          <a:p>
            <a:r>
              <a:t>      "historical_pipeline_replayed": false,</a:t>
            </a:r>
          </a:p>
          <a:p>
            <a:r>
              <a:t>      "partitions": {</a:t>
            </a:r>
          </a:p>
          <a:p>
            <a:r>
              <a:t>        "test": {</a:t>
            </a:r>
          </a:p>
          <a:p>
            <a:r>
              <a:t>          "first_sprint_entry": "2022-02-08 03:48:19",</a:t>
            </a:r>
          </a:p>
          <a:p>
            <a:r>
              <a:t>          "last_sprint_entry": "2023-04-19 01:56:36",</a:t>
            </a:r>
          </a:p>
          <a:p>
            <a:r>
              <a:t>          "positive_counts": {</a:t>
            </a:r>
          </a:p>
          <a:p>
            <a:r>
              <a:t>            "10": 118,</a:t>
            </a:r>
          </a:p>
          <a:p>
            <a:r>
              <a:t>            "15": 81,</a:t>
            </a:r>
          </a:p>
          <a:p>
            <a:r>
              <a:t>            "20": 59,</a:t>
            </a:r>
          </a:p>
          <a:p>
            <a:r>
              <a:t>            "5": 190</a:t>
            </a:r>
          </a:p>
          <a:p>
            <a:r>
              <a:t>          },</a:t>
            </a:r>
          </a:p>
          <a:p>
            <a:r>
              <a:t>          "row_ids_sha256": "f5a472b25300a5f972102446ef2b28e776b1117cae8df5195362f7654ed201eb",</a:t>
            </a:r>
          </a:p>
          <a:p>
            <a:r>
              <a:t>          "rows": 1535,</a:t>
            </a:r>
          </a:p>
          <a:p>
            <a:r>
              <a:t>          "source_counts": {</a:t>
            </a:r>
          </a:p>
          <a:p>
            <a:r>
              <a:t>            "Apache": 1535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"first_sprint_entry": "2006-08-23 06:57:12",</a:t>
            </a:r>
          </a:p>
          <a:p>
            <a:r>
              <a:t>          "last_sprint_entry": "2019-07-03 17:27:45",</a:t>
            </a:r>
          </a:p>
          <a:p>
            <a:r>
              <a:t>          "positive_counts": {</a:t>
            </a:r>
          </a:p>
          <a:p>
            <a:r>
              <a:t>            "10": 284,</a:t>
            </a:r>
          </a:p>
          <a:p>
            <a:r>
              <a:t>            "15": 211,</a:t>
            </a:r>
          </a:p>
          <a:p>
            <a:r>
              <a:t>            "20": 173,</a:t>
            </a:r>
          </a:p>
          <a:p>
            <a:r>
              <a:t>            "5": 417</a:t>
            </a:r>
          </a:p>
          <a:p>
            <a:r>
              <a:t>          },</a:t>
            </a:r>
          </a:p>
          <a:p>
            <a:r>
              <a:t>          "row_ids_sha256": "31f7e50759794d461c487df67552c0e9dadc09c7d1f3bacf37439ebb3d53ce7c",</a:t>
            </a:r>
          </a:p>
          <a:p>
            <a:r>
              <a:t>          "rows": 4603,</a:t>
            </a:r>
          </a:p>
          <a:p>
            <a:r>
              <a:t>          "source_counts": {</a:t>
            </a:r>
          </a:p>
          <a:p>
            <a:r>
              <a:t>            "Apache": 4603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"first_sprint_entry": "2019-07-03 18:19:55",</a:t>
            </a:r>
          </a:p>
          <a:p>
            <a:r>
              <a:t>          "last_sprint_entry": "2022-02-08 03:22:31",</a:t>
            </a:r>
          </a:p>
          <a:p>
            <a:r>
              <a:t>          "positive_counts": {</a:t>
            </a:r>
          </a:p>
          <a:p>
            <a:r>
              <a:t>            "10": 208,</a:t>
            </a:r>
          </a:p>
          <a:p>
            <a:r>
              <a:t>            "15": 165,</a:t>
            </a:r>
          </a:p>
          <a:p>
            <a:r>
              <a:t>            "20": 145,</a:t>
            </a:r>
          </a:p>
          <a:p>
            <a:r>
              <a:t>            "5": 271</a:t>
            </a:r>
          </a:p>
          <a:p>
            <a:r>
              <a:t>          },</a:t>
            </a:r>
          </a:p>
          <a:p>
            <a:r>
              <a:t>          "row_ids_sha256": "807e631475ee4a225686ba299c383ce17ab27c0bf436684ca5dfa9df6d7ff80c",</a:t>
            </a:r>
          </a:p>
          <a:p>
            <a:r>
              <a:t>          "rows": 1534,</a:t>
            </a:r>
          </a:p>
          <a:p>
            <a:r>
              <a:t>          "source_counts": {</a:t>
            </a:r>
          </a:p>
          <a:p>
            <a:r>
              <a:t>            "Apache": 1534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"project": "Apache",</a:t>
            </a:r>
          </a:p>
          <a:p>
            <a:r>
              <a:t>      "protocol": "within-project",</a:t>
            </a:r>
          </a:p>
          <a:p>
            <a:r>
              <a:t>      "selection_metric": "validation_auc_prc",</a:t>
            </a:r>
          </a:p>
          <a:p>
            <a:r>
              <a:t>      "test_weights": "none",</a:t>
            </a:r>
          </a:p>
          <a:p>
            <a:r>
              <a:t>      "versions": {</a:t>
            </a:r>
          </a:p>
          <a:p>
            <a:r>
              <a:t>        "numpy": "1.23.5",</a:t>
            </a:r>
          </a:p>
          <a:p>
            <a:r>
              <a:t>        "pandas": "2.0.1",</a:t>
            </a:r>
          </a:p>
          <a:p>
            <a:r>
              <a:t>        "sklearn": "1.2.2"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"Hyperledger": {</a:t>
            </a:r>
          </a:p>
          <a:p>
            <a:r>
              <a:t>      "baseline_definition": "unweighted model-family rerun, not the published old pipeline",</a:t>
            </a:r>
          </a:p>
          <a:p>
            <a:r>
              <a:t>      "feature_policy": "same_pre_sprint_transform_for_both_variants",</a:t>
            </a:r>
          </a:p>
          <a:p>
            <a:r>
              <a:t>      "historical_pipeline_replayed": false,</a:t>
            </a:r>
          </a:p>
          <a:p>
            <a:r>
              <a:t>      "partitions": {</a:t>
            </a:r>
          </a:p>
          <a:p>
            <a:r>
              <a:t>        "test": {</a:t>
            </a:r>
          </a:p>
          <a:p>
            <a:r>
              <a:t>          "first_sprint_entry": "2019-02-27 04:31:03",</a:t>
            </a:r>
          </a:p>
          <a:p>
            <a:r>
              <a:t>          "last_sprint_entry": "2021-07-01 22:13:28",</a:t>
            </a:r>
          </a:p>
          <a:p>
            <a:r>
              <a:t>          "positive_counts": {</a:t>
            </a:r>
          </a:p>
          <a:p>
            <a:r>
              <a:t>            "10": 142,</a:t>
            </a:r>
          </a:p>
          <a:p>
            <a:r>
              <a:t>            "15": 122,</a:t>
            </a:r>
          </a:p>
          <a:p>
            <a:r>
              <a:t>            "20": 112,</a:t>
            </a:r>
          </a:p>
          <a:p>
            <a:r>
              <a:t>            "5": 176</a:t>
            </a:r>
          </a:p>
          <a:p>
            <a:r>
              <a:t>          },</a:t>
            </a:r>
          </a:p>
          <a:p>
            <a:r>
              <a:t>          "row_ids_sha256": "a141a1d826708a3474e44fb82a0d5fe4f9e413a0fd9e6d870ac62668cf5719ae",</a:t>
            </a:r>
          </a:p>
          <a:p>
            <a:r>
              <a:t>          "rows": 964,</a:t>
            </a:r>
          </a:p>
          <a:p>
            <a:r>
              <a:t>          "source_counts": {</a:t>
            </a:r>
          </a:p>
          <a:p>
            <a:r>
              <a:t>            "Hyperledger": 964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"first_sprint_entry": "2016-08-12 14:07:02",</a:t>
            </a:r>
          </a:p>
          <a:p>
            <a:r>
              <a:t>          "last_sprint_entry": "2018-04-27 13:55:58",</a:t>
            </a:r>
          </a:p>
          <a:p>
            <a:r>
              <a:t>          "positive_counts": {</a:t>
            </a:r>
          </a:p>
          <a:p>
            <a:r>
              <a:t>            "10": 336,</a:t>
            </a:r>
          </a:p>
          <a:p>
            <a:r>
              <a:t>            "15": 279,</a:t>
            </a:r>
          </a:p>
          <a:p>
            <a:r>
              <a:t>            "20": 246,</a:t>
            </a:r>
          </a:p>
          <a:p>
            <a:r>
              <a:t>            "5": 420</a:t>
            </a:r>
          </a:p>
          <a:p>
            <a:r>
              <a:t>          },</a:t>
            </a:r>
          </a:p>
          <a:p>
            <a:r>
              <a:t>          "row_ids_sha256": "550111cd493cbe1d650f75433b8ea5dea3ad7e3c020200328ad47cd9b91c681c",</a:t>
            </a:r>
          </a:p>
          <a:p>
            <a:r>
              <a:t>          "rows": 2889,</a:t>
            </a:r>
          </a:p>
          <a:p>
            <a:r>
              <a:t>          "source_counts": {</a:t>
            </a:r>
          </a:p>
          <a:p>
            <a:r>
              <a:t>            "Hyperledger": 2889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"first_sprint_entry": "2018-04-27 15:22:44",</a:t>
            </a:r>
          </a:p>
          <a:p>
            <a:r>
              <a:t>          "last_sprint_entry": "2019-02-27 04:29:28",</a:t>
            </a:r>
          </a:p>
          <a:p>
            <a:r>
              <a:t>          "positive_counts": {</a:t>
            </a:r>
          </a:p>
          <a:p>
            <a:r>
              <a:t>            "10": 135,</a:t>
            </a:r>
          </a:p>
          <a:p>
            <a:r>
              <a:t>            "15": 115,</a:t>
            </a:r>
          </a:p>
          <a:p>
            <a:r>
              <a:t>            "20": 98,</a:t>
            </a:r>
          </a:p>
          <a:p>
            <a:r>
              <a:t>            "5": 158</a:t>
            </a:r>
          </a:p>
          <a:p>
            <a:r>
              <a:t>          },</a:t>
            </a:r>
          </a:p>
          <a:p>
            <a:r>
              <a:t>          "row_ids_sha256": "38d1aa877f2f20d669570bdbebba8490f28d55dbb05b08026fc3de19d7764079",</a:t>
            </a:r>
          </a:p>
          <a:p>
            <a:r>
              <a:t>          "rows": 963,</a:t>
            </a:r>
          </a:p>
          <a:p>
            <a:r>
              <a:t>          "source_counts": {</a:t>
            </a:r>
          </a:p>
          <a:p>
            <a:r>
              <a:t>            "Hyperledger": 963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"project": "Hyperledger",</a:t>
            </a:r>
          </a:p>
          <a:p>
            <a:r>
              <a:t>      "protocol": "within-project",</a:t>
            </a:r>
          </a:p>
          <a:p>
            <a:r>
              <a:t>      "selection_metric": "validation_auc_prc",</a:t>
            </a:r>
          </a:p>
          <a:p>
            <a:r>
              <a:t>      "test_weights": "none",</a:t>
            </a:r>
          </a:p>
          <a:p>
            <a:r>
              <a:t>      "versions": {</a:t>
            </a:r>
          </a:p>
          <a:p>
            <a:r>
              <a:t>        "numpy": "1.23.5",</a:t>
            </a:r>
          </a:p>
          <a:p>
            <a:r>
              <a:t>        "pandas": "2.0.1",</a:t>
            </a:r>
          </a:p>
          <a:p>
            <a:r>
              <a:t>        "sklearn": "1.2.2"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"IntelDAOS": {</a:t>
            </a:r>
          </a:p>
          <a:p>
            <a:r>
              <a:t>      "baseline_definition": "unweighted model-family rerun, not the published old pipeline",</a:t>
            </a:r>
          </a:p>
          <a:p>
            <a:r>
              <a:t>      "feature_policy": "same_pre_sprint_transform_for_both_variants",</a:t>
            </a:r>
          </a:p>
          <a:p>
            <a:r>
              <a:t>      "historical_pipeline_replayed": false,</a:t>
            </a:r>
          </a:p>
          <a:p>
            <a:r>
              <a:t>      "partitions": {</a:t>
            </a:r>
          </a:p>
          <a:p>
            <a:r>
              <a:t>        "test": {</a:t>
            </a:r>
          </a:p>
          <a:p>
            <a:r>
              <a:t>          "first_sprint_entry": "2020-01-22 10:52:40",</a:t>
            </a:r>
          </a:p>
          <a:p>
            <a:r>
              <a:t>          "last_sprint_entry": "2021-01-11 19:45:00",</a:t>
            </a:r>
          </a:p>
          <a:p>
            <a:r>
              <a:t>          "positive_counts": {</a:t>
            </a:r>
          </a:p>
          <a:p>
            <a:r>
              <a:t>            "10": 29,</a:t>
            </a:r>
          </a:p>
          <a:p>
            <a:r>
              <a:t>            "15": 24,</a:t>
            </a:r>
          </a:p>
          <a:p>
            <a:r>
              <a:t>            "20": 22,</a:t>
            </a:r>
          </a:p>
          <a:p>
            <a:r>
              <a:t>            "5": 32</a:t>
            </a:r>
          </a:p>
          <a:p>
            <a:r>
              <a:t>          },</a:t>
            </a:r>
          </a:p>
          <a:p>
            <a:r>
              <a:t>          "row_ids_sha256": "e194270d27ce6ee532348e561e05b2a8ebfb96c49736493fc18b10babad7b596",</a:t>
            </a:r>
          </a:p>
          <a:p>
            <a:r>
              <a:t>          "rows": 334,</a:t>
            </a:r>
          </a:p>
          <a:p>
            <a:r>
              <a:t>          "source_counts": {</a:t>
            </a:r>
          </a:p>
          <a:p>
            <a:r>
              <a:t>            "IntelDAOS": 334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"first_sprint_entry": "2016-04-06 02:31:57",</a:t>
            </a:r>
          </a:p>
          <a:p>
            <a:r>
              <a:t>          "last_sprint_entry": "2019-01-29 12:34:36",</a:t>
            </a:r>
          </a:p>
          <a:p>
            <a:r>
              <a:t>          "positive_counts": {</a:t>
            </a:r>
          </a:p>
          <a:p>
            <a:r>
              <a:t>            "10": 80,</a:t>
            </a:r>
          </a:p>
          <a:p>
            <a:r>
              <a:t>            "15": 54,</a:t>
            </a:r>
          </a:p>
          <a:p>
            <a:r>
              <a:t>            "20": 39,</a:t>
            </a:r>
          </a:p>
          <a:p>
            <a:r>
              <a:t>            "5": 126</a:t>
            </a:r>
          </a:p>
          <a:p>
            <a:r>
              <a:t>          },</a:t>
            </a:r>
          </a:p>
          <a:p>
            <a:r>
              <a:t>          "row_ids_sha256": "50110dd6267bbe21a5d93775e462555ed9acf131a5543619cc74bd7d5b45c55e",</a:t>
            </a:r>
          </a:p>
          <a:p>
            <a:r>
              <a:t>          "rows": 999,</a:t>
            </a:r>
          </a:p>
          <a:p>
            <a:r>
              <a:t>          "source_counts": {</a:t>
            </a:r>
          </a:p>
          <a:p>
            <a:r>
              <a:t>            "IntelDAOS": 999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"first_sprint_entry": "2019-02-05 07:51:34",</a:t>
            </a:r>
          </a:p>
          <a:p>
            <a:r>
              <a:t>          "last_sprint_entry": "2020-01-22 10:52:40",</a:t>
            </a:r>
          </a:p>
          <a:p>
            <a:r>
              <a:t>          "positive_counts": {</a:t>
            </a:r>
          </a:p>
          <a:p>
            <a:r>
              <a:t>            "10": 42,</a:t>
            </a:r>
          </a:p>
          <a:p>
            <a:r>
              <a:t>            "15": 38,</a:t>
            </a:r>
          </a:p>
          <a:p>
            <a:r>
              <a:t>            "20": 30,</a:t>
            </a:r>
          </a:p>
          <a:p>
            <a:r>
              <a:t>            "5": 52</a:t>
            </a:r>
          </a:p>
          <a:p>
            <a:r>
              <a:t>          },</a:t>
            </a:r>
          </a:p>
          <a:p>
            <a:r>
              <a:t>          "row_ids_sha256": "27d791d7403024d341a4d5828828fc90afa482be5764720491b93c85d39fb4bf",</a:t>
            </a:r>
          </a:p>
          <a:p>
            <a:r>
              <a:t>          "rows": 333,</a:t>
            </a:r>
          </a:p>
          <a:p>
            <a:r>
              <a:t>          "source_counts": {</a:t>
            </a:r>
          </a:p>
          <a:p>
            <a:r>
              <a:t>            "IntelDAOS": 333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"project": "IntelDAOS",</a:t>
            </a:r>
          </a:p>
          <a:p>
            <a:r>
              <a:t>      "protocol": "within-project",</a:t>
            </a:r>
          </a:p>
          <a:p>
            <a:r>
              <a:t>      "selection_metric": "validation_auc_prc",</a:t>
            </a:r>
          </a:p>
          <a:p>
            <a:r>
              <a:t>      "test_weights": "none",</a:t>
            </a:r>
          </a:p>
          <a:p>
            <a:r>
              <a:t>      "versions": {</a:t>
            </a:r>
          </a:p>
          <a:p>
            <a:r>
              <a:t>        "numpy": "1.23.5",</a:t>
            </a:r>
          </a:p>
          <a:p>
            <a:r>
              <a:t>        "pandas": "2.0.1",</a:t>
            </a:r>
          </a:p>
          <a:p>
            <a:r>
              <a:t>        "sklearn": "1.2.2"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"Jira": {</a:t>
            </a:r>
          </a:p>
          <a:p>
            <a:r>
              <a:t>      "baseline_definition": "unweighted model-family rerun, not the published old pipeline",</a:t>
            </a:r>
          </a:p>
          <a:p>
            <a:r>
              <a:t>      "feature_policy": "same_pre_sprint_transform_for_both_variants",</a:t>
            </a:r>
          </a:p>
          <a:p>
            <a:r>
              <a:t>      "historical_pipeline_replayed": false,</a:t>
            </a:r>
          </a:p>
          <a:p>
            <a:r>
              <a:t>      "partitions": {</a:t>
            </a:r>
          </a:p>
          <a:p>
            <a:r>
              <a:t>        "test": {</a:t>
            </a:r>
          </a:p>
          <a:p>
            <a:r>
              <a:t>          "first_sprint_entry": "2015-11-16 00:07:29",</a:t>
            </a:r>
          </a:p>
          <a:p>
            <a:r>
              <a:t>          "last_sprint_entry": "2023-01-27 02:40:56",</a:t>
            </a:r>
          </a:p>
          <a:p>
            <a:r>
              <a:t>          "positive_counts": {</a:t>
            </a:r>
          </a:p>
          <a:p>
            <a:r>
              <a:t>            "10": 164,</a:t>
            </a:r>
          </a:p>
          <a:p>
            <a:r>
              <a:t>            "15": 160,</a:t>
            </a:r>
          </a:p>
          <a:p>
            <a:r>
              <a:t>            "20": 41,</a:t>
            </a:r>
          </a:p>
          <a:p>
            <a:r>
              <a:t>            "5": 170</a:t>
            </a:r>
          </a:p>
          <a:p>
            <a:r>
              <a:t>          },</a:t>
            </a:r>
          </a:p>
          <a:p>
            <a:r>
              <a:t>          "row_ids_sha256": "391abdec6c68bda5a77c5b4c50801221513238224174dd07c742498f06df9a6e",</a:t>
            </a:r>
          </a:p>
          <a:p>
            <a:r>
              <a:t>          "rows": 316,</a:t>
            </a:r>
          </a:p>
          <a:p>
            <a:r>
              <a:t>          "source_counts": {</a:t>
            </a:r>
          </a:p>
          <a:p>
            <a:r>
              <a:t>            "Jira": 316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"first_sprint_entry": "2012-02-08 00:06:30",</a:t>
            </a:r>
          </a:p>
          <a:p>
            <a:r>
              <a:t>          "last_sprint_entry": "2013-08-29 09:05:00",</a:t>
            </a:r>
          </a:p>
          <a:p>
            <a:r>
              <a:t>          "positive_counts": {</a:t>
            </a:r>
          </a:p>
          <a:p>
            <a:r>
              <a:t>            "10": 207,</a:t>
            </a:r>
          </a:p>
          <a:p>
            <a:r>
              <a:t>            "15": 197,</a:t>
            </a:r>
          </a:p>
          <a:p>
            <a:r>
              <a:t>            "20": 120,</a:t>
            </a:r>
          </a:p>
          <a:p>
            <a:r>
              <a:t>            "5": 221</a:t>
            </a:r>
          </a:p>
          <a:p>
            <a:r>
              <a:t>          },</a:t>
            </a:r>
          </a:p>
          <a:p>
            <a:r>
              <a:t>          "row_ids_sha256": "b89d2eae86f99e64643e46593c6b80763322ac19c2bddf038ba37c30112b2fe8",</a:t>
            </a:r>
          </a:p>
          <a:p>
            <a:r>
              <a:t>          "rows": 944,</a:t>
            </a:r>
          </a:p>
          <a:p>
            <a:r>
              <a:t>          "source_counts": {</a:t>
            </a:r>
          </a:p>
          <a:p>
            <a:r>
              <a:t>            "Jira": 944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"first_sprint_entry": "2013-08-29 12:21:51",</a:t>
            </a:r>
          </a:p>
          <a:p>
            <a:r>
              <a:t>          "last_sprint_entry": "2015-11-16 00:07:26",</a:t>
            </a:r>
          </a:p>
          <a:p>
            <a:r>
              <a:t>          "positive_counts": {</a:t>
            </a:r>
          </a:p>
          <a:p>
            <a:r>
              <a:t>            "10": 152,</a:t>
            </a:r>
          </a:p>
          <a:p>
            <a:r>
              <a:t>            "15": 143,</a:t>
            </a:r>
          </a:p>
          <a:p>
            <a:r>
              <a:t>            "20": 19,</a:t>
            </a:r>
          </a:p>
          <a:p>
            <a:r>
              <a:t>            "5": 154</a:t>
            </a:r>
          </a:p>
          <a:p>
            <a:r>
              <a:t>          },</a:t>
            </a:r>
          </a:p>
          <a:p>
            <a:r>
              <a:t>          "row_ids_sha256": "4271654930c7aade78ab7690a945812082432576a04e35af633631d903a1b48b",</a:t>
            </a:r>
          </a:p>
          <a:p>
            <a:r>
              <a:t>          "rows": 314,</a:t>
            </a:r>
          </a:p>
          <a:p>
            <a:r>
              <a:t>          "source_counts": {</a:t>
            </a:r>
          </a:p>
          <a:p>
            <a:r>
              <a:t>            "Jira": 314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"project": "Jira",</a:t>
            </a:r>
          </a:p>
          <a:p>
            <a:r>
              <a:t>      "protocol": "within-project",</a:t>
            </a:r>
          </a:p>
          <a:p>
            <a:r>
              <a:t>      "selection_metric": "validation_auc_prc",</a:t>
            </a:r>
          </a:p>
          <a:p>
            <a:r>
              <a:t>      "test_weights": "none",</a:t>
            </a:r>
          </a:p>
          <a:p>
            <a:r>
              <a:t>      "versions": {</a:t>
            </a:r>
          </a:p>
          <a:p>
            <a:r>
              <a:t>        "numpy": "1.23.5",</a:t>
            </a:r>
          </a:p>
          <a:p>
            <a:r>
              <a:t>        "pandas": "2.0.1",</a:t>
            </a:r>
          </a:p>
          <a:p>
            <a:r>
              <a:t>        "sklearn": "1.2.2"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"MariaDB": {</a:t>
            </a:r>
          </a:p>
          <a:p>
            <a:r>
              <a:t>      "baseline_definition": "unweighted model-family rerun, not the published old pipeline",</a:t>
            </a:r>
          </a:p>
          <a:p>
            <a:r>
              <a:t>      "feature_policy": "same_pre_sprint_transform_for_both_variants",</a:t>
            </a:r>
          </a:p>
          <a:p>
            <a:r>
              <a:t>      "historical_pipeline_replayed": false,</a:t>
            </a:r>
          </a:p>
          <a:p>
            <a:r>
              <a:t>      "partitions": {</a:t>
            </a:r>
          </a:p>
          <a:p>
            <a:r>
              <a:t>        "test": {</a:t>
            </a:r>
          </a:p>
          <a:p>
            <a:r>
              <a:t>          "first_sprint_entry": "2021-03-05 17:11:17",</a:t>
            </a:r>
          </a:p>
          <a:p>
            <a:r>
              <a:t>          "last_sprint_entry": "2023-04-04 10:33:05",</a:t>
            </a:r>
          </a:p>
          <a:p>
            <a:r>
              <a:t>          "positive_counts": {</a:t>
            </a:r>
          </a:p>
          <a:p>
            <a:r>
              <a:t>            "10": 44,</a:t>
            </a:r>
          </a:p>
          <a:p>
            <a:r>
              <a:t>            "15": 33,</a:t>
            </a:r>
          </a:p>
          <a:p>
            <a:r>
              <a:t>            "20": 28,</a:t>
            </a:r>
          </a:p>
          <a:p>
            <a:r>
              <a:t>            "5": 61</a:t>
            </a:r>
          </a:p>
          <a:p>
            <a:r>
              <a:t>          },</a:t>
            </a:r>
          </a:p>
          <a:p>
            <a:r>
              <a:t>          "row_ids_sha256": "32569f81abe52dccb12160de2eb366b8e23217c85873d445c6dcc9ae5eba8733",</a:t>
            </a:r>
          </a:p>
          <a:p>
            <a:r>
              <a:t>          "rows": 398,</a:t>
            </a:r>
          </a:p>
          <a:p>
            <a:r>
              <a:t>          "source_counts": {</a:t>
            </a:r>
          </a:p>
          <a:p>
            <a:r>
              <a:t>            "MariaDB": 398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"first_sprint_entry": "2014-05-27 14:43:09",</a:t>
            </a:r>
          </a:p>
          <a:p>
            <a:r>
              <a:t>          "last_sprint_entry": "2019-02-04 16:44:24",</a:t>
            </a:r>
          </a:p>
          <a:p>
            <a:r>
              <a:t>          "positive_counts": {</a:t>
            </a:r>
          </a:p>
          <a:p>
            <a:r>
              <a:t>            "10": 100,</a:t>
            </a:r>
          </a:p>
          <a:p>
            <a:r>
              <a:t>            "15": 84,</a:t>
            </a:r>
          </a:p>
          <a:p>
            <a:r>
              <a:t>            "20": 77,</a:t>
            </a:r>
          </a:p>
          <a:p>
            <a:r>
              <a:t>            "5": 125</a:t>
            </a:r>
          </a:p>
          <a:p>
            <a:r>
              <a:t>          },</a:t>
            </a:r>
          </a:p>
          <a:p>
            <a:r>
              <a:t>          "row_ids_sha256": "6a15b9a09abfa1d7943452b9de7b48f1aa7389033984fb1ab0f4adb768e9e1e6",</a:t>
            </a:r>
          </a:p>
          <a:p>
            <a:r>
              <a:t>          "rows": 1189,</a:t>
            </a:r>
          </a:p>
          <a:p>
            <a:r>
              <a:t>          "source_counts": {</a:t>
            </a:r>
          </a:p>
          <a:p>
            <a:r>
              <a:t>            "MariaDB": 1189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"first_sprint_entry": "2019-02-05 07:53:45",</a:t>
            </a:r>
          </a:p>
          <a:p>
            <a:r>
              <a:t>          "last_sprint_entry": "2021-03-05 12:46:10",</a:t>
            </a:r>
          </a:p>
          <a:p>
            <a:r>
              <a:t>          "positive_counts": {</a:t>
            </a:r>
          </a:p>
          <a:p>
            <a:r>
              <a:t>            "10": 18,</a:t>
            </a:r>
          </a:p>
          <a:p>
            <a:r>
              <a:t>            "15": 16,</a:t>
            </a:r>
          </a:p>
          <a:p>
            <a:r>
              <a:t>            "20": 12,</a:t>
            </a:r>
          </a:p>
          <a:p>
            <a:r>
              <a:t>            "5": 26</a:t>
            </a:r>
          </a:p>
          <a:p>
            <a:r>
              <a:t>          },</a:t>
            </a:r>
          </a:p>
          <a:p>
            <a:r>
              <a:t>          "row_ids_sha256": "07c50b9e91fbdc52013a00aaa728136366303a2c1867b2aee250f56c6f52cee3",</a:t>
            </a:r>
          </a:p>
          <a:p>
            <a:r>
              <a:t>          "rows": 396,</a:t>
            </a:r>
          </a:p>
          <a:p>
            <a:r>
              <a:t>          "source_counts": {</a:t>
            </a:r>
          </a:p>
          <a:p>
            <a:r>
              <a:t>            "MariaDB": 396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"project": "MariaDB",</a:t>
            </a:r>
          </a:p>
          <a:p>
            <a:r>
              <a:t>      "protocol": "within-project",</a:t>
            </a:r>
          </a:p>
          <a:p>
            <a:r>
              <a:t>      "selection_metric": "validation_auc_prc",</a:t>
            </a:r>
          </a:p>
          <a:p>
            <a:r>
              <a:t>      "test_weights": "none",</a:t>
            </a:r>
          </a:p>
          <a:p>
            <a:r>
              <a:t>      "versions": {</a:t>
            </a:r>
          </a:p>
          <a:p>
            <a:r>
              <a:t>        "numpy": "1.23.5",</a:t>
            </a:r>
          </a:p>
          <a:p>
            <a:r>
              <a:t>        "pandas": "2.0.1",</a:t>
            </a:r>
          </a:p>
          <a:p>
            <a:r>
              <a:t>        "sklearn": "1.2.2"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"Qt": {</a:t>
            </a:r>
          </a:p>
          <a:p>
            <a:r>
              <a:t>      "baseline_definition": "unweighted model-family rerun, not the published old pipeline",</a:t>
            </a:r>
          </a:p>
          <a:p>
            <a:r>
              <a:t>      "feature_policy": "same_pre_sprint_transform_for_both_variants",</a:t>
            </a:r>
          </a:p>
          <a:p>
            <a:r>
              <a:t>      "historical_pipeline_replayed": false,</a:t>
            </a:r>
          </a:p>
          <a:p>
            <a:r>
              <a:t>      "partitions": {</a:t>
            </a:r>
          </a:p>
          <a:p>
            <a:r>
              <a:t>        "test": {</a:t>
            </a:r>
          </a:p>
          <a:p>
            <a:r>
              <a:t>          "first_sprint_entry": "2022-08-24 15:41:42",</a:t>
            </a:r>
          </a:p>
          <a:p>
            <a:r>
              <a:t>          "last_sprint_entry": "2023-04-27 18:22:56",</a:t>
            </a:r>
          </a:p>
          <a:p>
            <a:r>
              <a:t>          "positive_counts": {</a:t>
            </a:r>
          </a:p>
          <a:p>
            <a:r>
              <a:t>            "10": 60,</a:t>
            </a:r>
          </a:p>
          <a:p>
            <a:r>
              <a:t>            "15": 43,</a:t>
            </a:r>
          </a:p>
          <a:p>
            <a:r>
              <a:t>            "20": 34,</a:t>
            </a:r>
          </a:p>
          <a:p>
            <a:r>
              <a:t>            "5": 118</a:t>
            </a:r>
          </a:p>
          <a:p>
            <a:r>
              <a:t>          },</a:t>
            </a:r>
          </a:p>
          <a:p>
            <a:r>
              <a:t>          "row_ids_sha256": "348b2c748a858112d8e6ea3e97459a85df3f9159a1da7df1b2f651efcbf23399",</a:t>
            </a:r>
          </a:p>
          <a:p>
            <a:r>
              <a:t>          "rows": 1223,</a:t>
            </a:r>
          </a:p>
          <a:p>
            <a:r>
              <a:t>          "source_counts": {</a:t>
            </a:r>
          </a:p>
          <a:p>
            <a:r>
              <a:t>            "Qt": 1223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"first_sprint_entry": "2016-11-17 12:16:04",</a:t>
            </a:r>
          </a:p>
          <a:p>
            <a:r>
              <a:t>          "last_sprint_entry": "2021-11-22 08:44:53",</a:t>
            </a:r>
          </a:p>
          <a:p>
            <a:r>
              <a:t>          "positive_counts": {</a:t>
            </a:r>
          </a:p>
          <a:p>
            <a:r>
              <a:t>            "10": 291,</a:t>
            </a:r>
          </a:p>
          <a:p>
            <a:r>
              <a:t>            "15": 233,</a:t>
            </a:r>
          </a:p>
          <a:p>
            <a:r>
              <a:t>            "20": 198,</a:t>
            </a:r>
          </a:p>
          <a:p>
            <a:r>
              <a:t>            "5": 389</a:t>
            </a:r>
          </a:p>
          <a:p>
            <a:r>
              <a:t>          },</a:t>
            </a:r>
          </a:p>
          <a:p>
            <a:r>
              <a:t>          "row_ids_sha256": "31a2e8a9b43077e1a1c3f3e9781ccb6fb4f5dc2aae34d048d8f7b611af373829",</a:t>
            </a:r>
          </a:p>
          <a:p>
            <a:r>
              <a:t>          "rows": 3666,</a:t>
            </a:r>
          </a:p>
          <a:p>
            <a:r>
              <a:t>          "source_counts": {</a:t>
            </a:r>
          </a:p>
          <a:p>
            <a:r>
              <a:t>            "Qt": 3666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"first_sprint_entry": "2021-11-22 08:49:29",</a:t>
            </a:r>
          </a:p>
          <a:p>
            <a:r>
              <a:t>          "last_sprint_entry": "2022-08-24 15:40:41",</a:t>
            </a:r>
          </a:p>
          <a:p>
            <a:r>
              <a:t>          "positive_counts": {</a:t>
            </a:r>
          </a:p>
          <a:p>
            <a:r>
              <a:t>            "10": 69,</a:t>
            </a:r>
          </a:p>
          <a:p>
            <a:r>
              <a:t>            "15": 58,</a:t>
            </a:r>
          </a:p>
          <a:p>
            <a:r>
              <a:t>            "20": 48,</a:t>
            </a:r>
          </a:p>
          <a:p>
            <a:r>
              <a:t>            "5": 84</a:t>
            </a:r>
          </a:p>
          <a:p>
            <a:r>
              <a:t>          },</a:t>
            </a:r>
          </a:p>
          <a:p>
            <a:r>
              <a:t>          "row_ids_sha256": "b642f38b0b53f23ae37afe02490b6d9d332957d2a68e8b852ebdc2ebd09b3181",</a:t>
            </a:r>
          </a:p>
          <a:p>
            <a:r>
              <a:t>          "rows": 1222,</a:t>
            </a:r>
          </a:p>
          <a:p>
            <a:r>
              <a:t>          "source_counts": {</a:t>
            </a:r>
          </a:p>
          <a:p>
            <a:r>
              <a:t>            "Qt": 1222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"project": "Qt",</a:t>
            </a:r>
          </a:p>
          <a:p>
            <a:r>
              <a:t>      "protocol": "within-project",</a:t>
            </a:r>
          </a:p>
          <a:p>
            <a:r>
              <a:t>      "selection_metric": "validation_auc_prc",</a:t>
            </a:r>
          </a:p>
          <a:p>
            <a:r>
              <a:t>      "test_weights": "none",</a:t>
            </a:r>
          </a:p>
          <a:p>
            <a:r>
              <a:t>      "versions": {</a:t>
            </a:r>
          </a:p>
          <a:p>
            <a:r>
              <a:t>        "numpy": "1.23.5",</a:t>
            </a:r>
          </a:p>
          <a:p>
            <a:r>
              <a:t>        "pandas": "2.0.1",</a:t>
            </a:r>
          </a:p>
          <a:p>
            <a:r>
              <a:t>        "sklearn": "1.2.2"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https://github.com/yakovelmaleh/Master/pull/357</a:t>
            </a:r>
          </a:p>
          <a:p>
            <a:r>
              <a:t>Artifact commit: 028b4e40f81ce29f00ae561f795a6df8a52adb7b</a:t>
            </a:r>
          </a:p>
          <a:p>
            <a:r>
              <a:t>Bundle: Tasks/task-summaries/validate-refactored-model-per-dataset-20260927-134055</a:t>
            </a:r>
          </a:p>
          <a:p>
            <a:r>
              <a:t>Cluster run: 20260924-212251-041726; appended September 27, 2026.</a:t>
            </a:r>
          </a:p>
          <a:p>
            <a:r>
              <a:t>RESULTS.csv provides 144 reported test metrics. split_manifest.json supplies partition counts and policies. These scores were aggregated, not recomputed from individual predictions. All project/model/level cases receive equal macro weight.</a:t>
            </a:r>
          </a:p>
          <a:p>
            <a:r>
              <a:t>{</a:t>
            </a:r>
          </a:p>
          <a:p>
            <a:r>
              <a:t>  "totals": {</a:t>
            </a:r>
          </a:p>
          <a:p>
            <a:r>
              <a:t>    "train": 14290,</a:t>
            </a:r>
          </a:p>
          <a:p>
            <a:r>
              <a:t>    "validation": 4762,</a:t>
            </a:r>
          </a:p>
          <a:p>
            <a:r>
              <a:t>    "test": 4770</a:t>
            </a:r>
          </a:p>
          <a:p>
            <a:r>
              <a:t>  },</a:t>
            </a:r>
          </a:p>
          <a:p>
            <a:r>
              <a:t>  "macro_results": [</a:t>
            </a:r>
          </a:p>
          <a:p>
            <a:r>
              <a:t>    [</a:t>
            </a:r>
          </a:p>
          <a:p>
            <a:r>
              <a:t>      "RF",</a:t>
            </a:r>
          </a:p>
          <a:p>
            <a:r>
              <a:t>      "5",</a:t>
            </a:r>
          </a:p>
          <a:p>
            <a:r>
              <a:t>      "0.2776",</a:t>
            </a:r>
          </a:p>
          <a:p>
            <a:r>
              <a:t>      "0.2661",</a:t>
            </a:r>
          </a:p>
          <a:p>
            <a:r>
              <a:t>      "-0.0115"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"RF",</a:t>
            </a:r>
          </a:p>
          <a:p>
            <a:r>
              <a:t>      "10",</a:t>
            </a:r>
          </a:p>
          <a:p>
            <a:r>
              <a:t>      "0.2387",</a:t>
            </a:r>
          </a:p>
          <a:p>
            <a:r>
              <a:t>      "0.2249",</a:t>
            </a:r>
          </a:p>
          <a:p>
            <a:r>
              <a:t>      "-0.0138"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"RF",</a:t>
            </a:r>
          </a:p>
          <a:p>
            <a:r>
              <a:t>      "15",</a:t>
            </a:r>
          </a:p>
          <a:p>
            <a:r>
              <a:t>      "0.2114",</a:t>
            </a:r>
          </a:p>
          <a:p>
            <a:r>
              <a:t>      "0.1985",</a:t>
            </a:r>
          </a:p>
          <a:p>
            <a:r>
              <a:t>      "-0.0130"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"RF",</a:t>
            </a:r>
          </a:p>
          <a:p>
            <a:r>
              <a:t>      "20",</a:t>
            </a:r>
          </a:p>
          <a:p>
            <a:r>
              <a:t>      "0.1420",</a:t>
            </a:r>
          </a:p>
          <a:p>
            <a:r>
              <a:t>      "0.1505",</a:t>
            </a:r>
          </a:p>
          <a:p>
            <a:r>
              <a:t>      "+0.0085"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"Legacy boosting",</a:t>
            </a:r>
          </a:p>
          <a:p>
            <a:r>
              <a:t>      "5",</a:t>
            </a:r>
          </a:p>
          <a:p>
            <a:r>
              <a:t>      "0.2704",</a:t>
            </a:r>
          </a:p>
          <a:p>
            <a:r>
              <a:t>      "0.2577",</a:t>
            </a:r>
          </a:p>
          <a:p>
            <a:r>
              <a:t>      "-0.0126"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"Legacy boosting",</a:t>
            </a:r>
          </a:p>
          <a:p>
            <a:r>
              <a:t>      "10",</a:t>
            </a:r>
          </a:p>
          <a:p>
            <a:r>
              <a:t>      "0.2428",</a:t>
            </a:r>
          </a:p>
          <a:p>
            <a:r>
              <a:t>      "0.2304",</a:t>
            </a:r>
          </a:p>
          <a:p>
            <a:r>
              <a:t>      "-0.0125"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"Legacy boosting",</a:t>
            </a:r>
          </a:p>
          <a:p>
            <a:r>
              <a:t>      "15",</a:t>
            </a:r>
          </a:p>
          <a:p>
            <a:r>
              <a:t>      "0.2309",</a:t>
            </a:r>
          </a:p>
          <a:p>
            <a:r>
              <a:t>      "0.2051",</a:t>
            </a:r>
          </a:p>
          <a:p>
            <a:r>
              <a:t>      "-0.0258"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"Legacy boosting",</a:t>
            </a:r>
          </a:p>
          <a:p>
            <a:r>
              <a:t>      "20",</a:t>
            </a:r>
          </a:p>
          <a:p>
            <a:r>
              <a:t>      "0.1611",</a:t>
            </a:r>
          </a:p>
          <a:p>
            <a:r>
              <a:t>      "0.1381",</a:t>
            </a:r>
          </a:p>
          <a:p>
            <a:r>
              <a:t>      "-0.0230"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"NN",</a:t>
            </a:r>
          </a:p>
          <a:p>
            <a:r>
              <a:t>      "5",</a:t>
            </a:r>
          </a:p>
          <a:p>
            <a:r>
              <a:t>      "0.2512",</a:t>
            </a:r>
          </a:p>
          <a:p>
            <a:r>
              <a:t>      "0.2663",</a:t>
            </a:r>
          </a:p>
          <a:p>
            <a:r>
              <a:t>      "+0.0151"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"NN",</a:t>
            </a:r>
          </a:p>
          <a:p>
            <a:r>
              <a:t>      "10",</a:t>
            </a:r>
          </a:p>
          <a:p>
            <a:r>
              <a:t>      "0.2321",</a:t>
            </a:r>
          </a:p>
          <a:p>
            <a:r>
              <a:t>      "0.2010",</a:t>
            </a:r>
          </a:p>
          <a:p>
            <a:r>
              <a:t>      "-0.0311"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"NN",</a:t>
            </a:r>
          </a:p>
          <a:p>
            <a:r>
              <a:t>      "15",</a:t>
            </a:r>
          </a:p>
          <a:p>
            <a:r>
              <a:t>      "0.2144",</a:t>
            </a:r>
          </a:p>
          <a:p>
            <a:r>
              <a:t>      "0.1976",</a:t>
            </a:r>
          </a:p>
          <a:p>
            <a:r>
              <a:t>      "-0.0168"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"NN",</a:t>
            </a:r>
          </a:p>
          <a:p>
            <a:r>
              <a:t>      "20",</a:t>
            </a:r>
          </a:p>
          <a:p>
            <a:r>
              <a:t>      "0.1372",</a:t>
            </a:r>
          </a:p>
          <a:p>
            <a:r>
              <a:t>      "0.1226",</a:t>
            </a:r>
          </a:p>
          <a:p>
            <a:r>
              <a:t>      "-0.0146"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"spec": {</a:t>
            </a:r>
          </a:p>
          <a:p>
            <a:r>
              <a:t>    "experiment": "Within-project model comparison (#357)",</a:t>
            </a:r>
          </a:p>
          <a:p>
            <a:r>
              <a:t>    "task": "Test whether training-only balancing improves instability prediction over matched, unweighted models on each repository.",</a:t>
            </a:r>
          </a:p>
          <a:p>
            <a:r>
              <a:t>    "why": [</a:t>
            </a:r>
          </a:p>
          <a:p>
            <a:r>
              <a:t>      "Six repositories; unstable levels 5, 10, 15 and 20.",</a:t>
            </a:r>
          </a:p>
          <a:p>
            <a:r>
              <a:t>      "RF, legacy boosting and NN; baseline versus refactored variants.",</a:t>
            </a:r>
          </a:p>
          <a:p>
            <a:r>
              <a:t>      "144 of 144 outputs present across six grouped cluster jobs.",</a:t>
            </a:r>
          </a:p>
          <a:p>
            <a:r>
              <a:t>      "Existing CSV datasets; this is not a fresh Jira download."</a:t>
            </a:r>
          </a:p>
          <a:p>
            <a:r>
              <a:t>    ],</a:t>
            </a:r>
          </a:p>
          <a:p>
            <a:r>
              <a:t>    "conclusions": {</a:t>
            </a:r>
          </a:p>
          <a:p>
            <a:r>
              <a:t>      "findings": [</a:t>
            </a:r>
          </a:p>
          <a:p>
            <a:r>
              <a:t>        "Refactored wins 32/72 paired AUC-PRC comparisons; loses 40/72.",</a:t>
            </a:r>
          </a:p>
          <a:p>
            <a:r>
              <a:t>        "Overall descriptive macro mean: 0.2175 to 0.2049. Balancing is not consistently better.",</a:t>
            </a:r>
          </a:p>
          <a:p>
            <a:r>
              <a:t>        "Only RF level 20 and NN level 5 improve in six-project macro AUC-PRC.",</a:t>
            </a:r>
          </a:p>
          <a:p>
            <a:r>
              <a:t>        "Best score: Jira NN refactored, level 10 = 0.6036; test prevalence is 51.9%."</a:t>
            </a:r>
          </a:p>
          <a:p>
            <a:r>
              <a:t>      ],</a:t>
            </a:r>
          </a:p>
          <a:p>
            <a:r>
              <a:t>      "next_steps": [</a:t>
            </a:r>
          </a:p>
          <a:p>
            <a:r>
              <a:t>        "Keep the unweighted baseline as a candidate; do not assume balancing helps.",</a:t>
            </a:r>
          </a:p>
          <a:p>
            <a:r>
              <a:t>        "Baseline is a matched rerun on refactored features, not the original rich-feature pipeline.",</a:t>
            </a:r>
          </a:p>
          <a:p>
            <a:r>
              <a:t>        "Legacy 'XGboost' is sklearn GradientBoostingClassifier, not XGBClassifier.",</a:t>
            </a:r>
          </a:p>
          <a:p>
            <a:r>
              <a:t>        "Macro averages are descriptive, not significance evidence or cross-project transfer results."</a:t>
            </a:r>
          </a:p>
          <a:p>
            <a:r>
              <a:t>      ]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"project_splits": {</a:t>
            </a:r>
          </a:p>
          <a:p>
            <a:r>
              <a:t>    "Apache": {</a:t>
            </a:r>
          </a:p>
          <a:p>
            <a:r>
              <a:t>      "baseline_definition": "unweighted model-family rerun, not the published old pipeline",</a:t>
            </a:r>
          </a:p>
          <a:p>
            <a:r>
              <a:t>      "feature_policy": "same_pre_sprint_transform_for_both_variants",</a:t>
            </a:r>
          </a:p>
          <a:p>
            <a:r>
              <a:t>      "historical_pipeline_replayed": false,</a:t>
            </a:r>
          </a:p>
          <a:p>
            <a:r>
              <a:t>      "partitions": {</a:t>
            </a:r>
          </a:p>
          <a:p>
            <a:r>
              <a:t>        "test": {</a:t>
            </a:r>
          </a:p>
          <a:p>
            <a:r>
              <a:t>          "first_sprint_entry": "2022-02-08 03:48:19",</a:t>
            </a:r>
          </a:p>
          <a:p>
            <a:r>
              <a:t>          "last_sprint_entry": "2023-04-19 01:56:36",</a:t>
            </a:r>
          </a:p>
          <a:p>
            <a:r>
              <a:t>          "positive_counts": {</a:t>
            </a:r>
          </a:p>
          <a:p>
            <a:r>
              <a:t>            "10": 118,</a:t>
            </a:r>
          </a:p>
          <a:p>
            <a:r>
              <a:t>            "15": 81,</a:t>
            </a:r>
          </a:p>
          <a:p>
            <a:r>
              <a:t>            "20": 59,</a:t>
            </a:r>
          </a:p>
          <a:p>
            <a:r>
              <a:t>            "5": 190</a:t>
            </a:r>
          </a:p>
          <a:p>
            <a:r>
              <a:t>          },</a:t>
            </a:r>
          </a:p>
          <a:p>
            <a:r>
              <a:t>          "row_ids_sha256": "f5a472b25300a5f972102446ef2b28e776b1117cae8df5195362f7654ed201eb",</a:t>
            </a:r>
          </a:p>
          <a:p>
            <a:r>
              <a:t>          "rows": 1535,</a:t>
            </a:r>
          </a:p>
          <a:p>
            <a:r>
              <a:t>          "source_counts": {</a:t>
            </a:r>
          </a:p>
          <a:p>
            <a:r>
              <a:t>            "Apache": 1535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"first_sprint_entry": "2006-08-23 06:57:12",</a:t>
            </a:r>
          </a:p>
          <a:p>
            <a:r>
              <a:t>          "last_sprint_entry": "2019-07-03 17:27:45",</a:t>
            </a:r>
          </a:p>
          <a:p>
            <a:r>
              <a:t>          "positive_counts": {</a:t>
            </a:r>
          </a:p>
          <a:p>
            <a:r>
              <a:t>            "10": 284,</a:t>
            </a:r>
          </a:p>
          <a:p>
            <a:r>
              <a:t>            "15": 211,</a:t>
            </a:r>
          </a:p>
          <a:p>
            <a:r>
              <a:t>            "20": 173,</a:t>
            </a:r>
          </a:p>
          <a:p>
            <a:r>
              <a:t>            "5": 417</a:t>
            </a:r>
          </a:p>
          <a:p>
            <a:r>
              <a:t>          },</a:t>
            </a:r>
          </a:p>
          <a:p>
            <a:r>
              <a:t>          "row_ids_sha256": "31f7e50759794d461c487df67552c0e9dadc09c7d1f3bacf37439ebb3d53ce7c",</a:t>
            </a:r>
          </a:p>
          <a:p>
            <a:r>
              <a:t>          "rows": 4603,</a:t>
            </a:r>
          </a:p>
          <a:p>
            <a:r>
              <a:t>          "source_counts": {</a:t>
            </a:r>
          </a:p>
          <a:p>
            <a:r>
              <a:t>            "Apache": 4603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"first_sprint_entry": "2019-07-03 18:19:55",</a:t>
            </a:r>
          </a:p>
          <a:p>
            <a:r>
              <a:t>          "last_sprint_entry": "2022-02-08 03:22:31",</a:t>
            </a:r>
          </a:p>
          <a:p>
            <a:r>
              <a:t>          "positive_counts": {</a:t>
            </a:r>
          </a:p>
          <a:p>
            <a:r>
              <a:t>            "10": 208,</a:t>
            </a:r>
          </a:p>
          <a:p>
            <a:r>
              <a:t>            "15": 165,</a:t>
            </a:r>
          </a:p>
          <a:p>
            <a:r>
              <a:t>            "20": 145,</a:t>
            </a:r>
          </a:p>
          <a:p>
            <a:r>
              <a:t>            "5": 271</a:t>
            </a:r>
          </a:p>
          <a:p>
            <a:r>
              <a:t>          },</a:t>
            </a:r>
          </a:p>
          <a:p>
            <a:r>
              <a:t>          "row_ids_sha256": "807e631475ee4a225686ba299c383ce17ab27c0bf436684ca5dfa9df6d7ff80c",</a:t>
            </a:r>
          </a:p>
          <a:p>
            <a:r>
              <a:t>          "rows": 1534,</a:t>
            </a:r>
          </a:p>
          <a:p>
            <a:r>
              <a:t>          "source_counts": {</a:t>
            </a:r>
          </a:p>
          <a:p>
            <a:r>
              <a:t>            "Apache": 1534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"project": "Apache",</a:t>
            </a:r>
          </a:p>
          <a:p>
            <a:r>
              <a:t>      "protocol": "within-project",</a:t>
            </a:r>
          </a:p>
          <a:p>
            <a:r>
              <a:t>      "selection_metric": "validation_auc_prc",</a:t>
            </a:r>
          </a:p>
          <a:p>
            <a:r>
              <a:t>      "test_weights": "none",</a:t>
            </a:r>
          </a:p>
          <a:p>
            <a:r>
              <a:t>      "versions": {</a:t>
            </a:r>
          </a:p>
          <a:p>
            <a:r>
              <a:t>        "numpy": "1.23.5",</a:t>
            </a:r>
          </a:p>
          <a:p>
            <a:r>
              <a:t>        "pandas": "2.0.1",</a:t>
            </a:r>
          </a:p>
          <a:p>
            <a:r>
              <a:t>        "sklearn": "1.2.2"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"Hyperledger": {</a:t>
            </a:r>
          </a:p>
          <a:p>
            <a:r>
              <a:t>      "baseline_definition": "unweighted model-family rerun, not the published old pipeline",</a:t>
            </a:r>
          </a:p>
          <a:p>
            <a:r>
              <a:t>      "feature_policy": "same_pre_sprint_transform_for_both_variants",</a:t>
            </a:r>
          </a:p>
          <a:p>
            <a:r>
              <a:t>      "historical_pipeline_replayed": false,</a:t>
            </a:r>
          </a:p>
          <a:p>
            <a:r>
              <a:t>      "partitions": {</a:t>
            </a:r>
          </a:p>
          <a:p>
            <a:r>
              <a:t>        "test": {</a:t>
            </a:r>
          </a:p>
          <a:p>
            <a:r>
              <a:t>          "first_sprint_entry": "2019-02-27 04:31:03",</a:t>
            </a:r>
          </a:p>
          <a:p>
            <a:r>
              <a:t>          "last_sprint_entry": "2021-07-01 22:13:28",</a:t>
            </a:r>
          </a:p>
          <a:p>
            <a:r>
              <a:t>          "positive_counts": {</a:t>
            </a:r>
          </a:p>
          <a:p>
            <a:r>
              <a:t>            "10": 142,</a:t>
            </a:r>
          </a:p>
          <a:p>
            <a:r>
              <a:t>            "15": 122,</a:t>
            </a:r>
          </a:p>
          <a:p>
            <a:r>
              <a:t>            "20": 112,</a:t>
            </a:r>
          </a:p>
          <a:p>
            <a:r>
              <a:t>            "5": 176</a:t>
            </a:r>
          </a:p>
          <a:p>
            <a:r>
              <a:t>          },</a:t>
            </a:r>
          </a:p>
          <a:p>
            <a:r>
              <a:t>          "row_ids_sha256": "a141a1d826708a3474e44fb82a0d5fe4f9e413a0fd9e6d870ac62668cf5719ae",</a:t>
            </a:r>
          </a:p>
          <a:p>
            <a:r>
              <a:t>          "rows": 964,</a:t>
            </a:r>
          </a:p>
          <a:p>
            <a:r>
              <a:t>          "source_counts": {</a:t>
            </a:r>
          </a:p>
          <a:p>
            <a:r>
              <a:t>            "Hyperledger": 964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"first_sprint_entry": "2016-08-12 14:07:02",</a:t>
            </a:r>
          </a:p>
          <a:p>
            <a:r>
              <a:t>          "last_sprint_entry": "2018-04-27 13:55:58",</a:t>
            </a:r>
          </a:p>
          <a:p>
            <a:r>
              <a:t>          "positive_counts": {</a:t>
            </a:r>
          </a:p>
          <a:p>
            <a:r>
              <a:t>            "10": 336,</a:t>
            </a:r>
          </a:p>
          <a:p>
            <a:r>
              <a:t>            "15": 279,</a:t>
            </a:r>
          </a:p>
          <a:p>
            <a:r>
              <a:t>            "20": 246,</a:t>
            </a:r>
          </a:p>
          <a:p>
            <a:r>
              <a:t>            "5": 420</a:t>
            </a:r>
          </a:p>
          <a:p>
            <a:r>
              <a:t>          },</a:t>
            </a:r>
          </a:p>
          <a:p>
            <a:r>
              <a:t>          "row_ids_sha256": "550111cd493cbe1d650f75433b8ea5dea3ad7e3c020200328ad47cd9b91c681c",</a:t>
            </a:r>
          </a:p>
          <a:p>
            <a:r>
              <a:t>          "rows": 2889,</a:t>
            </a:r>
          </a:p>
          <a:p>
            <a:r>
              <a:t>          "source_counts": {</a:t>
            </a:r>
          </a:p>
          <a:p>
            <a:r>
              <a:t>            "Hyperledger": 2889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"first_sprint_entry": "2018-04-27 15:22:44",</a:t>
            </a:r>
          </a:p>
          <a:p>
            <a:r>
              <a:t>          "last_sprint_entry": "2019-02-27 04:29:28",</a:t>
            </a:r>
          </a:p>
          <a:p>
            <a:r>
              <a:t>          "positive_counts": {</a:t>
            </a:r>
          </a:p>
          <a:p>
            <a:r>
              <a:t>            "10": 135,</a:t>
            </a:r>
          </a:p>
          <a:p>
            <a:r>
              <a:t>            "15": 115,</a:t>
            </a:r>
          </a:p>
          <a:p>
            <a:r>
              <a:t>            "20": 98,</a:t>
            </a:r>
          </a:p>
          <a:p>
            <a:r>
              <a:t>            "5": 158</a:t>
            </a:r>
          </a:p>
          <a:p>
            <a:r>
              <a:t>          },</a:t>
            </a:r>
          </a:p>
          <a:p>
            <a:r>
              <a:t>          "row_ids_sha256": "38d1aa877f2f20d669570bdbebba8490f28d55dbb05b08026fc3de19d7764079",</a:t>
            </a:r>
          </a:p>
          <a:p>
            <a:r>
              <a:t>          "rows": 963,</a:t>
            </a:r>
          </a:p>
          <a:p>
            <a:r>
              <a:t>          "source_counts": {</a:t>
            </a:r>
          </a:p>
          <a:p>
            <a:r>
              <a:t>            "Hyperledger": 963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"project": "Hyperledger",</a:t>
            </a:r>
          </a:p>
          <a:p>
            <a:r>
              <a:t>      "protocol": "within-project",</a:t>
            </a:r>
          </a:p>
          <a:p>
            <a:r>
              <a:t>      "selection_metric": "validation_auc_prc",</a:t>
            </a:r>
          </a:p>
          <a:p>
            <a:r>
              <a:t>      "test_weights": "none",</a:t>
            </a:r>
          </a:p>
          <a:p>
            <a:r>
              <a:t>      "versions": {</a:t>
            </a:r>
          </a:p>
          <a:p>
            <a:r>
              <a:t>        "numpy": "1.23.5",</a:t>
            </a:r>
          </a:p>
          <a:p>
            <a:r>
              <a:t>        "pandas": "2.0.1",</a:t>
            </a:r>
          </a:p>
          <a:p>
            <a:r>
              <a:t>        "sklearn": "1.2.2"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"IntelDAOS": {</a:t>
            </a:r>
          </a:p>
          <a:p>
            <a:r>
              <a:t>      "baseline_definition": "unweighted model-family rerun, not the published old pipeline",</a:t>
            </a:r>
          </a:p>
          <a:p>
            <a:r>
              <a:t>      "feature_policy": "same_pre_sprint_transform_for_both_variants",</a:t>
            </a:r>
          </a:p>
          <a:p>
            <a:r>
              <a:t>      "historical_pipeline_replayed": false,</a:t>
            </a:r>
          </a:p>
          <a:p>
            <a:r>
              <a:t>      "partitions": {</a:t>
            </a:r>
          </a:p>
          <a:p>
            <a:r>
              <a:t>        "test": {</a:t>
            </a:r>
          </a:p>
          <a:p>
            <a:r>
              <a:t>          "first_sprint_entry": "2020-01-22 10:52:40",</a:t>
            </a:r>
          </a:p>
          <a:p>
            <a:r>
              <a:t>          "last_sprint_entry": "2021-01-11 19:45:00",</a:t>
            </a:r>
          </a:p>
          <a:p>
            <a:r>
              <a:t>          "positive_counts": {</a:t>
            </a:r>
          </a:p>
          <a:p>
            <a:r>
              <a:t>            "10": 29,</a:t>
            </a:r>
          </a:p>
          <a:p>
            <a:r>
              <a:t>            "15": 24,</a:t>
            </a:r>
          </a:p>
          <a:p>
            <a:r>
              <a:t>            "20": 22,</a:t>
            </a:r>
          </a:p>
          <a:p>
            <a:r>
              <a:t>            "5": 32</a:t>
            </a:r>
          </a:p>
          <a:p>
            <a:r>
              <a:t>          },</a:t>
            </a:r>
          </a:p>
          <a:p>
            <a:r>
              <a:t>          "row_ids_sha256": "e194270d27ce6ee532348e561e05b2a8ebfb96c49736493fc18b10babad7b596",</a:t>
            </a:r>
          </a:p>
          <a:p>
            <a:r>
              <a:t>          "rows": 334,</a:t>
            </a:r>
          </a:p>
          <a:p>
            <a:r>
              <a:t>          "source_counts": {</a:t>
            </a:r>
          </a:p>
          <a:p>
            <a:r>
              <a:t>            "IntelDAOS": 334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"first_sprint_entry": "2016-04-06 02:31:57",</a:t>
            </a:r>
          </a:p>
          <a:p>
            <a:r>
              <a:t>          "last_sprint_entry": "2019-01-29 12:34:36",</a:t>
            </a:r>
          </a:p>
          <a:p>
            <a:r>
              <a:t>          "positive_counts": {</a:t>
            </a:r>
          </a:p>
          <a:p>
            <a:r>
              <a:t>            "10": 80,</a:t>
            </a:r>
          </a:p>
          <a:p>
            <a:r>
              <a:t>            "15": 54,</a:t>
            </a:r>
          </a:p>
          <a:p>
            <a:r>
              <a:t>            "20": 39,</a:t>
            </a:r>
          </a:p>
          <a:p>
            <a:r>
              <a:t>            "5": 126</a:t>
            </a:r>
          </a:p>
          <a:p>
            <a:r>
              <a:t>          },</a:t>
            </a:r>
          </a:p>
          <a:p>
            <a:r>
              <a:t>          "row_ids_sha256": "50110dd6267bbe21a5d93775e462555ed9acf131a5543619cc74bd7d5b45c55e",</a:t>
            </a:r>
          </a:p>
          <a:p>
            <a:r>
              <a:t>          "rows": 999,</a:t>
            </a:r>
          </a:p>
          <a:p>
            <a:r>
              <a:t>          "source_counts": {</a:t>
            </a:r>
          </a:p>
          <a:p>
            <a:r>
              <a:t>            "IntelDAOS": 999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"first_sprint_entry": "2019-02-05 07:51:34",</a:t>
            </a:r>
          </a:p>
          <a:p>
            <a:r>
              <a:t>          "last_sprint_entry": "2020-01-22 10:52:40",</a:t>
            </a:r>
          </a:p>
          <a:p>
            <a:r>
              <a:t>          "positive_counts": {</a:t>
            </a:r>
          </a:p>
          <a:p>
            <a:r>
              <a:t>            "10": 42,</a:t>
            </a:r>
          </a:p>
          <a:p>
            <a:r>
              <a:t>            "15": 38,</a:t>
            </a:r>
          </a:p>
          <a:p>
            <a:r>
              <a:t>            "20": 30,</a:t>
            </a:r>
          </a:p>
          <a:p>
            <a:r>
              <a:t>            "5": 52</a:t>
            </a:r>
          </a:p>
          <a:p>
            <a:r>
              <a:t>          },</a:t>
            </a:r>
          </a:p>
          <a:p>
            <a:r>
              <a:t>          "row_ids_sha256": "27d791d7403024d341a4d5828828fc90afa482be5764720491b93c85d39fb4bf",</a:t>
            </a:r>
          </a:p>
          <a:p>
            <a:r>
              <a:t>          "rows": 333,</a:t>
            </a:r>
          </a:p>
          <a:p>
            <a:r>
              <a:t>          "source_counts": {</a:t>
            </a:r>
          </a:p>
          <a:p>
            <a:r>
              <a:t>            "IntelDAOS": 333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"project": "IntelDAOS",</a:t>
            </a:r>
          </a:p>
          <a:p>
            <a:r>
              <a:t>      "protocol": "within-project",</a:t>
            </a:r>
          </a:p>
          <a:p>
            <a:r>
              <a:t>      "selection_metric": "validation_auc_prc",</a:t>
            </a:r>
          </a:p>
          <a:p>
            <a:r>
              <a:t>      "test_weights": "none",</a:t>
            </a:r>
          </a:p>
          <a:p>
            <a:r>
              <a:t>      "versions": {</a:t>
            </a:r>
          </a:p>
          <a:p>
            <a:r>
              <a:t>        "numpy": "1.23.5",</a:t>
            </a:r>
          </a:p>
          <a:p>
            <a:r>
              <a:t>        "pandas": "2.0.1",</a:t>
            </a:r>
          </a:p>
          <a:p>
            <a:r>
              <a:t>        "sklearn": "1.2.2"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"Jira": {</a:t>
            </a:r>
          </a:p>
          <a:p>
            <a:r>
              <a:t>      "baseline_definition": "unweighted model-family rerun, not the published old pipeline",</a:t>
            </a:r>
          </a:p>
          <a:p>
            <a:r>
              <a:t>      "feature_policy": "same_pre_sprint_transform_for_both_variants",</a:t>
            </a:r>
          </a:p>
          <a:p>
            <a:r>
              <a:t>      "historical_pipeline_replayed": false,</a:t>
            </a:r>
          </a:p>
          <a:p>
            <a:r>
              <a:t>      "partitions": {</a:t>
            </a:r>
          </a:p>
          <a:p>
            <a:r>
              <a:t>        "test": {</a:t>
            </a:r>
          </a:p>
          <a:p>
            <a:r>
              <a:t>          "first_sprint_entry": "2015-11-16 00:07:29",</a:t>
            </a:r>
          </a:p>
          <a:p>
            <a:r>
              <a:t>          "last_sprint_entry": "2023-01-27 02:40:56",</a:t>
            </a:r>
          </a:p>
          <a:p>
            <a:r>
              <a:t>          "positive_counts": {</a:t>
            </a:r>
          </a:p>
          <a:p>
            <a:r>
              <a:t>            "10": 164,</a:t>
            </a:r>
          </a:p>
          <a:p>
            <a:r>
              <a:t>            "15": 160,</a:t>
            </a:r>
          </a:p>
          <a:p>
            <a:r>
              <a:t>            "20": 41,</a:t>
            </a:r>
          </a:p>
          <a:p>
            <a:r>
              <a:t>            "5": 170</a:t>
            </a:r>
          </a:p>
          <a:p>
            <a:r>
              <a:t>          },</a:t>
            </a:r>
          </a:p>
          <a:p>
            <a:r>
              <a:t>          "row_ids_sha256": "391abdec6c68bda5a77c5b4c50801221513238224174dd07c742498f06df9a6e",</a:t>
            </a:r>
          </a:p>
          <a:p>
            <a:r>
              <a:t>          "rows": 316,</a:t>
            </a:r>
          </a:p>
          <a:p>
            <a:r>
              <a:t>          "source_counts": {</a:t>
            </a:r>
          </a:p>
          <a:p>
            <a:r>
              <a:t>            "Jira": 316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"first_sprint_entry": "2012-02-08 00:06:30",</a:t>
            </a:r>
          </a:p>
          <a:p>
            <a:r>
              <a:t>          "last_sprint_entry": "2013-08-29 09:05:00",</a:t>
            </a:r>
          </a:p>
          <a:p>
            <a:r>
              <a:t>          "positive_counts": {</a:t>
            </a:r>
          </a:p>
          <a:p>
            <a:r>
              <a:t>            "10": 207,</a:t>
            </a:r>
          </a:p>
          <a:p>
            <a:r>
              <a:t>            "15": 197,</a:t>
            </a:r>
          </a:p>
          <a:p>
            <a:r>
              <a:t>            "20": 120,</a:t>
            </a:r>
          </a:p>
          <a:p>
            <a:r>
              <a:t>            "5": 221</a:t>
            </a:r>
          </a:p>
          <a:p>
            <a:r>
              <a:t>          },</a:t>
            </a:r>
          </a:p>
          <a:p>
            <a:r>
              <a:t>          "row_ids_sha256": "b89d2eae86f99e64643e46593c6b80763322ac19c2bddf038ba37c30112b2fe8",</a:t>
            </a:r>
          </a:p>
          <a:p>
            <a:r>
              <a:t>          "rows": 944,</a:t>
            </a:r>
          </a:p>
          <a:p>
            <a:r>
              <a:t>          "source_counts": {</a:t>
            </a:r>
          </a:p>
          <a:p>
            <a:r>
              <a:t>            "Jira": 944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"first_sprint_entry": "2013-08-29 12:21:51",</a:t>
            </a:r>
          </a:p>
          <a:p>
            <a:r>
              <a:t>          "last_sprint_entry": "2015-11-16 00:07:26",</a:t>
            </a:r>
          </a:p>
          <a:p>
            <a:r>
              <a:t>          "positive_counts": {</a:t>
            </a:r>
          </a:p>
          <a:p>
            <a:r>
              <a:t>            "10": 152,</a:t>
            </a:r>
          </a:p>
          <a:p>
            <a:r>
              <a:t>            "15": 143,</a:t>
            </a:r>
          </a:p>
          <a:p>
            <a:r>
              <a:t>            "20": 19,</a:t>
            </a:r>
          </a:p>
          <a:p>
            <a:r>
              <a:t>            "5": 154</a:t>
            </a:r>
          </a:p>
          <a:p>
            <a:r>
              <a:t>          },</a:t>
            </a:r>
          </a:p>
          <a:p>
            <a:r>
              <a:t>          "row_ids_sha256": "4271654930c7aade78ab7690a945812082432576a04e35af633631d903a1b48b",</a:t>
            </a:r>
          </a:p>
          <a:p>
            <a:r>
              <a:t>          "rows": 314,</a:t>
            </a:r>
          </a:p>
          <a:p>
            <a:r>
              <a:t>          "source_counts": {</a:t>
            </a:r>
          </a:p>
          <a:p>
            <a:r>
              <a:t>            "Jira": 314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"project": "Jira",</a:t>
            </a:r>
          </a:p>
          <a:p>
            <a:r>
              <a:t>      "protocol": "within-project",</a:t>
            </a:r>
          </a:p>
          <a:p>
            <a:r>
              <a:t>      "selection_metric": "validation_auc_prc",</a:t>
            </a:r>
          </a:p>
          <a:p>
            <a:r>
              <a:t>      "test_weights": "none",</a:t>
            </a:r>
          </a:p>
          <a:p>
            <a:r>
              <a:t>      "versions": {</a:t>
            </a:r>
          </a:p>
          <a:p>
            <a:r>
              <a:t>        "numpy": "1.23.5",</a:t>
            </a:r>
          </a:p>
          <a:p>
            <a:r>
              <a:t>        "pandas": "2.0.1",</a:t>
            </a:r>
          </a:p>
          <a:p>
            <a:r>
              <a:t>        "sklearn": "1.2.2"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"MariaDB": {</a:t>
            </a:r>
          </a:p>
          <a:p>
            <a:r>
              <a:t>      "baseline_definition": "unweighted model-family rerun, not the published old pipeline",</a:t>
            </a:r>
          </a:p>
          <a:p>
            <a:r>
              <a:t>      "feature_policy": "same_pre_sprint_transform_for_both_variants",</a:t>
            </a:r>
          </a:p>
          <a:p>
            <a:r>
              <a:t>      "historical_pipeline_replayed": false,</a:t>
            </a:r>
          </a:p>
          <a:p>
            <a:r>
              <a:t>      "partitions": {</a:t>
            </a:r>
          </a:p>
          <a:p>
            <a:r>
              <a:t>        "test": {</a:t>
            </a:r>
          </a:p>
          <a:p>
            <a:r>
              <a:t>          "first_sprint_entry": "2021-03-05 17:11:17",</a:t>
            </a:r>
          </a:p>
          <a:p>
            <a:r>
              <a:t>          "last_sprint_entry": "2023-04-04 10:33:05",</a:t>
            </a:r>
          </a:p>
          <a:p>
            <a:r>
              <a:t>          "positive_counts": {</a:t>
            </a:r>
          </a:p>
          <a:p>
            <a:r>
              <a:t>            "10": 44,</a:t>
            </a:r>
          </a:p>
          <a:p>
            <a:r>
              <a:t>            "15": 33,</a:t>
            </a:r>
          </a:p>
          <a:p>
            <a:r>
              <a:t>            "20": 28,</a:t>
            </a:r>
          </a:p>
          <a:p>
            <a:r>
              <a:t>            "5": 61</a:t>
            </a:r>
          </a:p>
          <a:p>
            <a:r>
              <a:t>          },</a:t>
            </a:r>
          </a:p>
          <a:p>
            <a:r>
              <a:t>          "row_ids_sha256": "32569f81abe52dccb12160de2eb366b8e23217c85873d445c6dcc9ae5eba8733",</a:t>
            </a:r>
          </a:p>
          <a:p>
            <a:r>
              <a:t>          "rows": 398,</a:t>
            </a:r>
          </a:p>
          <a:p>
            <a:r>
              <a:t>          "source_counts": {</a:t>
            </a:r>
          </a:p>
          <a:p>
            <a:r>
              <a:t>            "MariaDB": 398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"first_sprint_entry": "2014-05-27 14:43:09",</a:t>
            </a:r>
          </a:p>
          <a:p>
            <a:r>
              <a:t>          "last_sprint_entry": "2019-02-04 16:44:24",</a:t>
            </a:r>
          </a:p>
          <a:p>
            <a:r>
              <a:t>          "positive_counts": {</a:t>
            </a:r>
          </a:p>
          <a:p>
            <a:r>
              <a:t>            "10": 100,</a:t>
            </a:r>
          </a:p>
          <a:p>
            <a:r>
              <a:t>            "15": 84,</a:t>
            </a:r>
          </a:p>
          <a:p>
            <a:r>
              <a:t>            "20": 77,</a:t>
            </a:r>
          </a:p>
          <a:p>
            <a:r>
              <a:t>            "5": 125</a:t>
            </a:r>
          </a:p>
          <a:p>
            <a:r>
              <a:t>          },</a:t>
            </a:r>
          </a:p>
          <a:p>
            <a:r>
              <a:t>          "row_ids_sha256": "6a15b9a09abfa1d7943452b9de7b48f1aa7389033984fb1ab0f4adb768e9e1e6",</a:t>
            </a:r>
          </a:p>
          <a:p>
            <a:r>
              <a:t>          "rows": 1189,</a:t>
            </a:r>
          </a:p>
          <a:p>
            <a:r>
              <a:t>          "source_counts": {</a:t>
            </a:r>
          </a:p>
          <a:p>
            <a:r>
              <a:t>            "MariaDB": 1189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"first_sprint_entry": "2019-02-05 07:53:45",</a:t>
            </a:r>
          </a:p>
          <a:p>
            <a:r>
              <a:t>          "last_sprint_entry": "2021-03-05 12:46:10",</a:t>
            </a:r>
          </a:p>
          <a:p>
            <a:r>
              <a:t>          "positive_counts": {</a:t>
            </a:r>
          </a:p>
          <a:p>
            <a:r>
              <a:t>            "10": 18,</a:t>
            </a:r>
          </a:p>
          <a:p>
            <a:r>
              <a:t>            "15": 16,</a:t>
            </a:r>
          </a:p>
          <a:p>
            <a:r>
              <a:t>            "20": 12,</a:t>
            </a:r>
          </a:p>
          <a:p>
            <a:r>
              <a:t>            "5": 26</a:t>
            </a:r>
          </a:p>
          <a:p>
            <a:r>
              <a:t>          },</a:t>
            </a:r>
          </a:p>
          <a:p>
            <a:r>
              <a:t>          "row_ids_sha256": "07c50b9e91fbdc52013a00aaa728136366303a2c1867b2aee250f56c6f52cee3",</a:t>
            </a:r>
          </a:p>
          <a:p>
            <a:r>
              <a:t>          "rows": 396,</a:t>
            </a:r>
          </a:p>
          <a:p>
            <a:r>
              <a:t>          "source_counts": {</a:t>
            </a:r>
          </a:p>
          <a:p>
            <a:r>
              <a:t>            "MariaDB": 396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"project": "MariaDB",</a:t>
            </a:r>
          </a:p>
          <a:p>
            <a:r>
              <a:t>      "protocol": "within-project",</a:t>
            </a:r>
          </a:p>
          <a:p>
            <a:r>
              <a:t>      "selection_metric": "validation_auc_prc",</a:t>
            </a:r>
          </a:p>
          <a:p>
            <a:r>
              <a:t>      "test_weights": "none",</a:t>
            </a:r>
          </a:p>
          <a:p>
            <a:r>
              <a:t>      "versions": {</a:t>
            </a:r>
          </a:p>
          <a:p>
            <a:r>
              <a:t>        "numpy": "1.23.5",</a:t>
            </a:r>
          </a:p>
          <a:p>
            <a:r>
              <a:t>        "pandas": "2.0.1",</a:t>
            </a:r>
          </a:p>
          <a:p>
            <a:r>
              <a:t>        "sklearn": "1.2.2"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"Qt": {</a:t>
            </a:r>
          </a:p>
          <a:p>
            <a:r>
              <a:t>      "baseline_definition": "unweighted model-family rerun, not the published old pipeline",</a:t>
            </a:r>
          </a:p>
          <a:p>
            <a:r>
              <a:t>      "feature_policy": "same_pre_sprint_transform_for_both_variants",</a:t>
            </a:r>
          </a:p>
          <a:p>
            <a:r>
              <a:t>      "historical_pipeline_replayed": false,</a:t>
            </a:r>
          </a:p>
          <a:p>
            <a:r>
              <a:t>      "partitions": {</a:t>
            </a:r>
          </a:p>
          <a:p>
            <a:r>
              <a:t>        "test": {</a:t>
            </a:r>
          </a:p>
          <a:p>
            <a:r>
              <a:t>          "first_sprint_entry": "2022-08-24 15:41:42",</a:t>
            </a:r>
          </a:p>
          <a:p>
            <a:r>
              <a:t>          "last_sprint_entry": "2023-04-27 18:22:56",</a:t>
            </a:r>
          </a:p>
          <a:p>
            <a:r>
              <a:t>          "positive_counts": {</a:t>
            </a:r>
          </a:p>
          <a:p>
            <a:r>
              <a:t>            "10": 60,</a:t>
            </a:r>
          </a:p>
          <a:p>
            <a:r>
              <a:t>            "15": 43,</a:t>
            </a:r>
          </a:p>
          <a:p>
            <a:r>
              <a:t>            "20": 34,</a:t>
            </a:r>
          </a:p>
          <a:p>
            <a:r>
              <a:t>            "5": 118</a:t>
            </a:r>
          </a:p>
          <a:p>
            <a:r>
              <a:t>          },</a:t>
            </a:r>
          </a:p>
          <a:p>
            <a:r>
              <a:t>          "row_ids_sha256": "348b2c748a858112d8e6ea3e97459a85df3f9159a1da7df1b2f651efcbf23399",</a:t>
            </a:r>
          </a:p>
          <a:p>
            <a:r>
              <a:t>          "rows": 1223,</a:t>
            </a:r>
          </a:p>
          <a:p>
            <a:r>
              <a:t>          "source_counts": {</a:t>
            </a:r>
          </a:p>
          <a:p>
            <a:r>
              <a:t>            "Qt": 1223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"first_sprint_entry": "2016-11-17 12:16:04",</a:t>
            </a:r>
          </a:p>
          <a:p>
            <a:r>
              <a:t>          "last_sprint_entry": "2021-11-22 08:44:53",</a:t>
            </a:r>
          </a:p>
          <a:p>
            <a:r>
              <a:t>          "positive_counts": {</a:t>
            </a:r>
          </a:p>
          <a:p>
            <a:r>
              <a:t>            "10": 291,</a:t>
            </a:r>
          </a:p>
          <a:p>
            <a:r>
              <a:t>            "15": 233,</a:t>
            </a:r>
          </a:p>
          <a:p>
            <a:r>
              <a:t>            "20": 198,</a:t>
            </a:r>
          </a:p>
          <a:p>
            <a:r>
              <a:t>            "5": 389</a:t>
            </a:r>
          </a:p>
          <a:p>
            <a:r>
              <a:t>          },</a:t>
            </a:r>
          </a:p>
          <a:p>
            <a:r>
              <a:t>          "row_ids_sha256": "31a2e8a9b43077e1a1c3f3e9781ccb6fb4f5dc2aae34d048d8f7b611af373829",</a:t>
            </a:r>
          </a:p>
          <a:p>
            <a:r>
              <a:t>          "rows": 3666,</a:t>
            </a:r>
          </a:p>
          <a:p>
            <a:r>
              <a:t>          "source_counts": {</a:t>
            </a:r>
          </a:p>
          <a:p>
            <a:r>
              <a:t>            "Qt": 3666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"first_sprint_entry": "2021-11-22 08:49:29",</a:t>
            </a:r>
          </a:p>
          <a:p>
            <a:r>
              <a:t>          "last_sprint_entry": "2022-08-24 15:40:41",</a:t>
            </a:r>
          </a:p>
          <a:p>
            <a:r>
              <a:t>          "positive_counts": {</a:t>
            </a:r>
          </a:p>
          <a:p>
            <a:r>
              <a:t>            "10": 69,</a:t>
            </a:r>
          </a:p>
          <a:p>
            <a:r>
              <a:t>            "15": 58,</a:t>
            </a:r>
          </a:p>
          <a:p>
            <a:r>
              <a:t>            "20": 48,</a:t>
            </a:r>
          </a:p>
          <a:p>
            <a:r>
              <a:t>            "5": 84</a:t>
            </a:r>
          </a:p>
          <a:p>
            <a:r>
              <a:t>          },</a:t>
            </a:r>
          </a:p>
          <a:p>
            <a:r>
              <a:t>          "row_ids_sha256": "b642f38b0b53f23ae37afe02490b6d9d332957d2a68e8b852ebdc2ebd09b3181",</a:t>
            </a:r>
          </a:p>
          <a:p>
            <a:r>
              <a:t>          "rows": 1222,</a:t>
            </a:r>
          </a:p>
          <a:p>
            <a:r>
              <a:t>          "source_counts": {</a:t>
            </a:r>
          </a:p>
          <a:p>
            <a:r>
              <a:t>            "Qt": 1222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"project": "Qt",</a:t>
            </a:r>
          </a:p>
          <a:p>
            <a:r>
              <a:t>      "protocol": "within-project",</a:t>
            </a:r>
          </a:p>
          <a:p>
            <a:r>
              <a:t>      "selection_metric": "validation_auc_prc",</a:t>
            </a:r>
          </a:p>
          <a:p>
            <a:r>
              <a:t>      "test_weights": "none",</a:t>
            </a:r>
          </a:p>
          <a:p>
            <a:r>
              <a:t>      "versions": {</a:t>
            </a:r>
          </a:p>
          <a:p>
            <a:r>
              <a:t>        "numpy": "1.23.5",</a:t>
            </a:r>
          </a:p>
          <a:p>
            <a:r>
              <a:t>        "pandas": "2.0.1",</a:t>
            </a:r>
          </a:p>
          <a:p>
            <a:r>
              <a:t>        "sklearn": "1.2.2"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https://github.com/yakovelmaleh/Master/pull/357</a:t>
            </a:r>
          </a:p>
          <a:p>
            <a:r>
              <a:t>Artifact commit: 028b4e40f81ce29f00ae561f795a6df8a52adb7b</a:t>
            </a:r>
          </a:p>
          <a:p>
            <a:r>
              <a:t>Bundle: Tasks/task-summaries/validate-refactored-model-per-dataset-20260927-134055</a:t>
            </a:r>
          </a:p>
          <a:p>
            <a:r>
              <a:t>Cluster run: 20260924-212251-041726; appended September 27, 2026.</a:t>
            </a:r>
          </a:p>
          <a:p>
            <a:r>
              <a:t>RESULTS.csv provides 144 reported test metrics. split_manifest.json supplies partition counts and policies. These scores were aggregated, not recomputed from individual predictions. All project/model/level cases receive equal macro weight.</a:t>
            </a:r>
          </a:p>
          <a:p>
            <a:r>
              <a:t>{</a:t>
            </a:r>
          </a:p>
          <a:p>
            <a:r>
              <a:t>  "totals": {</a:t>
            </a:r>
          </a:p>
          <a:p>
            <a:r>
              <a:t>    "train": 14290,</a:t>
            </a:r>
          </a:p>
          <a:p>
            <a:r>
              <a:t>    "validation": 4762,</a:t>
            </a:r>
          </a:p>
          <a:p>
            <a:r>
              <a:t>    "test": 4770</a:t>
            </a:r>
          </a:p>
          <a:p>
            <a:r>
              <a:t>  },</a:t>
            </a:r>
          </a:p>
          <a:p>
            <a:r>
              <a:t>  "macro_results": [</a:t>
            </a:r>
          </a:p>
          <a:p>
            <a:r>
              <a:t>    [</a:t>
            </a:r>
          </a:p>
          <a:p>
            <a:r>
              <a:t>      "RF",</a:t>
            </a:r>
          </a:p>
          <a:p>
            <a:r>
              <a:t>      "5",</a:t>
            </a:r>
          </a:p>
          <a:p>
            <a:r>
              <a:t>      "0.2776",</a:t>
            </a:r>
          </a:p>
          <a:p>
            <a:r>
              <a:t>      "0.2661",</a:t>
            </a:r>
          </a:p>
          <a:p>
            <a:r>
              <a:t>      "-0.0115"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"RF",</a:t>
            </a:r>
          </a:p>
          <a:p>
            <a:r>
              <a:t>      "10",</a:t>
            </a:r>
          </a:p>
          <a:p>
            <a:r>
              <a:t>      "0.2387",</a:t>
            </a:r>
          </a:p>
          <a:p>
            <a:r>
              <a:t>      "0.2249",</a:t>
            </a:r>
          </a:p>
          <a:p>
            <a:r>
              <a:t>      "-0.0138"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"RF",</a:t>
            </a:r>
          </a:p>
          <a:p>
            <a:r>
              <a:t>      "15",</a:t>
            </a:r>
          </a:p>
          <a:p>
            <a:r>
              <a:t>      "0.2114",</a:t>
            </a:r>
          </a:p>
          <a:p>
            <a:r>
              <a:t>      "0.1985",</a:t>
            </a:r>
          </a:p>
          <a:p>
            <a:r>
              <a:t>      "-0.0130"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"RF",</a:t>
            </a:r>
          </a:p>
          <a:p>
            <a:r>
              <a:t>      "20",</a:t>
            </a:r>
          </a:p>
          <a:p>
            <a:r>
              <a:t>      "0.1420",</a:t>
            </a:r>
          </a:p>
          <a:p>
            <a:r>
              <a:t>      "0.1505",</a:t>
            </a:r>
          </a:p>
          <a:p>
            <a:r>
              <a:t>      "+0.0085"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"Legacy boosting",</a:t>
            </a:r>
          </a:p>
          <a:p>
            <a:r>
              <a:t>      "5",</a:t>
            </a:r>
          </a:p>
          <a:p>
            <a:r>
              <a:t>      "0.2704",</a:t>
            </a:r>
          </a:p>
          <a:p>
            <a:r>
              <a:t>      "0.2577",</a:t>
            </a:r>
          </a:p>
          <a:p>
            <a:r>
              <a:t>      "-0.0126"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"Legacy boosting",</a:t>
            </a:r>
          </a:p>
          <a:p>
            <a:r>
              <a:t>      "10",</a:t>
            </a:r>
          </a:p>
          <a:p>
            <a:r>
              <a:t>      "0.2428",</a:t>
            </a:r>
          </a:p>
          <a:p>
            <a:r>
              <a:t>      "0.2304",</a:t>
            </a:r>
          </a:p>
          <a:p>
            <a:r>
              <a:t>      "-0.0125"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"Legacy boosting",</a:t>
            </a:r>
          </a:p>
          <a:p>
            <a:r>
              <a:t>      "15",</a:t>
            </a:r>
          </a:p>
          <a:p>
            <a:r>
              <a:t>      "0.2309",</a:t>
            </a:r>
          </a:p>
          <a:p>
            <a:r>
              <a:t>      "0.2051",</a:t>
            </a:r>
          </a:p>
          <a:p>
            <a:r>
              <a:t>      "-0.0258"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"Legacy boosting",</a:t>
            </a:r>
          </a:p>
          <a:p>
            <a:r>
              <a:t>      "20",</a:t>
            </a:r>
          </a:p>
          <a:p>
            <a:r>
              <a:t>      "0.1611",</a:t>
            </a:r>
          </a:p>
          <a:p>
            <a:r>
              <a:t>      "0.1381",</a:t>
            </a:r>
          </a:p>
          <a:p>
            <a:r>
              <a:t>      "-0.0230"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"NN",</a:t>
            </a:r>
          </a:p>
          <a:p>
            <a:r>
              <a:t>      "5",</a:t>
            </a:r>
          </a:p>
          <a:p>
            <a:r>
              <a:t>      "0.2512",</a:t>
            </a:r>
          </a:p>
          <a:p>
            <a:r>
              <a:t>      "0.2663",</a:t>
            </a:r>
          </a:p>
          <a:p>
            <a:r>
              <a:t>      "+0.0151"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"NN",</a:t>
            </a:r>
          </a:p>
          <a:p>
            <a:r>
              <a:t>      "10",</a:t>
            </a:r>
          </a:p>
          <a:p>
            <a:r>
              <a:t>      "0.2321",</a:t>
            </a:r>
          </a:p>
          <a:p>
            <a:r>
              <a:t>      "0.2010",</a:t>
            </a:r>
          </a:p>
          <a:p>
            <a:r>
              <a:t>      "-0.0311"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"NN",</a:t>
            </a:r>
          </a:p>
          <a:p>
            <a:r>
              <a:t>      "15",</a:t>
            </a:r>
          </a:p>
          <a:p>
            <a:r>
              <a:t>      "0.2144",</a:t>
            </a:r>
          </a:p>
          <a:p>
            <a:r>
              <a:t>      "0.1976",</a:t>
            </a:r>
          </a:p>
          <a:p>
            <a:r>
              <a:t>      "-0.0168"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"NN",</a:t>
            </a:r>
          </a:p>
          <a:p>
            <a:r>
              <a:t>      "20",</a:t>
            </a:r>
          </a:p>
          <a:p>
            <a:r>
              <a:t>      "0.1372",</a:t>
            </a:r>
          </a:p>
          <a:p>
            <a:r>
              <a:t>      "0.1226",</a:t>
            </a:r>
          </a:p>
          <a:p>
            <a:r>
              <a:t>      "-0.0146"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"spec": {</a:t>
            </a:r>
          </a:p>
          <a:p>
            <a:r>
              <a:t>    "experiment": "Within-project model comparison (#357)",</a:t>
            </a:r>
          </a:p>
          <a:p>
            <a:r>
              <a:t>    "task": "Test whether training-only balancing improves instability prediction over matched, unweighted models on each repository.",</a:t>
            </a:r>
          </a:p>
          <a:p>
            <a:r>
              <a:t>    "why": [</a:t>
            </a:r>
          </a:p>
          <a:p>
            <a:r>
              <a:t>      "Six repositories; unstable levels 5, 10, 15 and 20.",</a:t>
            </a:r>
          </a:p>
          <a:p>
            <a:r>
              <a:t>      "RF, legacy boosting and NN; baseline versus refactored variants.",</a:t>
            </a:r>
          </a:p>
          <a:p>
            <a:r>
              <a:t>      "144 of 144 outputs present across six grouped cluster jobs.",</a:t>
            </a:r>
          </a:p>
          <a:p>
            <a:r>
              <a:t>      "Existing CSV datasets; this is not a fresh Jira download."</a:t>
            </a:r>
          </a:p>
          <a:p>
            <a:r>
              <a:t>    ],</a:t>
            </a:r>
          </a:p>
          <a:p>
            <a:r>
              <a:t>    "conclusions": {</a:t>
            </a:r>
          </a:p>
          <a:p>
            <a:r>
              <a:t>      "findings": [</a:t>
            </a:r>
          </a:p>
          <a:p>
            <a:r>
              <a:t>        "Refactored wins 32/72 paired AUC-PRC comparisons; loses 40/72.",</a:t>
            </a:r>
          </a:p>
          <a:p>
            <a:r>
              <a:t>        "Overall descriptive macro mean: 0.2175 to 0.2049. Balancing is not consistently better.",</a:t>
            </a:r>
          </a:p>
          <a:p>
            <a:r>
              <a:t>        "Only RF level 20 and NN level 5 improve in six-project macro AUC-PRC.",</a:t>
            </a:r>
          </a:p>
          <a:p>
            <a:r>
              <a:t>        "Best score: Jira NN refactored, level 10 = 0.6036; test prevalence is 51.9%."</a:t>
            </a:r>
          </a:p>
          <a:p>
            <a:r>
              <a:t>      ],</a:t>
            </a:r>
          </a:p>
          <a:p>
            <a:r>
              <a:t>      "next_steps": [</a:t>
            </a:r>
          </a:p>
          <a:p>
            <a:r>
              <a:t>        "Keep the unweighted baseline as a candidate; do not assume balancing helps.",</a:t>
            </a:r>
          </a:p>
          <a:p>
            <a:r>
              <a:t>        "Baseline is a matched rerun on refactored features, not the original rich-feature pipeline.",</a:t>
            </a:r>
          </a:p>
          <a:p>
            <a:r>
              <a:t>        "Legacy 'XGboost' is sklearn GradientBoostingClassifier, not XGBClassifier.",</a:t>
            </a:r>
          </a:p>
          <a:p>
            <a:r>
              <a:t>        "Macro averages are descriptive, not significance evidence or cross-project transfer results."</a:t>
            </a:r>
          </a:p>
          <a:p>
            <a:r>
              <a:t>      ]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"project_splits": {</a:t>
            </a:r>
          </a:p>
          <a:p>
            <a:r>
              <a:t>    "Apache": {</a:t>
            </a:r>
          </a:p>
          <a:p>
            <a:r>
              <a:t>      "baseline_definition": "unweighted model-family rerun, not the published old pipeline",</a:t>
            </a:r>
          </a:p>
          <a:p>
            <a:r>
              <a:t>      "feature_policy": "same_pre_sprint_transform_for_both_variants",</a:t>
            </a:r>
          </a:p>
          <a:p>
            <a:r>
              <a:t>      "historical_pipeline_replayed": false,</a:t>
            </a:r>
          </a:p>
          <a:p>
            <a:r>
              <a:t>      "partitions": {</a:t>
            </a:r>
          </a:p>
          <a:p>
            <a:r>
              <a:t>        "test": {</a:t>
            </a:r>
          </a:p>
          <a:p>
            <a:r>
              <a:t>          "first_sprint_entry": "2022-02-08 03:48:19",</a:t>
            </a:r>
          </a:p>
          <a:p>
            <a:r>
              <a:t>          "last_sprint_entry": "2023-04-19 01:56:36",</a:t>
            </a:r>
          </a:p>
          <a:p>
            <a:r>
              <a:t>          "positive_counts": {</a:t>
            </a:r>
          </a:p>
          <a:p>
            <a:r>
              <a:t>            "10": 118,</a:t>
            </a:r>
          </a:p>
          <a:p>
            <a:r>
              <a:t>            "15": 81,</a:t>
            </a:r>
          </a:p>
          <a:p>
            <a:r>
              <a:t>            "20": 59,</a:t>
            </a:r>
          </a:p>
          <a:p>
            <a:r>
              <a:t>            "5": 190</a:t>
            </a:r>
          </a:p>
          <a:p>
            <a:r>
              <a:t>          },</a:t>
            </a:r>
          </a:p>
          <a:p>
            <a:r>
              <a:t>          "row_ids_sha256": "f5a472b25300a5f972102446ef2b28e776b1117cae8df5195362f7654ed201eb",</a:t>
            </a:r>
          </a:p>
          <a:p>
            <a:r>
              <a:t>          "rows": 1535,</a:t>
            </a:r>
          </a:p>
          <a:p>
            <a:r>
              <a:t>          "source_counts": {</a:t>
            </a:r>
          </a:p>
          <a:p>
            <a:r>
              <a:t>            "Apache": 1535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"first_sprint_entry": "2006-08-23 06:57:12",</a:t>
            </a:r>
          </a:p>
          <a:p>
            <a:r>
              <a:t>          "last_sprint_entry": "2019-07-03 17:27:45",</a:t>
            </a:r>
          </a:p>
          <a:p>
            <a:r>
              <a:t>          "positive_counts": {</a:t>
            </a:r>
          </a:p>
          <a:p>
            <a:r>
              <a:t>            "10": 284,</a:t>
            </a:r>
          </a:p>
          <a:p>
            <a:r>
              <a:t>            "15": 211,</a:t>
            </a:r>
          </a:p>
          <a:p>
            <a:r>
              <a:t>            "20": 173,</a:t>
            </a:r>
          </a:p>
          <a:p>
            <a:r>
              <a:t>            "5": 417</a:t>
            </a:r>
          </a:p>
          <a:p>
            <a:r>
              <a:t>          },</a:t>
            </a:r>
          </a:p>
          <a:p>
            <a:r>
              <a:t>          "row_ids_sha256": "31f7e50759794d461c487df67552c0e9dadc09c7d1f3bacf37439ebb3d53ce7c",</a:t>
            </a:r>
          </a:p>
          <a:p>
            <a:r>
              <a:t>          "rows": 4603,</a:t>
            </a:r>
          </a:p>
          <a:p>
            <a:r>
              <a:t>          "source_counts": {</a:t>
            </a:r>
          </a:p>
          <a:p>
            <a:r>
              <a:t>            "Apache": 4603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"first_sprint_entry": "2019-07-03 18:19:55",</a:t>
            </a:r>
          </a:p>
          <a:p>
            <a:r>
              <a:t>          "last_sprint_entry": "2022-02-08 03:22:31",</a:t>
            </a:r>
          </a:p>
          <a:p>
            <a:r>
              <a:t>          "positive_counts": {</a:t>
            </a:r>
          </a:p>
          <a:p>
            <a:r>
              <a:t>            "10": 208,</a:t>
            </a:r>
          </a:p>
          <a:p>
            <a:r>
              <a:t>            "15": 165,</a:t>
            </a:r>
          </a:p>
          <a:p>
            <a:r>
              <a:t>            "20": 145,</a:t>
            </a:r>
          </a:p>
          <a:p>
            <a:r>
              <a:t>            "5": 271</a:t>
            </a:r>
          </a:p>
          <a:p>
            <a:r>
              <a:t>          },</a:t>
            </a:r>
          </a:p>
          <a:p>
            <a:r>
              <a:t>          "row_ids_sha256": "807e631475ee4a225686ba299c383ce17ab27c0bf436684ca5dfa9df6d7ff80c",</a:t>
            </a:r>
          </a:p>
          <a:p>
            <a:r>
              <a:t>          "rows": 1534,</a:t>
            </a:r>
          </a:p>
          <a:p>
            <a:r>
              <a:t>          "source_counts": {</a:t>
            </a:r>
          </a:p>
          <a:p>
            <a:r>
              <a:t>            "Apache": 1534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"project": "Apache",</a:t>
            </a:r>
          </a:p>
          <a:p>
            <a:r>
              <a:t>      "protocol": "within-project",</a:t>
            </a:r>
          </a:p>
          <a:p>
            <a:r>
              <a:t>      "selection_metric": "validation_auc_prc",</a:t>
            </a:r>
          </a:p>
          <a:p>
            <a:r>
              <a:t>      "test_weights": "none",</a:t>
            </a:r>
          </a:p>
          <a:p>
            <a:r>
              <a:t>      "versions": {</a:t>
            </a:r>
          </a:p>
          <a:p>
            <a:r>
              <a:t>        "numpy": "1.23.5",</a:t>
            </a:r>
          </a:p>
          <a:p>
            <a:r>
              <a:t>        "pandas": "2.0.1",</a:t>
            </a:r>
          </a:p>
          <a:p>
            <a:r>
              <a:t>        "sklearn": "1.2.2"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"Hyperledger": {</a:t>
            </a:r>
          </a:p>
          <a:p>
            <a:r>
              <a:t>      "baseline_definition": "unweighted model-family rerun, not the published old pipeline",</a:t>
            </a:r>
          </a:p>
          <a:p>
            <a:r>
              <a:t>      "feature_policy": "same_pre_sprint_transform_for_both_variants",</a:t>
            </a:r>
          </a:p>
          <a:p>
            <a:r>
              <a:t>      "historical_pipeline_replayed": false,</a:t>
            </a:r>
          </a:p>
          <a:p>
            <a:r>
              <a:t>      "partitions": {</a:t>
            </a:r>
          </a:p>
          <a:p>
            <a:r>
              <a:t>        "test": {</a:t>
            </a:r>
          </a:p>
          <a:p>
            <a:r>
              <a:t>          "first_sprint_entry": "2019-02-27 04:31:03",</a:t>
            </a:r>
          </a:p>
          <a:p>
            <a:r>
              <a:t>          "last_sprint_entry": "2021-07-01 22:13:28",</a:t>
            </a:r>
          </a:p>
          <a:p>
            <a:r>
              <a:t>          "positive_counts": {</a:t>
            </a:r>
          </a:p>
          <a:p>
            <a:r>
              <a:t>            "10": 142,</a:t>
            </a:r>
          </a:p>
          <a:p>
            <a:r>
              <a:t>            "15": 122,</a:t>
            </a:r>
          </a:p>
          <a:p>
            <a:r>
              <a:t>            "20": 112,</a:t>
            </a:r>
          </a:p>
          <a:p>
            <a:r>
              <a:t>            "5": 176</a:t>
            </a:r>
          </a:p>
          <a:p>
            <a:r>
              <a:t>          },</a:t>
            </a:r>
          </a:p>
          <a:p>
            <a:r>
              <a:t>          "row_ids_sha256": "a141a1d826708a3474e44fb82a0d5fe4f9e413a0fd9e6d870ac62668cf5719ae",</a:t>
            </a:r>
          </a:p>
          <a:p>
            <a:r>
              <a:t>          "rows": 964,</a:t>
            </a:r>
          </a:p>
          <a:p>
            <a:r>
              <a:t>          "source_counts": {</a:t>
            </a:r>
          </a:p>
          <a:p>
            <a:r>
              <a:t>            "Hyperledger": 964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"first_sprint_entry": "2016-08-12 14:07:02",</a:t>
            </a:r>
          </a:p>
          <a:p>
            <a:r>
              <a:t>          "last_sprint_entry": "2018-04-27 13:55:58",</a:t>
            </a:r>
          </a:p>
          <a:p>
            <a:r>
              <a:t>          "positive_counts": {</a:t>
            </a:r>
          </a:p>
          <a:p>
            <a:r>
              <a:t>            "10": 336,</a:t>
            </a:r>
          </a:p>
          <a:p>
            <a:r>
              <a:t>            "15": 279,</a:t>
            </a:r>
          </a:p>
          <a:p>
            <a:r>
              <a:t>            "20": 246,</a:t>
            </a:r>
          </a:p>
          <a:p>
            <a:r>
              <a:t>            "5": 420</a:t>
            </a:r>
          </a:p>
          <a:p>
            <a:r>
              <a:t>          },</a:t>
            </a:r>
          </a:p>
          <a:p>
            <a:r>
              <a:t>          "row_ids_sha256": "550111cd493cbe1d650f75433b8ea5dea3ad7e3c020200328ad47cd9b91c681c",</a:t>
            </a:r>
          </a:p>
          <a:p>
            <a:r>
              <a:t>          "rows": 2889,</a:t>
            </a:r>
          </a:p>
          <a:p>
            <a:r>
              <a:t>          "source_counts": {</a:t>
            </a:r>
          </a:p>
          <a:p>
            <a:r>
              <a:t>            "Hyperledger": 2889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"first_sprint_entry": "2018-04-27 15:22:44",</a:t>
            </a:r>
          </a:p>
          <a:p>
            <a:r>
              <a:t>          "last_sprint_entry": "2019-02-27 04:29:28",</a:t>
            </a:r>
          </a:p>
          <a:p>
            <a:r>
              <a:t>          "positive_counts": {</a:t>
            </a:r>
          </a:p>
          <a:p>
            <a:r>
              <a:t>            "10": 135,</a:t>
            </a:r>
          </a:p>
          <a:p>
            <a:r>
              <a:t>            "15": 115,</a:t>
            </a:r>
          </a:p>
          <a:p>
            <a:r>
              <a:t>            "20": 98,</a:t>
            </a:r>
          </a:p>
          <a:p>
            <a:r>
              <a:t>            "5": 158</a:t>
            </a:r>
          </a:p>
          <a:p>
            <a:r>
              <a:t>          },</a:t>
            </a:r>
          </a:p>
          <a:p>
            <a:r>
              <a:t>          "row_ids_sha256": "38d1aa877f2f20d669570bdbebba8490f28d55dbb05b08026fc3de19d7764079",</a:t>
            </a:r>
          </a:p>
          <a:p>
            <a:r>
              <a:t>          "rows": 963,</a:t>
            </a:r>
          </a:p>
          <a:p>
            <a:r>
              <a:t>          "source_counts": {</a:t>
            </a:r>
          </a:p>
          <a:p>
            <a:r>
              <a:t>            "Hyperledger": 963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"project": "Hyperledger",</a:t>
            </a:r>
          </a:p>
          <a:p>
            <a:r>
              <a:t>      "protocol": "within-project",</a:t>
            </a:r>
          </a:p>
          <a:p>
            <a:r>
              <a:t>      "selection_metric": "validation_auc_prc",</a:t>
            </a:r>
          </a:p>
          <a:p>
            <a:r>
              <a:t>      "test_weights": "none",</a:t>
            </a:r>
          </a:p>
          <a:p>
            <a:r>
              <a:t>      "versions": {</a:t>
            </a:r>
          </a:p>
          <a:p>
            <a:r>
              <a:t>        "numpy": "1.23.5",</a:t>
            </a:r>
          </a:p>
          <a:p>
            <a:r>
              <a:t>        "pandas": "2.0.1",</a:t>
            </a:r>
          </a:p>
          <a:p>
            <a:r>
              <a:t>        "sklearn": "1.2.2"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"IntelDAOS": {</a:t>
            </a:r>
          </a:p>
          <a:p>
            <a:r>
              <a:t>      "baseline_definition": "unweighted model-family rerun, not the published old pipeline",</a:t>
            </a:r>
          </a:p>
          <a:p>
            <a:r>
              <a:t>      "feature_policy": "same_pre_sprint_transform_for_both_variants",</a:t>
            </a:r>
          </a:p>
          <a:p>
            <a:r>
              <a:t>      "historical_pipeline_replayed": false,</a:t>
            </a:r>
          </a:p>
          <a:p>
            <a:r>
              <a:t>      "partitions": {</a:t>
            </a:r>
          </a:p>
          <a:p>
            <a:r>
              <a:t>        "test": {</a:t>
            </a:r>
          </a:p>
          <a:p>
            <a:r>
              <a:t>          "first_sprint_entry": "2020-01-22 10:52:40",</a:t>
            </a:r>
          </a:p>
          <a:p>
            <a:r>
              <a:t>          "last_sprint_entry": "2021-01-11 19:45:00",</a:t>
            </a:r>
          </a:p>
          <a:p>
            <a:r>
              <a:t>          "positive_counts": {</a:t>
            </a:r>
          </a:p>
          <a:p>
            <a:r>
              <a:t>            "10": 29,</a:t>
            </a:r>
          </a:p>
          <a:p>
            <a:r>
              <a:t>            "15": 24,</a:t>
            </a:r>
          </a:p>
          <a:p>
            <a:r>
              <a:t>            "20": 22,</a:t>
            </a:r>
          </a:p>
          <a:p>
            <a:r>
              <a:t>            "5": 32</a:t>
            </a:r>
          </a:p>
          <a:p>
            <a:r>
              <a:t>          },</a:t>
            </a:r>
          </a:p>
          <a:p>
            <a:r>
              <a:t>          "row_ids_sha256": "e194270d27ce6ee532348e561e05b2a8ebfb96c49736493fc18b10babad7b596",</a:t>
            </a:r>
          </a:p>
          <a:p>
            <a:r>
              <a:t>          "rows": 334,</a:t>
            </a:r>
          </a:p>
          <a:p>
            <a:r>
              <a:t>          "source_counts": {</a:t>
            </a:r>
          </a:p>
          <a:p>
            <a:r>
              <a:t>            "IntelDAOS": 334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"first_sprint_entry": "2016-04-06 02:31:57",</a:t>
            </a:r>
          </a:p>
          <a:p>
            <a:r>
              <a:t>          "last_sprint_entry": "2019-01-29 12:34:36",</a:t>
            </a:r>
          </a:p>
          <a:p>
            <a:r>
              <a:t>          "positive_counts": {</a:t>
            </a:r>
          </a:p>
          <a:p>
            <a:r>
              <a:t>            "10": 80,</a:t>
            </a:r>
          </a:p>
          <a:p>
            <a:r>
              <a:t>            "15": 54,</a:t>
            </a:r>
          </a:p>
          <a:p>
            <a:r>
              <a:t>            "20": 39,</a:t>
            </a:r>
          </a:p>
          <a:p>
            <a:r>
              <a:t>            "5": 126</a:t>
            </a:r>
          </a:p>
          <a:p>
            <a:r>
              <a:t>          },</a:t>
            </a:r>
          </a:p>
          <a:p>
            <a:r>
              <a:t>          "row_ids_sha256": "50110dd6267bbe21a5d93775e462555ed9acf131a5543619cc74bd7d5b45c55e",</a:t>
            </a:r>
          </a:p>
          <a:p>
            <a:r>
              <a:t>          "rows": 999,</a:t>
            </a:r>
          </a:p>
          <a:p>
            <a:r>
              <a:t>          "source_counts": {</a:t>
            </a:r>
          </a:p>
          <a:p>
            <a:r>
              <a:t>            "IntelDAOS": 999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"first_sprint_entry": "2019-02-05 07:51:34",</a:t>
            </a:r>
          </a:p>
          <a:p>
            <a:r>
              <a:t>          "last_sprint_entry": "2020-01-22 10:52:40",</a:t>
            </a:r>
          </a:p>
          <a:p>
            <a:r>
              <a:t>          "positive_counts": {</a:t>
            </a:r>
          </a:p>
          <a:p>
            <a:r>
              <a:t>            "10": 42,</a:t>
            </a:r>
          </a:p>
          <a:p>
            <a:r>
              <a:t>            "15": 38,</a:t>
            </a:r>
          </a:p>
          <a:p>
            <a:r>
              <a:t>            "20": 30,</a:t>
            </a:r>
          </a:p>
          <a:p>
            <a:r>
              <a:t>            "5": 52</a:t>
            </a:r>
          </a:p>
          <a:p>
            <a:r>
              <a:t>          },</a:t>
            </a:r>
          </a:p>
          <a:p>
            <a:r>
              <a:t>          "row_ids_sha256": "27d791d7403024d341a4d5828828fc90afa482be5764720491b93c85d39fb4bf",</a:t>
            </a:r>
          </a:p>
          <a:p>
            <a:r>
              <a:t>          "rows": 333,</a:t>
            </a:r>
          </a:p>
          <a:p>
            <a:r>
              <a:t>          "source_counts": {</a:t>
            </a:r>
          </a:p>
          <a:p>
            <a:r>
              <a:t>            "IntelDAOS": 333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"project": "IntelDAOS",</a:t>
            </a:r>
          </a:p>
          <a:p>
            <a:r>
              <a:t>      "protocol": "within-project",</a:t>
            </a:r>
          </a:p>
          <a:p>
            <a:r>
              <a:t>      "selection_metric": "validation_auc_prc",</a:t>
            </a:r>
          </a:p>
          <a:p>
            <a:r>
              <a:t>      "test_weights": "none",</a:t>
            </a:r>
          </a:p>
          <a:p>
            <a:r>
              <a:t>      "versions": {</a:t>
            </a:r>
          </a:p>
          <a:p>
            <a:r>
              <a:t>        "numpy": "1.23.5",</a:t>
            </a:r>
          </a:p>
          <a:p>
            <a:r>
              <a:t>        "pandas": "2.0.1",</a:t>
            </a:r>
          </a:p>
          <a:p>
            <a:r>
              <a:t>        "sklearn": "1.2.2"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"Jira": {</a:t>
            </a:r>
          </a:p>
          <a:p>
            <a:r>
              <a:t>      "baseline_definition": "unweighted model-family rerun, not the published old pipeline",</a:t>
            </a:r>
          </a:p>
          <a:p>
            <a:r>
              <a:t>      "feature_policy": "same_pre_sprint_transform_for_both_variants",</a:t>
            </a:r>
          </a:p>
          <a:p>
            <a:r>
              <a:t>      "historical_pipeline_replayed": false,</a:t>
            </a:r>
          </a:p>
          <a:p>
            <a:r>
              <a:t>      "partitions": {</a:t>
            </a:r>
          </a:p>
          <a:p>
            <a:r>
              <a:t>        "test": {</a:t>
            </a:r>
          </a:p>
          <a:p>
            <a:r>
              <a:t>          "first_sprint_entry": "2015-11-16 00:07:29",</a:t>
            </a:r>
          </a:p>
          <a:p>
            <a:r>
              <a:t>          "last_sprint_entry": "2023-01-27 02:40:56",</a:t>
            </a:r>
          </a:p>
          <a:p>
            <a:r>
              <a:t>          "positive_counts": {</a:t>
            </a:r>
          </a:p>
          <a:p>
            <a:r>
              <a:t>            "10": 164,</a:t>
            </a:r>
          </a:p>
          <a:p>
            <a:r>
              <a:t>            "15": 160,</a:t>
            </a:r>
          </a:p>
          <a:p>
            <a:r>
              <a:t>            "20": 41,</a:t>
            </a:r>
          </a:p>
          <a:p>
            <a:r>
              <a:t>            "5": 170</a:t>
            </a:r>
          </a:p>
          <a:p>
            <a:r>
              <a:t>          },</a:t>
            </a:r>
          </a:p>
          <a:p>
            <a:r>
              <a:t>          "row_ids_sha256": "391abdec6c68bda5a77c5b4c50801221513238224174dd07c742498f06df9a6e",</a:t>
            </a:r>
          </a:p>
          <a:p>
            <a:r>
              <a:t>          "rows": 316,</a:t>
            </a:r>
          </a:p>
          <a:p>
            <a:r>
              <a:t>          "source_counts": {</a:t>
            </a:r>
          </a:p>
          <a:p>
            <a:r>
              <a:t>            "Jira": 316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"first_sprint_entry": "2012-02-08 00:06:30",</a:t>
            </a:r>
          </a:p>
          <a:p>
            <a:r>
              <a:t>          "last_sprint_entry": "2013-08-29 09:05:00",</a:t>
            </a:r>
          </a:p>
          <a:p>
            <a:r>
              <a:t>          "positive_counts": {</a:t>
            </a:r>
          </a:p>
          <a:p>
            <a:r>
              <a:t>            "10": 207,</a:t>
            </a:r>
          </a:p>
          <a:p>
            <a:r>
              <a:t>            "15": 197,</a:t>
            </a:r>
          </a:p>
          <a:p>
            <a:r>
              <a:t>            "20": 120,</a:t>
            </a:r>
          </a:p>
          <a:p>
            <a:r>
              <a:t>            "5": 221</a:t>
            </a:r>
          </a:p>
          <a:p>
            <a:r>
              <a:t>          },</a:t>
            </a:r>
          </a:p>
          <a:p>
            <a:r>
              <a:t>          "row_ids_sha256": "b89d2eae86f99e64643e46593c6b80763322ac19c2bddf038ba37c30112b2fe8",</a:t>
            </a:r>
          </a:p>
          <a:p>
            <a:r>
              <a:t>          "rows": 944,</a:t>
            </a:r>
          </a:p>
          <a:p>
            <a:r>
              <a:t>          "source_counts": {</a:t>
            </a:r>
          </a:p>
          <a:p>
            <a:r>
              <a:t>            "Jira": 944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"first_sprint_entry": "2013-08-29 12:21:51",</a:t>
            </a:r>
          </a:p>
          <a:p>
            <a:r>
              <a:t>          "last_sprint_entry": "2015-11-16 00:07:26",</a:t>
            </a:r>
          </a:p>
          <a:p>
            <a:r>
              <a:t>          "positive_counts": {</a:t>
            </a:r>
          </a:p>
          <a:p>
            <a:r>
              <a:t>            "10": 152,</a:t>
            </a:r>
          </a:p>
          <a:p>
            <a:r>
              <a:t>            "15": 143,</a:t>
            </a:r>
          </a:p>
          <a:p>
            <a:r>
              <a:t>            "20": 19,</a:t>
            </a:r>
          </a:p>
          <a:p>
            <a:r>
              <a:t>            "5": 154</a:t>
            </a:r>
          </a:p>
          <a:p>
            <a:r>
              <a:t>          },</a:t>
            </a:r>
          </a:p>
          <a:p>
            <a:r>
              <a:t>          "row_ids_sha256": "4271654930c7aade78ab7690a945812082432576a04e35af633631d903a1b48b",</a:t>
            </a:r>
          </a:p>
          <a:p>
            <a:r>
              <a:t>          "rows": 314,</a:t>
            </a:r>
          </a:p>
          <a:p>
            <a:r>
              <a:t>          "source_counts": {</a:t>
            </a:r>
          </a:p>
          <a:p>
            <a:r>
              <a:t>            "Jira": 314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"project": "Jira",</a:t>
            </a:r>
          </a:p>
          <a:p>
            <a:r>
              <a:t>      "protocol": "within-project",</a:t>
            </a:r>
          </a:p>
          <a:p>
            <a:r>
              <a:t>      "selection_metric": "validation_auc_prc",</a:t>
            </a:r>
          </a:p>
          <a:p>
            <a:r>
              <a:t>      "test_weights": "none",</a:t>
            </a:r>
          </a:p>
          <a:p>
            <a:r>
              <a:t>      "versions": {</a:t>
            </a:r>
          </a:p>
          <a:p>
            <a:r>
              <a:t>        "numpy": "1.23.5",</a:t>
            </a:r>
          </a:p>
          <a:p>
            <a:r>
              <a:t>        "pandas": "2.0.1",</a:t>
            </a:r>
          </a:p>
          <a:p>
            <a:r>
              <a:t>        "sklearn": "1.2.2"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"MariaDB": {</a:t>
            </a:r>
          </a:p>
          <a:p>
            <a:r>
              <a:t>      "baseline_definition": "unweighted model-family rerun, not the published old pipeline",</a:t>
            </a:r>
          </a:p>
          <a:p>
            <a:r>
              <a:t>      "feature_policy": "same_pre_sprint_transform_for_both_variants",</a:t>
            </a:r>
          </a:p>
          <a:p>
            <a:r>
              <a:t>      "historical_pipeline_replayed": false,</a:t>
            </a:r>
          </a:p>
          <a:p>
            <a:r>
              <a:t>      "partitions": {</a:t>
            </a:r>
          </a:p>
          <a:p>
            <a:r>
              <a:t>        "test": {</a:t>
            </a:r>
          </a:p>
          <a:p>
            <a:r>
              <a:t>          "first_sprint_entry": "2021-03-05 17:11:17",</a:t>
            </a:r>
          </a:p>
          <a:p>
            <a:r>
              <a:t>          "last_sprint_entry": "2023-04-04 10:33:05",</a:t>
            </a:r>
          </a:p>
          <a:p>
            <a:r>
              <a:t>          "positive_counts": {</a:t>
            </a:r>
          </a:p>
          <a:p>
            <a:r>
              <a:t>            "10": 44,</a:t>
            </a:r>
          </a:p>
          <a:p>
            <a:r>
              <a:t>            "15": 33,</a:t>
            </a:r>
          </a:p>
          <a:p>
            <a:r>
              <a:t>            "20": 28,</a:t>
            </a:r>
          </a:p>
          <a:p>
            <a:r>
              <a:t>            "5": 61</a:t>
            </a:r>
          </a:p>
          <a:p>
            <a:r>
              <a:t>          },</a:t>
            </a:r>
          </a:p>
          <a:p>
            <a:r>
              <a:t>          "row_ids_sha256": "32569f81abe52dccb12160de2eb366b8e23217c85873d445c6dcc9ae5eba8733",</a:t>
            </a:r>
          </a:p>
          <a:p>
            <a:r>
              <a:t>          "rows": 398,</a:t>
            </a:r>
          </a:p>
          <a:p>
            <a:r>
              <a:t>          "source_counts": {</a:t>
            </a:r>
          </a:p>
          <a:p>
            <a:r>
              <a:t>            "MariaDB": 398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"first_sprint_entry": "2014-05-27 14:43:09",</a:t>
            </a:r>
          </a:p>
          <a:p>
            <a:r>
              <a:t>          "last_sprint_entry": "2019-02-04 16:44:24",</a:t>
            </a:r>
          </a:p>
          <a:p>
            <a:r>
              <a:t>          "positive_counts": {</a:t>
            </a:r>
          </a:p>
          <a:p>
            <a:r>
              <a:t>            "10": 100,</a:t>
            </a:r>
          </a:p>
          <a:p>
            <a:r>
              <a:t>            "15": 84,</a:t>
            </a:r>
          </a:p>
          <a:p>
            <a:r>
              <a:t>            "20": 77,</a:t>
            </a:r>
          </a:p>
          <a:p>
            <a:r>
              <a:t>            "5": 125</a:t>
            </a:r>
          </a:p>
          <a:p>
            <a:r>
              <a:t>          },</a:t>
            </a:r>
          </a:p>
          <a:p>
            <a:r>
              <a:t>          "row_ids_sha256": "6a15b9a09abfa1d7943452b9de7b48f1aa7389033984fb1ab0f4adb768e9e1e6",</a:t>
            </a:r>
          </a:p>
          <a:p>
            <a:r>
              <a:t>          "rows": 1189,</a:t>
            </a:r>
          </a:p>
          <a:p>
            <a:r>
              <a:t>          "source_counts": {</a:t>
            </a:r>
          </a:p>
          <a:p>
            <a:r>
              <a:t>            "MariaDB": 1189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"first_sprint_entry": "2019-02-05 07:53:45",</a:t>
            </a:r>
          </a:p>
          <a:p>
            <a:r>
              <a:t>          "last_sprint_entry": "2021-03-05 12:46:10",</a:t>
            </a:r>
          </a:p>
          <a:p>
            <a:r>
              <a:t>          "positive_counts": {</a:t>
            </a:r>
          </a:p>
          <a:p>
            <a:r>
              <a:t>            "10": 18,</a:t>
            </a:r>
          </a:p>
          <a:p>
            <a:r>
              <a:t>            "15": 16,</a:t>
            </a:r>
          </a:p>
          <a:p>
            <a:r>
              <a:t>            "20": 12,</a:t>
            </a:r>
          </a:p>
          <a:p>
            <a:r>
              <a:t>            "5": 26</a:t>
            </a:r>
          </a:p>
          <a:p>
            <a:r>
              <a:t>          },</a:t>
            </a:r>
          </a:p>
          <a:p>
            <a:r>
              <a:t>          "row_ids_sha256": "07c50b9e91fbdc52013a00aaa728136366303a2c1867b2aee250f56c6f52cee3",</a:t>
            </a:r>
          </a:p>
          <a:p>
            <a:r>
              <a:t>          "rows": 396,</a:t>
            </a:r>
          </a:p>
          <a:p>
            <a:r>
              <a:t>          "source_counts": {</a:t>
            </a:r>
          </a:p>
          <a:p>
            <a:r>
              <a:t>            "MariaDB": 396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"project": "MariaDB",</a:t>
            </a:r>
          </a:p>
          <a:p>
            <a:r>
              <a:t>      "protocol": "within-project",</a:t>
            </a:r>
          </a:p>
          <a:p>
            <a:r>
              <a:t>      "selection_metric": "validation_auc_prc",</a:t>
            </a:r>
          </a:p>
          <a:p>
            <a:r>
              <a:t>      "test_weights": "none",</a:t>
            </a:r>
          </a:p>
          <a:p>
            <a:r>
              <a:t>      "versions": {</a:t>
            </a:r>
          </a:p>
          <a:p>
            <a:r>
              <a:t>        "numpy": "1.23.5",</a:t>
            </a:r>
          </a:p>
          <a:p>
            <a:r>
              <a:t>        "pandas": "2.0.1",</a:t>
            </a:r>
          </a:p>
          <a:p>
            <a:r>
              <a:t>        "sklearn": "1.2.2"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"Qt": {</a:t>
            </a:r>
          </a:p>
          <a:p>
            <a:r>
              <a:t>      "baseline_definition": "unweighted model-family rerun, not the published old pipeline",</a:t>
            </a:r>
          </a:p>
          <a:p>
            <a:r>
              <a:t>      "feature_policy": "same_pre_sprint_transform_for_both_variants",</a:t>
            </a:r>
          </a:p>
          <a:p>
            <a:r>
              <a:t>      "historical_pipeline_replayed": false,</a:t>
            </a:r>
          </a:p>
          <a:p>
            <a:r>
              <a:t>      "partitions": {</a:t>
            </a:r>
          </a:p>
          <a:p>
            <a:r>
              <a:t>        "test": {</a:t>
            </a:r>
          </a:p>
          <a:p>
            <a:r>
              <a:t>          "first_sprint_entry": "2022-08-24 15:41:42",</a:t>
            </a:r>
          </a:p>
          <a:p>
            <a:r>
              <a:t>          "last_sprint_entry": "2023-04-27 18:22:56",</a:t>
            </a:r>
          </a:p>
          <a:p>
            <a:r>
              <a:t>          "positive_counts": {</a:t>
            </a:r>
          </a:p>
          <a:p>
            <a:r>
              <a:t>            "10": 60,</a:t>
            </a:r>
          </a:p>
          <a:p>
            <a:r>
              <a:t>            "15": 43,</a:t>
            </a:r>
          </a:p>
          <a:p>
            <a:r>
              <a:t>            "20": 34,</a:t>
            </a:r>
          </a:p>
          <a:p>
            <a:r>
              <a:t>            "5": 118</a:t>
            </a:r>
          </a:p>
          <a:p>
            <a:r>
              <a:t>          },</a:t>
            </a:r>
          </a:p>
          <a:p>
            <a:r>
              <a:t>          "row_ids_sha256": "348b2c748a858112d8e6ea3e97459a85df3f9159a1da7df1b2f651efcbf23399",</a:t>
            </a:r>
          </a:p>
          <a:p>
            <a:r>
              <a:t>          "rows": 1223,</a:t>
            </a:r>
          </a:p>
          <a:p>
            <a:r>
              <a:t>          "source_counts": {</a:t>
            </a:r>
          </a:p>
          <a:p>
            <a:r>
              <a:t>            "Qt": 1223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"first_sprint_entry": "2016-11-17 12:16:04",</a:t>
            </a:r>
          </a:p>
          <a:p>
            <a:r>
              <a:t>          "last_sprint_entry": "2021-11-22 08:44:53",</a:t>
            </a:r>
          </a:p>
          <a:p>
            <a:r>
              <a:t>          "positive_counts": {</a:t>
            </a:r>
          </a:p>
          <a:p>
            <a:r>
              <a:t>            "10": 291,</a:t>
            </a:r>
          </a:p>
          <a:p>
            <a:r>
              <a:t>            "15": 233,</a:t>
            </a:r>
          </a:p>
          <a:p>
            <a:r>
              <a:t>            "20": 198,</a:t>
            </a:r>
          </a:p>
          <a:p>
            <a:r>
              <a:t>            "5": 389</a:t>
            </a:r>
          </a:p>
          <a:p>
            <a:r>
              <a:t>          },</a:t>
            </a:r>
          </a:p>
          <a:p>
            <a:r>
              <a:t>          "row_ids_sha256": "31a2e8a9b43077e1a1c3f3e9781ccb6fb4f5dc2aae34d048d8f7b611af373829",</a:t>
            </a:r>
          </a:p>
          <a:p>
            <a:r>
              <a:t>          "rows": 3666,</a:t>
            </a:r>
          </a:p>
          <a:p>
            <a:r>
              <a:t>          "source_counts": {</a:t>
            </a:r>
          </a:p>
          <a:p>
            <a:r>
              <a:t>            "Qt": 3666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"first_sprint_entry": "2021-11-22 08:49:29",</a:t>
            </a:r>
          </a:p>
          <a:p>
            <a:r>
              <a:t>          "last_sprint_entry": "2022-08-24 15:40:41",</a:t>
            </a:r>
          </a:p>
          <a:p>
            <a:r>
              <a:t>          "positive_counts": {</a:t>
            </a:r>
          </a:p>
          <a:p>
            <a:r>
              <a:t>            "10": 69,</a:t>
            </a:r>
          </a:p>
          <a:p>
            <a:r>
              <a:t>            "15": 58,</a:t>
            </a:r>
          </a:p>
          <a:p>
            <a:r>
              <a:t>            "20": 48,</a:t>
            </a:r>
          </a:p>
          <a:p>
            <a:r>
              <a:t>            "5": 84</a:t>
            </a:r>
          </a:p>
          <a:p>
            <a:r>
              <a:t>          },</a:t>
            </a:r>
          </a:p>
          <a:p>
            <a:r>
              <a:t>          "row_ids_sha256": "b642f38b0b53f23ae37afe02490b6d9d332957d2a68e8b852ebdc2ebd09b3181",</a:t>
            </a:r>
          </a:p>
          <a:p>
            <a:r>
              <a:t>          "rows": 1222,</a:t>
            </a:r>
          </a:p>
          <a:p>
            <a:r>
              <a:t>          "source_counts": {</a:t>
            </a:r>
          </a:p>
          <a:p>
            <a:r>
              <a:t>            "Qt": 1222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"project": "Qt",</a:t>
            </a:r>
          </a:p>
          <a:p>
            <a:r>
              <a:t>      "protocol": "within-project",</a:t>
            </a:r>
          </a:p>
          <a:p>
            <a:r>
              <a:t>      "selection_metric": "validation_auc_prc",</a:t>
            </a:r>
          </a:p>
          <a:p>
            <a:r>
              <a:t>      "test_weights": "none",</a:t>
            </a:r>
          </a:p>
          <a:p>
            <a:r>
              <a:t>      "versions": {</a:t>
            </a:r>
          </a:p>
          <a:p>
            <a:r>
              <a:t>        "numpy": "1.23.5",</a:t>
            </a:r>
          </a:p>
          <a:p>
            <a:r>
              <a:t>        "pandas": "2.0.1",</a:t>
            </a:r>
          </a:p>
          <a:p>
            <a:r>
              <a:t>        "sklearn": "1.2.2"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https://github.com/yakovelmaleh/Master/pull/360</a:t>
            </a:r>
          </a:p>
          <a:p>
            <a:r>
              <a:t>Artifact commit: e554ad3e3fecfb9e5c0e3e40665274ff9bcb3f6a</a:t>
            </a:r>
          </a:p>
          <a:p>
            <a:r>
              <a:t>Bundle: Tasks/task-summaries/compare-models-leave-one-project-out-20260927-135429</a:t>
            </a:r>
          </a:p>
          <a:p>
            <a:r>
              <a:t>Cluster run: 20260924-212328-564730; appended September 27, 2026.</a:t>
            </a:r>
          </a:p>
          <a:p>
            <a:r>
              <a:t>RESULTS.csv supplies reported metrics; split_manifest.json supplies fold counts, project isolation, dates and policies; verification_manifest.json records success.</a:t>
            </a:r>
          </a:p>
          <a:p>
            <a:r>
              <a:t>Scores were aggregated, not independently recomputed from predictions. Macro results are descriptive, not significance evidence. Each project/model/level receives equal weight. Each repository is tested once per model/variant/level; training rows are reused across folds, so fold training totals are not unique counts.</a:t>
            </a:r>
          </a:p>
          <a:p>
            <a:r>
              <a:t>{</a:t>
            </a:r>
          </a:p>
          <a:p>
            <a:r>
              <a:t>  "overall": {</a:t>
            </a:r>
          </a:p>
          <a:p>
            <a:r>
              <a:t>    "baseline": 0.18613824635969417,</a:t>
            </a:r>
          </a:p>
          <a:p>
            <a:r>
              <a:t>    "refactored": 0.1752863464334156</a:t>
            </a:r>
          </a:p>
          <a:p>
            <a:r>
              <a:t>  },</a:t>
            </a:r>
          </a:p>
          <a:p>
            <a:r>
              <a:t>  "wins": 20,</a:t>
            </a:r>
          </a:p>
          <a:p>
            <a:r>
              <a:t>  "ties": 0,</a:t>
            </a:r>
          </a:p>
          <a:p>
            <a:r>
              <a:t>  "macro_results": [</a:t>
            </a:r>
          </a:p>
          <a:p>
            <a:r>
              <a:t>    [</a:t>
            </a:r>
          </a:p>
          <a:p>
            <a:r>
              <a:t>      "RF",</a:t>
            </a:r>
          </a:p>
          <a:p>
            <a:r>
              <a:t>      "5",</a:t>
            </a:r>
          </a:p>
          <a:p>
            <a:r>
              <a:t>      "0.2355",</a:t>
            </a:r>
          </a:p>
          <a:p>
            <a:r>
              <a:t>      "0.2215",</a:t>
            </a:r>
          </a:p>
          <a:p>
            <a:r>
              <a:t>      "-0.0140"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"RF",</a:t>
            </a:r>
          </a:p>
          <a:p>
            <a:r>
              <a:t>      "10",</a:t>
            </a:r>
          </a:p>
          <a:p>
            <a:r>
              <a:t>      "0.2124",</a:t>
            </a:r>
          </a:p>
          <a:p>
            <a:r>
              <a:t>      "0.1944",</a:t>
            </a:r>
          </a:p>
          <a:p>
            <a:r>
              <a:t>      "-0.0180"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"RF",</a:t>
            </a:r>
          </a:p>
          <a:p>
            <a:r>
              <a:t>      "15",</a:t>
            </a:r>
          </a:p>
          <a:p>
            <a:r>
              <a:t>      "0.1932",</a:t>
            </a:r>
          </a:p>
          <a:p>
            <a:r>
              <a:t>      "0.1859",</a:t>
            </a:r>
          </a:p>
          <a:p>
            <a:r>
              <a:t>      "-0.0074"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"RF",</a:t>
            </a:r>
          </a:p>
          <a:p>
            <a:r>
              <a:t>      "20",</a:t>
            </a:r>
          </a:p>
          <a:p>
            <a:r>
              <a:t>      "0.1530",</a:t>
            </a:r>
          </a:p>
          <a:p>
            <a:r>
              <a:t>      "0.1397",</a:t>
            </a:r>
          </a:p>
          <a:p>
            <a:r>
              <a:t>      "-0.0133"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"Legacy boosting",</a:t>
            </a:r>
          </a:p>
          <a:p>
            <a:r>
              <a:t>      "5",</a:t>
            </a:r>
          </a:p>
          <a:p>
            <a:r>
              <a:t>      "0.2451",</a:t>
            </a:r>
          </a:p>
          <a:p>
            <a:r>
              <a:t>      "0.2351",</a:t>
            </a:r>
          </a:p>
          <a:p>
            <a:r>
              <a:t>      "-0.0100"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"Legacy boosting",</a:t>
            </a:r>
          </a:p>
          <a:p>
            <a:r>
              <a:t>      "10",</a:t>
            </a:r>
          </a:p>
          <a:p>
            <a:r>
              <a:t>      "0.2176",</a:t>
            </a:r>
          </a:p>
          <a:p>
            <a:r>
              <a:t>      "0.2021",</a:t>
            </a:r>
          </a:p>
          <a:p>
            <a:r>
              <a:t>      "-0.0155"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"Legacy boosting",</a:t>
            </a:r>
          </a:p>
          <a:p>
            <a:r>
              <a:t>      "15",</a:t>
            </a:r>
          </a:p>
          <a:p>
            <a:r>
              <a:t>      "0.1939",</a:t>
            </a:r>
          </a:p>
          <a:p>
            <a:r>
              <a:t>      "0.1886",</a:t>
            </a:r>
          </a:p>
          <a:p>
            <a:r>
              <a:t>      "-0.0053"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"Legacy boosting",</a:t>
            </a:r>
          </a:p>
          <a:p>
            <a:r>
              <a:t>      "20",</a:t>
            </a:r>
          </a:p>
          <a:p>
            <a:r>
              <a:t>      "0.1388",</a:t>
            </a:r>
          </a:p>
          <a:p>
            <a:r>
              <a:t>      "0.1434",</a:t>
            </a:r>
          </a:p>
          <a:p>
            <a:r>
              <a:t>      "+0.0046"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"NN",</a:t>
            </a:r>
          </a:p>
          <a:p>
            <a:r>
              <a:t>      "5",</a:t>
            </a:r>
          </a:p>
          <a:p>
            <a:r>
              <a:t>      "0.1934",</a:t>
            </a:r>
          </a:p>
          <a:p>
            <a:r>
              <a:t>      "0.1863",</a:t>
            </a:r>
          </a:p>
          <a:p>
            <a:r>
              <a:t>      "-0.0071"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"NN",</a:t>
            </a:r>
          </a:p>
          <a:p>
            <a:r>
              <a:t>      "10",</a:t>
            </a:r>
          </a:p>
          <a:p>
            <a:r>
              <a:t>      "0.1599",</a:t>
            </a:r>
          </a:p>
          <a:p>
            <a:r>
              <a:t>      "0.1474",</a:t>
            </a:r>
          </a:p>
          <a:p>
            <a:r>
              <a:t>      "-0.0125"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"NN",</a:t>
            </a:r>
          </a:p>
          <a:p>
            <a:r>
              <a:t>      "15",</a:t>
            </a:r>
          </a:p>
          <a:p>
            <a:r>
              <a:t>      "0.1625",</a:t>
            </a:r>
          </a:p>
          <a:p>
            <a:r>
              <a:t>      "0.1371",</a:t>
            </a:r>
          </a:p>
          <a:p>
            <a:r>
              <a:t>      "-0.0254"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"NN",</a:t>
            </a:r>
          </a:p>
          <a:p>
            <a:r>
              <a:t>      "20",</a:t>
            </a:r>
          </a:p>
          <a:p>
            <a:r>
              <a:t>      "0.1282",</a:t>
            </a:r>
          </a:p>
          <a:p>
            <a:r>
              <a:t>      "0.1220",</a:t>
            </a:r>
          </a:p>
          <a:p>
            <a:r>
              <a:t>      "-0.0062"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"spec": {</a:t>
            </a:r>
          </a:p>
          <a:p>
            <a:r>
              <a:t>    "experiment": "Leave-one-project-out comparison (#360)",</a:t>
            </a:r>
          </a:p>
          <a:p>
            <a:r>
              <a:t>    "task": "Can models trained on five repositories predict instability in a sixth, unseen repository? Compare unweighted training with balancing.",</a:t>
            </a:r>
          </a:p>
          <a:p>
            <a:r>
              <a:t>    "why": [</a:t>
            </a:r>
          </a:p>
          <a:p>
            <a:r>
              <a:t>      "Measures cross-project transfer, unlike #357's within-project test.",</a:t>
            </a:r>
          </a:p>
          <a:p>
            <a:r>
              <a:t>      "Six held-out projects; levels 5, 10, 15 and 20; RF, legacy boosting and NN.",</a:t>
            </a:r>
          </a:p>
          <a:p>
            <a:r>
              <a:t>      "All six jobs succeeded: 144 of 144 outputs present.",</a:t>
            </a:r>
          </a:p>
          <a:p>
            <a:r>
              <a:t>      "Uses existing CSVs; no fresh Jira collection."</a:t>
            </a:r>
          </a:p>
          <a:p>
            <a:r>
              <a:t>    ],</a:t>
            </a:r>
          </a:p>
          <a:p>
            <a:r>
              <a:t>    "conclusions": {</a:t>
            </a:r>
          </a:p>
          <a:p>
            <a:r>
              <a:t>      "findings": [</a:t>
            </a:r>
          </a:p>
          <a:p>
            <a:r>
              <a:t>        "Balancing wins 20/72 paired comparisons; loses 52/72.",</a:t>
            </a:r>
          </a:p>
          <a:p>
            <a:r>
              <a:t>        "Overall descriptive macro AUC-PRC: 0.1861 to 0.1753. No overall improvement.",</a:t>
            </a:r>
          </a:p>
          <a:p>
            <a:r>
              <a:t>        "Only legacy boosting at level 20 improves in the six-project macro table.",</a:t>
            </a:r>
          </a:p>
          <a:p>
            <a:r>
              <a:t>        "Best: Jira baseline boosting, level 5 = 0.5059; test prevalence is 34.6%."</a:t>
            </a:r>
          </a:p>
          <a:p>
            <a:r>
              <a:t>      ],</a:t>
            </a:r>
          </a:p>
          <a:p>
            <a:r>
              <a:t>      "next_steps": [</a:t>
            </a:r>
          </a:p>
          <a:p>
            <a:r>
              <a:t>        "Retain unweighted models as candidates; balancing is not a default improvement.",</a:t>
            </a:r>
          </a:p>
          <a:p>
            <a:r>
              <a:t>        "Project isolation is not strict future-time testing: source and target dates overlap.",</a:t>
            </a:r>
          </a:p>
          <a:p>
            <a:r>
              <a:t>        "Do not treat differences from #357 as paired gains or losses: test populations differ.",</a:t>
            </a:r>
          </a:p>
          <a:p>
            <a:r>
              <a:t>        "Baseline is not the original pipeline; legacy 'XGboost' is GradientBoostingClassifier."</a:t>
            </a:r>
          </a:p>
          <a:p>
            <a:r>
              <a:t>      ]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"project_splits": {</a:t>
            </a:r>
          </a:p>
          <a:p>
            <a:r>
              <a:t>    "Apache": {</a:t>
            </a:r>
          </a:p>
          <a:p>
            <a:r>
              <a:t>      "baseline_definition": "unweighted model-family rerun, not the published old pipeline",</a:t>
            </a:r>
          </a:p>
          <a:p>
            <a:r>
              <a:t>      "feature_policy": "same_pre_sprint_transform_for_both_variants",</a:t>
            </a:r>
          </a:p>
          <a:p>
            <a:r>
              <a:t>      "historical_pipeline_replayed": false,</a:t>
            </a:r>
          </a:p>
          <a:p>
            <a:r>
              <a:t>      "partitions": {</a:t>
            </a:r>
          </a:p>
          <a:p>
            <a:r>
              <a:t>        "test": {</a:t>
            </a:r>
          </a:p>
          <a:p>
            <a:r>
              <a:t>          "first_sprint_entry": "2006-08-23 06:57:12",</a:t>
            </a:r>
          </a:p>
          <a:p>
            <a:r>
              <a:t>          "last_sprint_entry": "2023-04-19 01:56:36",</a:t>
            </a:r>
          </a:p>
          <a:p>
            <a:r>
              <a:t>          "positive_counts": {</a:t>
            </a:r>
          </a:p>
          <a:p>
            <a:r>
              <a:t>            "10": 610,</a:t>
            </a:r>
          </a:p>
          <a:p>
            <a:r>
              <a:t>            "15": 457,</a:t>
            </a:r>
          </a:p>
          <a:p>
            <a:r>
              <a:t>            "20": 377,</a:t>
            </a:r>
          </a:p>
          <a:p>
            <a:r>
              <a:t>            "5": 878</a:t>
            </a:r>
          </a:p>
          <a:p>
            <a:r>
              <a:t>          },</a:t>
            </a:r>
          </a:p>
          <a:p>
            <a:r>
              <a:t>          "row_ids_sha256": "d3c5659ed8dacf813a03e3c43bca481c63caf56a6c36d714cf37283ad29e19a5",</a:t>
            </a:r>
          </a:p>
          <a:p>
            <a:r>
              <a:t>          "rows": 7672,</a:t>
            </a:r>
          </a:p>
          <a:p>
            <a:r>
              <a:t>          "source_counts": {</a:t>
            </a:r>
          </a:p>
          <a:p>
            <a:r>
              <a:t>            "Apache": 7672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"first_sprint_entry": "2012-02-08 00:06:30",</a:t>
            </a:r>
          </a:p>
          <a:p>
            <a:r>
              <a:t>          "last_sprint_entry": "2021-08-03 08:19:53",</a:t>
            </a:r>
          </a:p>
          <a:p>
            <a:r>
              <a:t>          "positive_counts": {</a:t>
            </a:r>
          </a:p>
          <a:p>
            <a:r>
              <a:t>            "10": 1661,</a:t>
            </a:r>
          </a:p>
          <a:p>
            <a:r>
              <a:t>            "15": 1435,</a:t>
            </a:r>
          </a:p>
          <a:p>
            <a:r>
              <a:t>            "20": 988,</a:t>
            </a:r>
          </a:p>
          <a:p>
            <a:r>
              <a:t>            "5": 2002</a:t>
            </a:r>
          </a:p>
          <a:p>
            <a:r>
              <a:t>          },</a:t>
            </a:r>
          </a:p>
          <a:p>
            <a:r>
              <a:t>          "row_ids_sha256": "5d7d76b0f03de713e7b267d50df398080d4483b1266d6434cec1f787a1a69ef6",</a:t>
            </a:r>
          </a:p>
          <a:p>
            <a:r>
              <a:t>          "rows": 12920,</a:t>
            </a:r>
          </a:p>
          <a:p>
            <a:r>
              <a:t>          "source_counts": {</a:t>
            </a:r>
          </a:p>
          <a:p>
            <a:r>
              <a:t>            "Hyperledger": 4816,</a:t>
            </a:r>
          </a:p>
          <a:p>
            <a:r>
              <a:t>            "IntelDAOS": 1666,</a:t>
            </a:r>
          </a:p>
          <a:p>
            <a:r>
              <a:t>            "Jira": 1556,</a:t>
            </a:r>
          </a:p>
          <a:p>
            <a:r>
              <a:t>            "MariaDB": 1713,</a:t>
            </a:r>
          </a:p>
          <a:p>
            <a:r>
              <a:t>            "Qt": 3169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"first_sprint_entry": "2021-08-03 09:29:29",</a:t>
            </a:r>
          </a:p>
          <a:p>
            <a:r>
              <a:t>          "last_sprint_entry": "2023-04-27 18:22:56",</a:t>
            </a:r>
          </a:p>
          <a:p>
            <a:r>
              <a:t>          "positive_counts": {</a:t>
            </a:r>
          </a:p>
          <a:p>
            <a:r>
              <a:t>            "10": 208,</a:t>
            </a:r>
          </a:p>
          <a:p>
            <a:r>
              <a:t>            "15": 164,</a:t>
            </a:r>
          </a:p>
          <a:p>
            <a:r>
              <a:t>            "20": 136,</a:t>
            </a:r>
          </a:p>
          <a:p>
            <a:r>
              <a:t>            "5": 310</a:t>
            </a:r>
          </a:p>
          <a:p>
            <a:r>
              <a:t>          },</a:t>
            </a:r>
          </a:p>
          <a:p>
            <a:r>
              <a:t>          "row_ids_sha256": "66fbeda3dbb49c61fe19a48321661c3b66c74b2fd6ff9548bfee8368032bf3af",</a:t>
            </a:r>
          </a:p>
          <a:p>
            <a:r>
              <a:t>          "rows": 3230,</a:t>
            </a:r>
          </a:p>
          <a:p>
            <a:r>
              <a:t>          "source_counts": {</a:t>
            </a:r>
          </a:p>
          <a:p>
            <a:r>
              <a:t>            "Jira": 18,</a:t>
            </a:r>
          </a:p>
          <a:p>
            <a:r>
              <a:t>            "MariaDB": 270,</a:t>
            </a:r>
          </a:p>
          <a:p>
            <a:r>
              <a:t>            "Qt": 2942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"project": "Apache",</a:t>
            </a:r>
          </a:p>
          <a:p>
            <a:r>
              <a:t>      "protocol": "leave-one-project-out",</a:t>
            </a:r>
          </a:p>
          <a:p>
            <a:r>
              <a:t>      "selection_metric": "validation_auc_prc",</a:t>
            </a:r>
          </a:p>
          <a:p>
            <a:r>
              <a:t>      "test_weights": "none",</a:t>
            </a:r>
          </a:p>
          <a:p>
            <a:r>
              <a:t>      "versions": {</a:t>
            </a:r>
          </a:p>
          <a:p>
            <a:r>
              <a:t>        "numpy": "1.23.5",</a:t>
            </a:r>
          </a:p>
          <a:p>
            <a:r>
              <a:t>        "pandas": "2.0.1",</a:t>
            </a:r>
          </a:p>
          <a:p>
            <a:r>
              <a:t>        "sklearn": "1.2.2"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"Hyperledger": {</a:t>
            </a:r>
          </a:p>
          <a:p>
            <a:r>
              <a:t>      "baseline_definition": "unweighted model-family rerun, not the published old pipeline",</a:t>
            </a:r>
          </a:p>
          <a:p>
            <a:r>
              <a:t>      "feature_policy": "same_pre_sprint_transform_for_both_variants",</a:t>
            </a:r>
          </a:p>
          <a:p>
            <a:r>
              <a:t>      "historical_pipeline_replayed": false,</a:t>
            </a:r>
          </a:p>
          <a:p>
            <a:r>
              <a:t>      "partitions": {</a:t>
            </a:r>
          </a:p>
          <a:p>
            <a:r>
              <a:t>        "test": {</a:t>
            </a:r>
          </a:p>
          <a:p>
            <a:r>
              <a:t>          "first_sprint_entry": "2016-08-12 14:07:02",</a:t>
            </a:r>
          </a:p>
          <a:p>
            <a:r>
              <a:t>          "last_sprint_entry": "2021-07-01 22:13:28",</a:t>
            </a:r>
          </a:p>
          <a:p>
            <a:r>
              <a:t>          "positive_counts": {</a:t>
            </a:r>
          </a:p>
          <a:p>
            <a:r>
              <a:t>            "10": 613,</a:t>
            </a:r>
          </a:p>
          <a:p>
            <a:r>
              <a:t>            "15": 516,</a:t>
            </a:r>
          </a:p>
          <a:p>
            <a:r>
              <a:t>            "20": 456,</a:t>
            </a:r>
          </a:p>
          <a:p>
            <a:r>
              <a:t>            "5": 754</a:t>
            </a:r>
          </a:p>
          <a:p>
            <a:r>
              <a:t>          },</a:t>
            </a:r>
          </a:p>
          <a:p>
            <a:r>
              <a:t>          "row_ids_sha256": "72b9121795406b1acc75eca6638975d9b7de2b30698e6ad5305fb6fec0b62fd7",</a:t>
            </a:r>
          </a:p>
          <a:p>
            <a:r>
              <a:t>          "rows": 4816,</a:t>
            </a:r>
          </a:p>
          <a:p>
            <a:r>
              <a:t>          "source_counts": {</a:t>
            </a:r>
          </a:p>
          <a:p>
            <a:r>
              <a:t>            "Hyperledger": 4816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"first_sprint_entry": "2006-08-23 06:57:12",</a:t>
            </a:r>
          </a:p>
          <a:p>
            <a:r>
              <a:t>          "last_sprint_entry": "2022-02-11 08:40:26",</a:t>
            </a:r>
          </a:p>
          <a:p>
            <a:r>
              <a:t>          "positive_counts": {</a:t>
            </a:r>
          </a:p>
          <a:p>
            <a:r>
              <a:t>            "10": 1615,</a:t>
            </a:r>
          </a:p>
          <a:p>
            <a:r>
              <a:t>            "15": 1356,</a:t>
            </a:r>
          </a:p>
          <a:p>
            <a:r>
              <a:t>            "20": 903,</a:t>
            </a:r>
          </a:p>
          <a:p>
            <a:r>
              <a:t>            "5": 2034</a:t>
            </a:r>
          </a:p>
          <a:p>
            <a:r>
              <a:t>          },</a:t>
            </a:r>
          </a:p>
          <a:p>
            <a:r>
              <a:t>          "row_ids_sha256": "07a60164cd341317d2f59da71ae21c50e1d8b8e5c9cafd4472be68212ba003ca",</a:t>
            </a:r>
          </a:p>
          <a:p>
            <a:r>
              <a:t>          "rows": 15204,</a:t>
            </a:r>
          </a:p>
          <a:p>
            <a:r>
              <a:t>          "source_counts": {</a:t>
            </a:r>
          </a:p>
          <a:p>
            <a:r>
              <a:t>            "Apache": 6156,</a:t>
            </a:r>
          </a:p>
          <a:p>
            <a:r>
              <a:t>            "IntelDAOS": 1666,</a:t>
            </a:r>
          </a:p>
          <a:p>
            <a:r>
              <a:t>            "Jira": 1558,</a:t>
            </a:r>
          </a:p>
          <a:p>
            <a:r>
              <a:t>            "MariaDB": 1791,</a:t>
            </a:r>
          </a:p>
          <a:p>
            <a:r>
              <a:t>            "Qt": 4033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"first_sprint_entry": "2022-02-11 08:53:55",</a:t>
            </a:r>
          </a:p>
          <a:p>
            <a:r>
              <a:t>          "last_sprint_entry": "2023-04-27 18:22:56",</a:t>
            </a:r>
          </a:p>
          <a:p>
            <a:r>
              <a:t>          "positive_counts": {</a:t>
            </a:r>
          </a:p>
          <a:p>
            <a:r>
              <a:t>            "10": 251,</a:t>
            </a:r>
          </a:p>
          <a:p>
            <a:r>
              <a:t>            "15": 184,</a:t>
            </a:r>
          </a:p>
          <a:p>
            <a:r>
              <a:t>            "20": 142,</a:t>
            </a:r>
          </a:p>
          <a:p>
            <a:r>
              <a:t>            "5": 402</a:t>
            </a:r>
          </a:p>
          <a:p>
            <a:r>
              <a:t>          },</a:t>
            </a:r>
          </a:p>
          <a:p>
            <a:r>
              <a:t>          "row_ids_sha256": "c7cef7f8556a104a6201becfc67e19220253aa11cfb3b91e3a28b1a2d9d036b5",</a:t>
            </a:r>
          </a:p>
          <a:p>
            <a:r>
              <a:t>          "rows": 3802,</a:t>
            </a:r>
          </a:p>
          <a:p>
            <a:r>
              <a:t>          "source_counts": {</a:t>
            </a:r>
          </a:p>
          <a:p>
            <a:r>
              <a:t>            "Apache": 1516,</a:t>
            </a:r>
          </a:p>
          <a:p>
            <a:r>
              <a:t>            "Jira": 16,</a:t>
            </a:r>
          </a:p>
          <a:p>
            <a:r>
              <a:t>            "MariaDB": 192,</a:t>
            </a:r>
          </a:p>
          <a:p>
            <a:r>
              <a:t>            "Qt": 2078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"project": "Hyperledger",</a:t>
            </a:r>
          </a:p>
          <a:p>
            <a:r>
              <a:t>      "protocol": "leave-one-project-out",</a:t>
            </a:r>
          </a:p>
          <a:p>
            <a:r>
              <a:t>      "selection_metric": "validation_auc_prc",</a:t>
            </a:r>
          </a:p>
          <a:p>
            <a:r>
              <a:t>      "test_weights": "none",</a:t>
            </a:r>
          </a:p>
          <a:p>
            <a:r>
              <a:t>      "versions": {</a:t>
            </a:r>
          </a:p>
          <a:p>
            <a:r>
              <a:t>        "numpy": "1.23.5",</a:t>
            </a:r>
          </a:p>
          <a:p>
            <a:r>
              <a:t>        "pandas": "2.0.1",</a:t>
            </a:r>
          </a:p>
          <a:p>
            <a:r>
              <a:t>        "sklearn": "1.2.2"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"IntelDAOS": {</a:t>
            </a:r>
          </a:p>
          <a:p>
            <a:r>
              <a:t>      "baseline_definition": "unweighted model-family rerun, not the published old pipeline",</a:t>
            </a:r>
          </a:p>
          <a:p>
            <a:r>
              <a:t>      "feature_policy": "same_pre_sprint_transform_for_both_variants",</a:t>
            </a:r>
          </a:p>
          <a:p>
            <a:r>
              <a:t>      "historical_pipeline_replayed": false,</a:t>
            </a:r>
          </a:p>
          <a:p>
            <a:r>
              <a:t>      "partitions": {</a:t>
            </a:r>
          </a:p>
          <a:p>
            <a:r>
              <a:t>        "test": {</a:t>
            </a:r>
          </a:p>
          <a:p>
            <a:r>
              <a:t>          "first_sprint_entry": "2016-04-06 02:31:57",</a:t>
            </a:r>
          </a:p>
          <a:p>
            <a:r>
              <a:t>          "last_sprint_entry": "2021-01-11 19:45:00",</a:t>
            </a:r>
          </a:p>
          <a:p>
            <a:r>
              <a:t>          "positive_counts": {</a:t>
            </a:r>
          </a:p>
          <a:p>
            <a:r>
              <a:t>            "10": 151,</a:t>
            </a:r>
          </a:p>
          <a:p>
            <a:r>
              <a:t>            "15": 116,</a:t>
            </a:r>
          </a:p>
          <a:p>
            <a:r>
              <a:t>            "20": 91,</a:t>
            </a:r>
          </a:p>
          <a:p>
            <a:r>
              <a:t>            "5": 210</a:t>
            </a:r>
          </a:p>
          <a:p>
            <a:r>
              <a:t>          },</a:t>
            </a:r>
          </a:p>
          <a:p>
            <a:r>
              <a:t>          "row_ids_sha256": "e50306fcf6ca3683eef01f56c14d0e52b819df64f955af17a5477b5889f46950",</a:t>
            </a:r>
          </a:p>
          <a:p>
            <a:r>
              <a:t>          "rows": 1666,</a:t>
            </a:r>
          </a:p>
          <a:p>
            <a:r>
              <a:t>          "source_counts": {</a:t>
            </a:r>
          </a:p>
          <a:p>
            <a:r>
              <a:t>            "IntelDAOS": 1666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"first_sprint_entry": "2006-08-23 06:57:12",</a:t>
            </a:r>
          </a:p>
          <a:p>
            <a:r>
              <a:t>          "last_sprint_entry": "2021-11-22 10:20:08",</a:t>
            </a:r>
          </a:p>
          <a:p>
            <a:r>
              <a:t>          "positive_counts": {</a:t>
            </a:r>
          </a:p>
          <a:p>
            <a:r>
              <a:t>            "10": 2028,</a:t>
            </a:r>
          </a:p>
          <a:p>
            <a:r>
              <a:t>            "15": 1719,</a:t>
            </a:r>
          </a:p>
          <a:p>
            <a:r>
              <a:t>            "20": 1235,</a:t>
            </a:r>
          </a:p>
          <a:p>
            <a:r>
              <a:t>            "5": 2512</a:t>
            </a:r>
          </a:p>
          <a:p>
            <a:r>
              <a:t>          },</a:t>
            </a:r>
          </a:p>
          <a:p>
            <a:r>
              <a:t>          "row_ids_sha256": "edcbe3f255b027ca1af79ed425734857e21d517429df2fb0c8058166790d0f89",</a:t>
            </a:r>
          </a:p>
          <a:p>
            <a:r>
              <a:t>          "rows": 17724,</a:t>
            </a:r>
          </a:p>
          <a:p>
            <a:r>
              <a:t>          "source_counts": {</a:t>
            </a:r>
          </a:p>
          <a:p>
            <a:r>
              <a:t>            "Apache": 5911,</a:t>
            </a:r>
          </a:p>
          <a:p>
            <a:r>
              <a:t>            "Hyperledger": 4816,</a:t>
            </a:r>
          </a:p>
          <a:p>
            <a:r>
              <a:t>            "Jira": 1558,</a:t>
            </a:r>
          </a:p>
          <a:p>
            <a:r>
              <a:t>            "MariaDB": 1768,</a:t>
            </a:r>
          </a:p>
          <a:p>
            <a:r>
              <a:t>            "Qt": 3671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"first_sprint_entry": "2021-11-22 10:22:06",</a:t>
            </a:r>
          </a:p>
          <a:p>
            <a:r>
              <a:t>          "last_sprint_entry": "2023-04-27 18:22:56",</a:t>
            </a:r>
          </a:p>
          <a:p>
            <a:r>
              <a:t>          "positive_counts": {</a:t>
            </a:r>
          </a:p>
          <a:p>
            <a:r>
              <a:t>            "10": 300,</a:t>
            </a:r>
          </a:p>
          <a:p>
            <a:r>
              <a:t>            "15": 221,</a:t>
            </a:r>
          </a:p>
          <a:p>
            <a:r>
              <a:t>            "20": 175,</a:t>
            </a:r>
          </a:p>
          <a:p>
            <a:r>
              <a:t>            "5": 468</a:t>
            </a:r>
          </a:p>
          <a:p>
            <a:r>
              <a:t>          },</a:t>
            </a:r>
          </a:p>
          <a:p>
            <a:r>
              <a:t>          "row_ids_sha256": "aa630d76a17ab064c2567817ace85dd8c9e11943ede0321dbd6e40c3588a6c84",</a:t>
            </a:r>
          </a:p>
          <a:p>
            <a:r>
              <a:t>          "rows": 4432,</a:t>
            </a:r>
          </a:p>
          <a:p>
            <a:r>
              <a:t>          "source_counts": {</a:t>
            </a:r>
          </a:p>
          <a:p>
            <a:r>
              <a:t>            "Apache": 1761,</a:t>
            </a:r>
          </a:p>
          <a:p>
            <a:r>
              <a:t>            "Jira": 16,</a:t>
            </a:r>
          </a:p>
          <a:p>
            <a:r>
              <a:t>            "MariaDB": 215,</a:t>
            </a:r>
          </a:p>
          <a:p>
            <a:r>
              <a:t>            "Qt": 2440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"project": "IntelDAOS",</a:t>
            </a:r>
          </a:p>
          <a:p>
            <a:r>
              <a:t>      "protocol": "leave-one-project-out",</a:t>
            </a:r>
          </a:p>
          <a:p>
            <a:r>
              <a:t>      "selection_metric": "validation_auc_prc",</a:t>
            </a:r>
          </a:p>
          <a:p>
            <a:r>
              <a:t>      "test_weights": "none",</a:t>
            </a:r>
          </a:p>
          <a:p>
            <a:r>
              <a:t>      "versions": {</a:t>
            </a:r>
          </a:p>
          <a:p>
            <a:r>
              <a:t>        "numpy": "1.23.5",</a:t>
            </a:r>
          </a:p>
          <a:p>
            <a:r>
              <a:t>        "pandas": "2.0.1",</a:t>
            </a:r>
          </a:p>
          <a:p>
            <a:r>
              <a:t>        "sklearn": "1.2.2"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"Jira": {</a:t>
            </a:r>
          </a:p>
          <a:p>
            <a:r>
              <a:t>      "baseline_definition": "unweighted model-family rerun, not the published old pipeline",</a:t>
            </a:r>
          </a:p>
          <a:p>
            <a:r>
              <a:t>      "feature_policy": "same_pre_sprint_transform_for_both_variants",</a:t>
            </a:r>
          </a:p>
          <a:p>
            <a:r>
              <a:t>      "historical_pipeline_replayed": false,</a:t>
            </a:r>
          </a:p>
          <a:p>
            <a:r>
              <a:t>      "partitions": {</a:t>
            </a:r>
          </a:p>
          <a:p>
            <a:r>
              <a:t>        "test": {</a:t>
            </a:r>
          </a:p>
          <a:p>
            <a:r>
              <a:t>          "first_sprint_entry": "2012-02-08 00:06:30",</a:t>
            </a:r>
          </a:p>
          <a:p>
            <a:r>
              <a:t>          "last_sprint_entry": "2023-01-27 02:40:56",</a:t>
            </a:r>
          </a:p>
          <a:p>
            <a:r>
              <a:t>          "positive_counts": {</a:t>
            </a:r>
          </a:p>
          <a:p>
            <a:r>
              <a:t>            "10": 523,</a:t>
            </a:r>
          </a:p>
          <a:p>
            <a:r>
              <a:t>            "15": 500,</a:t>
            </a:r>
          </a:p>
          <a:p>
            <a:r>
              <a:t>            "20": 180,</a:t>
            </a:r>
          </a:p>
          <a:p>
            <a:r>
              <a:t>            "5": 545</a:t>
            </a:r>
          </a:p>
          <a:p>
            <a:r>
              <a:t>          },</a:t>
            </a:r>
          </a:p>
          <a:p>
            <a:r>
              <a:t>          "row_ids_sha256": "75d579be405a5a01252b79180f63787b483071d5044b94f5986aaade7932001b",</a:t>
            </a:r>
          </a:p>
          <a:p>
            <a:r>
              <a:t>          "rows": 1574,</a:t>
            </a:r>
          </a:p>
          <a:p>
            <a:r>
              <a:t>          "source_counts": {</a:t>
            </a:r>
          </a:p>
          <a:p>
            <a:r>
              <a:t>            "Jira": 1574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"first_sprint_entry": "2006-08-23 06:57:12",</a:t>
            </a:r>
          </a:p>
          <a:p>
            <a:r>
              <a:t>          "last_sprint_entry": "2021-11-15 11:30:05",</a:t>
            </a:r>
          </a:p>
          <a:p>
            <a:r>
              <a:t>          "positive_counts": {</a:t>
            </a:r>
          </a:p>
          <a:p>
            <a:r>
              <a:t>            "10": 1657,</a:t>
            </a:r>
          </a:p>
          <a:p>
            <a:r>
              <a:t>            "15": 1336,</a:t>
            </a:r>
          </a:p>
          <a:p>
            <a:r>
              <a:t>            "20": 1147,</a:t>
            </a:r>
          </a:p>
          <a:p>
            <a:r>
              <a:t>            "5": 2179</a:t>
            </a:r>
          </a:p>
          <a:p>
            <a:r>
              <a:t>          },</a:t>
            </a:r>
          </a:p>
          <a:p>
            <a:r>
              <a:t>          "row_ids_sha256": "efe110148690cda4f59c89b507274289a0b6e4ba431006d4467d66219fef1157",</a:t>
            </a:r>
          </a:p>
          <a:p>
            <a:r>
              <a:t>          "rows": 17798,</a:t>
            </a:r>
          </a:p>
          <a:p>
            <a:r>
              <a:t>          "source_counts": {</a:t>
            </a:r>
          </a:p>
          <a:p>
            <a:r>
              <a:t>            "Apache": 5907,</a:t>
            </a:r>
          </a:p>
          <a:p>
            <a:r>
              <a:t>            "Hyperledger": 4816,</a:t>
            </a:r>
          </a:p>
          <a:p>
            <a:r>
              <a:t>            "IntelDAOS": 1666,</a:t>
            </a:r>
          </a:p>
          <a:p>
            <a:r>
              <a:t>            "MariaDB": 1761,</a:t>
            </a:r>
          </a:p>
          <a:p>
            <a:r>
              <a:t>            "Qt": 3648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"first_sprint_entry": "2021-11-15 11:50:08",</a:t>
            </a:r>
          </a:p>
          <a:p>
            <a:r>
              <a:t>          "last_sprint_entry": "2023-04-27 18:22:56",</a:t>
            </a:r>
          </a:p>
          <a:p>
            <a:r>
              <a:t>          "positive_counts": {</a:t>
            </a:r>
          </a:p>
          <a:p>
            <a:r>
              <a:t>            "10": 299,</a:t>
            </a:r>
          </a:p>
          <a:p>
            <a:r>
              <a:t>            "15": 220,</a:t>
            </a:r>
          </a:p>
          <a:p>
            <a:r>
              <a:t>            "20": 174,</a:t>
            </a:r>
          </a:p>
          <a:p>
            <a:r>
              <a:t>            "5": 466</a:t>
            </a:r>
          </a:p>
          <a:p>
            <a:r>
              <a:t>          },</a:t>
            </a:r>
          </a:p>
          <a:p>
            <a:r>
              <a:t>          "row_ids_sha256": "2f403b160e1d572891489b67d68068f9c616c085255e0dec8d88cfa25d4944e5",</a:t>
            </a:r>
          </a:p>
          <a:p>
            <a:r>
              <a:t>          "rows": 4450,</a:t>
            </a:r>
          </a:p>
          <a:p>
            <a:r>
              <a:t>          "source_counts": {</a:t>
            </a:r>
          </a:p>
          <a:p>
            <a:r>
              <a:t>            "Apache": 1765,</a:t>
            </a:r>
          </a:p>
          <a:p>
            <a:r>
              <a:t>            "MariaDB": 222,</a:t>
            </a:r>
          </a:p>
          <a:p>
            <a:r>
              <a:t>            "Qt": 2463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"project": "Jira",</a:t>
            </a:r>
          </a:p>
          <a:p>
            <a:r>
              <a:t>      "protocol": "leave-one-project-out",</a:t>
            </a:r>
          </a:p>
          <a:p>
            <a:r>
              <a:t>      "selection_metric": "validation_auc_prc",</a:t>
            </a:r>
          </a:p>
          <a:p>
            <a:r>
              <a:t>      "test_weights": "none",</a:t>
            </a:r>
          </a:p>
          <a:p>
            <a:r>
              <a:t>      "versions": {</a:t>
            </a:r>
          </a:p>
          <a:p>
            <a:r>
              <a:t>        "numpy": "1.23.5",</a:t>
            </a:r>
          </a:p>
          <a:p>
            <a:r>
              <a:t>        "pandas": "2.0.1",</a:t>
            </a:r>
          </a:p>
          <a:p>
            <a:r>
              <a:t>        "sklearn": "1.2.2"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"MariaDB": {</a:t>
            </a:r>
          </a:p>
          <a:p>
            <a:r>
              <a:t>      "baseline_definition": "unweighted model-family rerun, not the published old pipeline",</a:t>
            </a:r>
          </a:p>
          <a:p>
            <a:r>
              <a:t>      "feature_policy": "same_pre_sprint_transform_for_both_variants",</a:t>
            </a:r>
          </a:p>
          <a:p>
            <a:r>
              <a:t>      "historical_pipeline_replayed": false,</a:t>
            </a:r>
          </a:p>
          <a:p>
            <a:r>
              <a:t>      "partitions": {</a:t>
            </a:r>
          </a:p>
          <a:p>
            <a:r>
              <a:t>        "test": {</a:t>
            </a:r>
          </a:p>
          <a:p>
            <a:r>
              <a:t>          "first_sprint_entry": "2014-05-27 14:43:09",</a:t>
            </a:r>
          </a:p>
          <a:p>
            <a:r>
              <a:t>          "last_sprint_entry": "2023-04-04 10:33:05",</a:t>
            </a:r>
          </a:p>
          <a:p>
            <a:r>
              <a:t>          "positive_counts": {</a:t>
            </a:r>
          </a:p>
          <a:p>
            <a:r>
              <a:t>            "10": 162,</a:t>
            </a:r>
          </a:p>
          <a:p>
            <a:r>
              <a:t>            "15": 133,</a:t>
            </a:r>
          </a:p>
          <a:p>
            <a:r>
              <a:t>            "20": 117,</a:t>
            </a:r>
          </a:p>
          <a:p>
            <a:r>
              <a:t>            "5": 212</a:t>
            </a:r>
          </a:p>
          <a:p>
            <a:r>
              <a:t>          },</a:t>
            </a:r>
          </a:p>
          <a:p>
            <a:r>
              <a:t>          "row_ids_sha256": "3e8c878fa4cbd0cf30f30be3dec94f7bfcd205c93a8abf5a74ccfbbc4fe4f704",</a:t>
            </a:r>
          </a:p>
          <a:p>
            <a:r>
              <a:t>          "rows": 1983,</a:t>
            </a:r>
          </a:p>
          <a:p>
            <a:r>
              <a:t>          "source_counts": {</a:t>
            </a:r>
          </a:p>
          <a:p>
            <a:r>
              <a:t>            "MariaDB": 1983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"first_sprint_entry": "2006-08-23 06:57:12",</a:t>
            </a:r>
          </a:p>
          <a:p>
            <a:r>
              <a:t>          "last_sprint_entry": "2021-11-01 08:22:28",</a:t>
            </a:r>
          </a:p>
          <a:p>
            <a:r>
              <a:t>          "positive_counts": {</a:t>
            </a:r>
          </a:p>
          <a:p>
            <a:r>
              <a:t>            "10": 2035,</a:t>
            </a:r>
          </a:p>
          <a:p>
            <a:r>
              <a:t>            "15": 1716,</a:t>
            </a:r>
          </a:p>
          <a:p>
            <a:r>
              <a:t>            "20": 1219,</a:t>
            </a:r>
          </a:p>
          <a:p>
            <a:r>
              <a:t>            "5": 2535</a:t>
            </a:r>
          </a:p>
          <a:p>
            <a:r>
              <a:t>          },</a:t>
            </a:r>
          </a:p>
          <a:p>
            <a:r>
              <a:t>          "row_ids_sha256": "64e5219b6cd91425042320356a95871693e9658db250296fbba11a2734274bbb",</a:t>
            </a:r>
          </a:p>
          <a:p>
            <a:r>
              <a:t>          "rows": 17471,</a:t>
            </a:r>
          </a:p>
          <a:p>
            <a:r>
              <a:t>          "source_counts": {</a:t>
            </a:r>
          </a:p>
          <a:p>
            <a:r>
              <a:t>            "Apache": 5870,</a:t>
            </a:r>
          </a:p>
          <a:p>
            <a:r>
              <a:t>            "Hyperledger": 4816,</a:t>
            </a:r>
          </a:p>
          <a:p>
            <a:r>
              <a:t>            "IntelDAOS": 1666,</a:t>
            </a:r>
          </a:p>
          <a:p>
            <a:r>
              <a:t>            "Jira": 1558,</a:t>
            </a:r>
          </a:p>
          <a:p>
            <a:r>
              <a:t>            "Qt": 3561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"first_sprint_entry": "2021-11-01 08:22:28",</a:t>
            </a:r>
          </a:p>
          <a:p>
            <a:r>
              <a:t>          "last_sprint_entry": "2023-04-27 18:22:56",</a:t>
            </a:r>
          </a:p>
          <a:p>
            <a:r>
              <a:t>          "positive_counts": {</a:t>
            </a:r>
          </a:p>
          <a:p>
            <a:r>
              <a:t>            "10": 282,</a:t>
            </a:r>
          </a:p>
          <a:p>
            <a:r>
              <a:t>            "15": 207,</a:t>
            </a:r>
          </a:p>
          <a:p>
            <a:r>
              <a:t>            "20": 165,</a:t>
            </a:r>
          </a:p>
          <a:p>
            <a:r>
              <a:t>            "5": 443</a:t>
            </a:r>
          </a:p>
          <a:p>
            <a:r>
              <a:t>          },</a:t>
            </a:r>
          </a:p>
          <a:p>
            <a:r>
              <a:t>          "row_ids_sha256": "1b4d82f18a9081add2ba5c386a7d2a8fbae28cf2513b481647d442df6ead752f",</a:t>
            </a:r>
          </a:p>
          <a:p>
            <a:r>
              <a:t>          "rows": 4368,</a:t>
            </a:r>
          </a:p>
          <a:p>
            <a:r>
              <a:t>          "source_counts": {</a:t>
            </a:r>
          </a:p>
          <a:p>
            <a:r>
              <a:t>            "Apache": 1802,</a:t>
            </a:r>
          </a:p>
          <a:p>
            <a:r>
              <a:t>            "Jira": 16,</a:t>
            </a:r>
          </a:p>
          <a:p>
            <a:r>
              <a:t>            "Qt": 2550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"project": "MariaDB",</a:t>
            </a:r>
          </a:p>
          <a:p>
            <a:r>
              <a:t>      "protocol": "leave-one-project-out",</a:t>
            </a:r>
          </a:p>
          <a:p>
            <a:r>
              <a:t>      "selection_metric": "validation_auc_prc",</a:t>
            </a:r>
          </a:p>
          <a:p>
            <a:r>
              <a:t>      "test_weights": "none",</a:t>
            </a:r>
          </a:p>
          <a:p>
            <a:r>
              <a:t>      "versions": {</a:t>
            </a:r>
          </a:p>
          <a:p>
            <a:r>
              <a:t>        "numpy": "1.23.5",</a:t>
            </a:r>
          </a:p>
          <a:p>
            <a:r>
              <a:t>        "pandas": "2.0.1",</a:t>
            </a:r>
          </a:p>
          <a:p>
            <a:r>
              <a:t>        "sklearn": "1.2.2"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"Qt": {</a:t>
            </a:r>
          </a:p>
          <a:p>
            <a:r>
              <a:t>      "baseline_definition": "unweighted model-family rerun, not the published old pipeline",</a:t>
            </a:r>
          </a:p>
          <a:p>
            <a:r>
              <a:t>      "feature_policy": "same_pre_sprint_transform_for_both_variants",</a:t>
            </a:r>
          </a:p>
          <a:p>
            <a:r>
              <a:t>      "historical_pipeline_replayed": false,</a:t>
            </a:r>
          </a:p>
          <a:p>
            <a:r>
              <a:t>      "partitions": {</a:t>
            </a:r>
          </a:p>
          <a:p>
            <a:r>
              <a:t>        "test": {</a:t>
            </a:r>
          </a:p>
          <a:p>
            <a:r>
              <a:t>          "first_sprint_entry": "2016-11-17 12:16:04",</a:t>
            </a:r>
          </a:p>
          <a:p>
            <a:r>
              <a:t>          "last_sprint_entry": "2023-04-27 18:22:56",</a:t>
            </a:r>
          </a:p>
          <a:p>
            <a:r>
              <a:t>          "positive_counts": {</a:t>
            </a:r>
          </a:p>
          <a:p>
            <a:r>
              <a:t>            "10": 420,</a:t>
            </a:r>
          </a:p>
          <a:p>
            <a:r>
              <a:t>            "15": 334,</a:t>
            </a:r>
          </a:p>
          <a:p>
            <a:r>
              <a:t>            "20": 280,</a:t>
            </a:r>
          </a:p>
          <a:p>
            <a:r>
              <a:t>            "5": 591</a:t>
            </a:r>
          </a:p>
          <a:p>
            <a:r>
              <a:t>          },</a:t>
            </a:r>
          </a:p>
          <a:p>
            <a:r>
              <a:t>          "row_ids_sha256": "78821468d67d4600f03d2100c904c8d8c347546470dee85d9c62928086836c6c",</a:t>
            </a:r>
          </a:p>
          <a:p>
            <a:r>
              <a:t>          "rows": 6111,</a:t>
            </a:r>
          </a:p>
          <a:p>
            <a:r>
              <a:t>          "source_counts": {</a:t>
            </a:r>
          </a:p>
          <a:p>
            <a:r>
              <a:t>            "Qt": 6111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"first_sprint_entry": "2006-08-23 06:57:12",</a:t>
            </a:r>
          </a:p>
          <a:p>
            <a:r>
              <a:t>          "last_sprint_entry": "2020-02-20 21:52:22",</a:t>
            </a:r>
          </a:p>
          <a:p>
            <a:r>
              <a:t>          "positive_counts": {</a:t>
            </a:r>
          </a:p>
          <a:p>
            <a:r>
              <a:t>            "10": 1677,</a:t>
            </a:r>
          </a:p>
          <a:p>
            <a:r>
              <a:t>            "15": 1433,</a:t>
            </a:r>
          </a:p>
          <a:p>
            <a:r>
              <a:t>            "20": 983,</a:t>
            </a:r>
          </a:p>
          <a:p>
            <a:r>
              <a:t>            "5": 2069</a:t>
            </a:r>
          </a:p>
          <a:p>
            <a:r>
              <a:t>          },</a:t>
            </a:r>
          </a:p>
          <a:p>
            <a:r>
              <a:t>          "row_ids_sha256": "751c4f097b0c867dd3bb02dc62d03971eb3faa4362030743bc5250c372ad5f10",</a:t>
            </a:r>
          </a:p>
          <a:p>
            <a:r>
              <a:t>          "rows": 14168,</a:t>
            </a:r>
          </a:p>
          <a:p>
            <a:r>
              <a:t>          "source_counts": {</a:t>
            </a:r>
          </a:p>
          <a:p>
            <a:r>
              <a:t>            "Apache": 5145,</a:t>
            </a:r>
          </a:p>
          <a:p>
            <a:r>
              <a:t>            "Hyperledger": 4516,</a:t>
            </a:r>
          </a:p>
          <a:p>
            <a:r>
              <a:t>            "IntelDAOS": 1567,</a:t>
            </a:r>
          </a:p>
          <a:p>
            <a:r>
              <a:t>            "Jira": 1535,</a:t>
            </a:r>
          </a:p>
          <a:p>
            <a:r>
              <a:t>            "MariaDB": 1405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"first_sprint_entry": "2020-02-21 08:55:26",</a:t>
            </a:r>
          </a:p>
          <a:p>
            <a:r>
              <a:t>          "last_sprint_entry": "2023-04-19 01:56:36",</a:t>
            </a:r>
          </a:p>
          <a:p>
            <a:r>
              <a:t>          "positive_counts": {</a:t>
            </a:r>
          </a:p>
          <a:p>
            <a:r>
              <a:t>            "10": 382,</a:t>
            </a:r>
          </a:p>
          <a:p>
            <a:r>
              <a:t>            "15": 289,</a:t>
            </a:r>
          </a:p>
          <a:p>
            <a:r>
              <a:t>            "20": 238,</a:t>
            </a:r>
          </a:p>
          <a:p>
            <a:r>
              <a:t>            "5": 530</a:t>
            </a:r>
          </a:p>
          <a:p>
            <a:r>
              <a:t>          },</a:t>
            </a:r>
          </a:p>
          <a:p>
            <a:r>
              <a:t>          "row_ids_sha256": "451a44d95919042de820063c1564fc5039a48cc9f29c6c69afb22d458b398064",</a:t>
            </a:r>
          </a:p>
          <a:p>
            <a:r>
              <a:t>          "rows": 3543,</a:t>
            </a:r>
          </a:p>
          <a:p>
            <a:r>
              <a:t>          "source_counts": {</a:t>
            </a:r>
          </a:p>
          <a:p>
            <a:r>
              <a:t>            "Apache": 2527,</a:t>
            </a:r>
          </a:p>
          <a:p>
            <a:r>
              <a:t>            "Hyperledger": 300,</a:t>
            </a:r>
          </a:p>
          <a:p>
            <a:r>
              <a:t>            "IntelDAOS": 99,</a:t>
            </a:r>
          </a:p>
          <a:p>
            <a:r>
              <a:t>            "Jira": 39,</a:t>
            </a:r>
          </a:p>
          <a:p>
            <a:r>
              <a:t>            "MariaDB": 578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"project": "Qt",</a:t>
            </a:r>
          </a:p>
          <a:p>
            <a:r>
              <a:t>      "protocol": "leave-one-project-out",</a:t>
            </a:r>
          </a:p>
          <a:p>
            <a:r>
              <a:t>      "selection_metric": "validation_auc_prc",</a:t>
            </a:r>
          </a:p>
          <a:p>
            <a:r>
              <a:t>      "test_weights": "none",</a:t>
            </a:r>
          </a:p>
          <a:p>
            <a:r>
              <a:t>      "versions": {</a:t>
            </a:r>
          </a:p>
          <a:p>
            <a:r>
              <a:t>        "numpy": "1.23.5",</a:t>
            </a:r>
          </a:p>
          <a:p>
            <a:r>
              <a:t>        "pandas": "2.0.1",</a:t>
            </a:r>
          </a:p>
          <a:p>
            <a:r>
              <a:t>        "sklearn": "1.2.2"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  <a:p>
            <a:r>
              <a:t>Explicit research question: Can a model trained on five repositories predict instability in a sixth repository it has never seen?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https://github.com/yakovelmaleh/Master/pull/360</a:t>
            </a:r>
          </a:p>
          <a:p>
            <a:r>
              <a:t>Artifact commit: e554ad3e3fecfb9e5c0e3e40665274ff9bcb3f6a</a:t>
            </a:r>
          </a:p>
          <a:p>
            <a:r>
              <a:t>Bundle: Tasks/task-summaries/compare-models-leave-one-project-out-20260927-135429</a:t>
            </a:r>
          </a:p>
          <a:p>
            <a:r>
              <a:t>Cluster run: 20260924-212328-564730; appended September 27, 2026.</a:t>
            </a:r>
          </a:p>
          <a:p>
            <a:r>
              <a:t>RESULTS.csv supplies reported metrics; split_manifest.json supplies fold counts, project isolation, dates and policies; verification_manifest.json records success.</a:t>
            </a:r>
          </a:p>
          <a:p>
            <a:r>
              <a:t>Scores were aggregated, not independently recomputed from predictions. Macro results are descriptive, not significance evidence. Each project/model/level receives equal weight. Each repository is tested once per model/variant/level; training rows are reused across folds, so fold training totals are not unique counts.</a:t>
            </a:r>
          </a:p>
          <a:p>
            <a:r>
              <a:t>{</a:t>
            </a:r>
          </a:p>
          <a:p>
            <a:r>
              <a:t>  "overall": {</a:t>
            </a:r>
          </a:p>
          <a:p>
            <a:r>
              <a:t>    "baseline": 0.18613824635969417,</a:t>
            </a:r>
          </a:p>
          <a:p>
            <a:r>
              <a:t>    "refactored": 0.1752863464334156</a:t>
            </a:r>
          </a:p>
          <a:p>
            <a:r>
              <a:t>  },</a:t>
            </a:r>
          </a:p>
          <a:p>
            <a:r>
              <a:t>  "wins": 20,</a:t>
            </a:r>
          </a:p>
          <a:p>
            <a:r>
              <a:t>  "ties": 0,</a:t>
            </a:r>
          </a:p>
          <a:p>
            <a:r>
              <a:t>  "macro_results": [</a:t>
            </a:r>
          </a:p>
          <a:p>
            <a:r>
              <a:t>    [</a:t>
            </a:r>
          </a:p>
          <a:p>
            <a:r>
              <a:t>      "RF",</a:t>
            </a:r>
          </a:p>
          <a:p>
            <a:r>
              <a:t>      "5",</a:t>
            </a:r>
          </a:p>
          <a:p>
            <a:r>
              <a:t>      "0.2355",</a:t>
            </a:r>
          </a:p>
          <a:p>
            <a:r>
              <a:t>      "0.2215",</a:t>
            </a:r>
          </a:p>
          <a:p>
            <a:r>
              <a:t>      "-0.0140"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"RF",</a:t>
            </a:r>
          </a:p>
          <a:p>
            <a:r>
              <a:t>      "10",</a:t>
            </a:r>
          </a:p>
          <a:p>
            <a:r>
              <a:t>      "0.2124",</a:t>
            </a:r>
          </a:p>
          <a:p>
            <a:r>
              <a:t>      "0.1944",</a:t>
            </a:r>
          </a:p>
          <a:p>
            <a:r>
              <a:t>      "-0.0180"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"RF",</a:t>
            </a:r>
          </a:p>
          <a:p>
            <a:r>
              <a:t>      "15",</a:t>
            </a:r>
          </a:p>
          <a:p>
            <a:r>
              <a:t>      "0.1932",</a:t>
            </a:r>
          </a:p>
          <a:p>
            <a:r>
              <a:t>      "0.1859",</a:t>
            </a:r>
          </a:p>
          <a:p>
            <a:r>
              <a:t>      "-0.0074"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"RF",</a:t>
            </a:r>
          </a:p>
          <a:p>
            <a:r>
              <a:t>      "20",</a:t>
            </a:r>
          </a:p>
          <a:p>
            <a:r>
              <a:t>      "0.1530",</a:t>
            </a:r>
          </a:p>
          <a:p>
            <a:r>
              <a:t>      "0.1397",</a:t>
            </a:r>
          </a:p>
          <a:p>
            <a:r>
              <a:t>      "-0.0133"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"Legacy boosting",</a:t>
            </a:r>
          </a:p>
          <a:p>
            <a:r>
              <a:t>      "5",</a:t>
            </a:r>
          </a:p>
          <a:p>
            <a:r>
              <a:t>      "0.2451",</a:t>
            </a:r>
          </a:p>
          <a:p>
            <a:r>
              <a:t>      "0.2351",</a:t>
            </a:r>
          </a:p>
          <a:p>
            <a:r>
              <a:t>      "-0.0100"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"Legacy boosting",</a:t>
            </a:r>
          </a:p>
          <a:p>
            <a:r>
              <a:t>      "10",</a:t>
            </a:r>
          </a:p>
          <a:p>
            <a:r>
              <a:t>      "0.2176",</a:t>
            </a:r>
          </a:p>
          <a:p>
            <a:r>
              <a:t>      "0.2021",</a:t>
            </a:r>
          </a:p>
          <a:p>
            <a:r>
              <a:t>      "-0.0155"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"Legacy boosting",</a:t>
            </a:r>
          </a:p>
          <a:p>
            <a:r>
              <a:t>      "15",</a:t>
            </a:r>
          </a:p>
          <a:p>
            <a:r>
              <a:t>      "0.1939",</a:t>
            </a:r>
          </a:p>
          <a:p>
            <a:r>
              <a:t>      "0.1886",</a:t>
            </a:r>
          </a:p>
          <a:p>
            <a:r>
              <a:t>      "-0.0053"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"Legacy boosting",</a:t>
            </a:r>
          </a:p>
          <a:p>
            <a:r>
              <a:t>      "20",</a:t>
            </a:r>
          </a:p>
          <a:p>
            <a:r>
              <a:t>      "0.1388",</a:t>
            </a:r>
          </a:p>
          <a:p>
            <a:r>
              <a:t>      "0.1434",</a:t>
            </a:r>
          </a:p>
          <a:p>
            <a:r>
              <a:t>      "+0.0046"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"NN",</a:t>
            </a:r>
          </a:p>
          <a:p>
            <a:r>
              <a:t>      "5",</a:t>
            </a:r>
          </a:p>
          <a:p>
            <a:r>
              <a:t>      "0.1934",</a:t>
            </a:r>
          </a:p>
          <a:p>
            <a:r>
              <a:t>      "0.1863",</a:t>
            </a:r>
          </a:p>
          <a:p>
            <a:r>
              <a:t>      "-0.0071"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"NN",</a:t>
            </a:r>
          </a:p>
          <a:p>
            <a:r>
              <a:t>      "10",</a:t>
            </a:r>
          </a:p>
          <a:p>
            <a:r>
              <a:t>      "0.1599",</a:t>
            </a:r>
          </a:p>
          <a:p>
            <a:r>
              <a:t>      "0.1474",</a:t>
            </a:r>
          </a:p>
          <a:p>
            <a:r>
              <a:t>      "-0.0125"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"NN",</a:t>
            </a:r>
          </a:p>
          <a:p>
            <a:r>
              <a:t>      "15",</a:t>
            </a:r>
          </a:p>
          <a:p>
            <a:r>
              <a:t>      "0.1625",</a:t>
            </a:r>
          </a:p>
          <a:p>
            <a:r>
              <a:t>      "0.1371",</a:t>
            </a:r>
          </a:p>
          <a:p>
            <a:r>
              <a:t>      "-0.0254"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"NN",</a:t>
            </a:r>
          </a:p>
          <a:p>
            <a:r>
              <a:t>      "20",</a:t>
            </a:r>
          </a:p>
          <a:p>
            <a:r>
              <a:t>      "0.1282",</a:t>
            </a:r>
          </a:p>
          <a:p>
            <a:r>
              <a:t>      "0.1220",</a:t>
            </a:r>
          </a:p>
          <a:p>
            <a:r>
              <a:t>      "-0.0062"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"spec": {</a:t>
            </a:r>
          </a:p>
          <a:p>
            <a:r>
              <a:t>    "experiment": "Leave-one-project-out comparison (#360)",</a:t>
            </a:r>
          </a:p>
          <a:p>
            <a:r>
              <a:t>    "task": "Can models trained on five repositories predict instability in a sixth, unseen repository? Compare unweighted training with balancing.",</a:t>
            </a:r>
          </a:p>
          <a:p>
            <a:r>
              <a:t>    "why": [</a:t>
            </a:r>
          </a:p>
          <a:p>
            <a:r>
              <a:t>      "Measures cross-project transfer, unlike #357's within-project test.",</a:t>
            </a:r>
          </a:p>
          <a:p>
            <a:r>
              <a:t>      "Six held-out projects; levels 5, 10, 15 and 20; RF, legacy boosting and NN.",</a:t>
            </a:r>
          </a:p>
          <a:p>
            <a:r>
              <a:t>      "All six jobs succeeded: 144 of 144 outputs present.",</a:t>
            </a:r>
          </a:p>
          <a:p>
            <a:r>
              <a:t>      "Uses existing CSVs; no fresh Jira collection."</a:t>
            </a:r>
          </a:p>
          <a:p>
            <a:r>
              <a:t>    ],</a:t>
            </a:r>
          </a:p>
          <a:p>
            <a:r>
              <a:t>    "conclusions": {</a:t>
            </a:r>
          </a:p>
          <a:p>
            <a:r>
              <a:t>      "findings": [</a:t>
            </a:r>
          </a:p>
          <a:p>
            <a:r>
              <a:t>        "Balancing wins 20/72 paired comparisons; loses 52/72.",</a:t>
            </a:r>
          </a:p>
          <a:p>
            <a:r>
              <a:t>        "Overall descriptive macro AUC-PRC: 0.1861 to 0.1753. No overall improvement.",</a:t>
            </a:r>
          </a:p>
          <a:p>
            <a:r>
              <a:t>        "Only legacy boosting at level 20 improves in the six-project macro table.",</a:t>
            </a:r>
          </a:p>
          <a:p>
            <a:r>
              <a:t>        "Best: Jira baseline boosting, level 5 = 0.5059; test prevalence is 34.6%."</a:t>
            </a:r>
          </a:p>
          <a:p>
            <a:r>
              <a:t>      ],</a:t>
            </a:r>
          </a:p>
          <a:p>
            <a:r>
              <a:t>      "next_steps": [</a:t>
            </a:r>
          </a:p>
          <a:p>
            <a:r>
              <a:t>        "Retain unweighted models as candidates; balancing is not a default improvement.",</a:t>
            </a:r>
          </a:p>
          <a:p>
            <a:r>
              <a:t>        "Project isolation is not strict future-time testing: source and target dates overlap.",</a:t>
            </a:r>
          </a:p>
          <a:p>
            <a:r>
              <a:t>        "Do not treat differences from #357 as paired gains or losses: test populations differ.",</a:t>
            </a:r>
          </a:p>
          <a:p>
            <a:r>
              <a:t>        "Baseline is not the original pipeline; legacy 'XGboost' is GradientBoostingClassifier."</a:t>
            </a:r>
          </a:p>
          <a:p>
            <a:r>
              <a:t>      ]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"project_splits": {</a:t>
            </a:r>
          </a:p>
          <a:p>
            <a:r>
              <a:t>    "Apache": {</a:t>
            </a:r>
          </a:p>
          <a:p>
            <a:r>
              <a:t>      "baseline_definition": "unweighted model-family rerun, not the published old pipeline",</a:t>
            </a:r>
          </a:p>
          <a:p>
            <a:r>
              <a:t>      "feature_policy": "same_pre_sprint_transform_for_both_variants",</a:t>
            </a:r>
          </a:p>
          <a:p>
            <a:r>
              <a:t>      "historical_pipeline_replayed": false,</a:t>
            </a:r>
          </a:p>
          <a:p>
            <a:r>
              <a:t>      "partitions": {</a:t>
            </a:r>
          </a:p>
          <a:p>
            <a:r>
              <a:t>        "test": {</a:t>
            </a:r>
          </a:p>
          <a:p>
            <a:r>
              <a:t>          "first_sprint_entry": "2006-08-23 06:57:12",</a:t>
            </a:r>
          </a:p>
          <a:p>
            <a:r>
              <a:t>          "last_sprint_entry": "2023-04-19 01:56:36",</a:t>
            </a:r>
          </a:p>
          <a:p>
            <a:r>
              <a:t>          "positive_counts": {</a:t>
            </a:r>
          </a:p>
          <a:p>
            <a:r>
              <a:t>            "10": 610,</a:t>
            </a:r>
          </a:p>
          <a:p>
            <a:r>
              <a:t>            "15": 457,</a:t>
            </a:r>
          </a:p>
          <a:p>
            <a:r>
              <a:t>            "20": 377,</a:t>
            </a:r>
          </a:p>
          <a:p>
            <a:r>
              <a:t>            "5": 878</a:t>
            </a:r>
          </a:p>
          <a:p>
            <a:r>
              <a:t>          },</a:t>
            </a:r>
          </a:p>
          <a:p>
            <a:r>
              <a:t>          "row_ids_sha256": "d3c5659ed8dacf813a03e3c43bca481c63caf56a6c36d714cf37283ad29e19a5",</a:t>
            </a:r>
          </a:p>
          <a:p>
            <a:r>
              <a:t>          "rows": 7672,</a:t>
            </a:r>
          </a:p>
          <a:p>
            <a:r>
              <a:t>          "source_counts": {</a:t>
            </a:r>
          </a:p>
          <a:p>
            <a:r>
              <a:t>            "Apache": 7672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"first_sprint_entry": "2012-02-08 00:06:30",</a:t>
            </a:r>
          </a:p>
          <a:p>
            <a:r>
              <a:t>          "last_sprint_entry": "2021-08-03 08:19:53",</a:t>
            </a:r>
          </a:p>
          <a:p>
            <a:r>
              <a:t>          "positive_counts": {</a:t>
            </a:r>
          </a:p>
          <a:p>
            <a:r>
              <a:t>            "10": 1661,</a:t>
            </a:r>
          </a:p>
          <a:p>
            <a:r>
              <a:t>            "15": 1435,</a:t>
            </a:r>
          </a:p>
          <a:p>
            <a:r>
              <a:t>            "20": 988,</a:t>
            </a:r>
          </a:p>
          <a:p>
            <a:r>
              <a:t>            "5": 2002</a:t>
            </a:r>
          </a:p>
          <a:p>
            <a:r>
              <a:t>          },</a:t>
            </a:r>
          </a:p>
          <a:p>
            <a:r>
              <a:t>          "row_ids_sha256": "5d7d76b0f03de713e7b267d50df398080d4483b1266d6434cec1f787a1a69ef6",</a:t>
            </a:r>
          </a:p>
          <a:p>
            <a:r>
              <a:t>          "rows": 12920,</a:t>
            </a:r>
          </a:p>
          <a:p>
            <a:r>
              <a:t>          "source_counts": {</a:t>
            </a:r>
          </a:p>
          <a:p>
            <a:r>
              <a:t>            "Hyperledger": 4816,</a:t>
            </a:r>
          </a:p>
          <a:p>
            <a:r>
              <a:t>            "IntelDAOS": 1666,</a:t>
            </a:r>
          </a:p>
          <a:p>
            <a:r>
              <a:t>            "Jira": 1556,</a:t>
            </a:r>
          </a:p>
          <a:p>
            <a:r>
              <a:t>            "MariaDB": 1713,</a:t>
            </a:r>
          </a:p>
          <a:p>
            <a:r>
              <a:t>            "Qt": 3169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"first_sprint_entry": "2021-08-03 09:29:29",</a:t>
            </a:r>
          </a:p>
          <a:p>
            <a:r>
              <a:t>          "last_sprint_entry": "2023-04-27 18:22:56",</a:t>
            </a:r>
          </a:p>
          <a:p>
            <a:r>
              <a:t>          "positive_counts": {</a:t>
            </a:r>
          </a:p>
          <a:p>
            <a:r>
              <a:t>            "10": 208,</a:t>
            </a:r>
          </a:p>
          <a:p>
            <a:r>
              <a:t>            "15": 164,</a:t>
            </a:r>
          </a:p>
          <a:p>
            <a:r>
              <a:t>            "20": 136,</a:t>
            </a:r>
          </a:p>
          <a:p>
            <a:r>
              <a:t>            "5": 310</a:t>
            </a:r>
          </a:p>
          <a:p>
            <a:r>
              <a:t>          },</a:t>
            </a:r>
          </a:p>
          <a:p>
            <a:r>
              <a:t>          "row_ids_sha256": "66fbeda3dbb49c61fe19a48321661c3b66c74b2fd6ff9548bfee8368032bf3af",</a:t>
            </a:r>
          </a:p>
          <a:p>
            <a:r>
              <a:t>          "rows": 3230,</a:t>
            </a:r>
          </a:p>
          <a:p>
            <a:r>
              <a:t>          "source_counts": {</a:t>
            </a:r>
          </a:p>
          <a:p>
            <a:r>
              <a:t>            "Jira": 18,</a:t>
            </a:r>
          </a:p>
          <a:p>
            <a:r>
              <a:t>            "MariaDB": 270,</a:t>
            </a:r>
          </a:p>
          <a:p>
            <a:r>
              <a:t>            "Qt": 2942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"project": "Apache",</a:t>
            </a:r>
          </a:p>
          <a:p>
            <a:r>
              <a:t>      "protocol": "leave-one-project-out",</a:t>
            </a:r>
          </a:p>
          <a:p>
            <a:r>
              <a:t>      "selection_metric": "validation_auc_prc",</a:t>
            </a:r>
          </a:p>
          <a:p>
            <a:r>
              <a:t>      "test_weights": "none",</a:t>
            </a:r>
          </a:p>
          <a:p>
            <a:r>
              <a:t>      "versions": {</a:t>
            </a:r>
          </a:p>
          <a:p>
            <a:r>
              <a:t>        "numpy": "1.23.5",</a:t>
            </a:r>
          </a:p>
          <a:p>
            <a:r>
              <a:t>        "pandas": "2.0.1",</a:t>
            </a:r>
          </a:p>
          <a:p>
            <a:r>
              <a:t>        "sklearn": "1.2.2"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"Hyperledger": {</a:t>
            </a:r>
          </a:p>
          <a:p>
            <a:r>
              <a:t>      "baseline_definition": "unweighted model-family rerun, not the published old pipeline",</a:t>
            </a:r>
          </a:p>
          <a:p>
            <a:r>
              <a:t>      "feature_policy": "same_pre_sprint_transform_for_both_variants",</a:t>
            </a:r>
          </a:p>
          <a:p>
            <a:r>
              <a:t>      "historical_pipeline_replayed": false,</a:t>
            </a:r>
          </a:p>
          <a:p>
            <a:r>
              <a:t>      "partitions": {</a:t>
            </a:r>
          </a:p>
          <a:p>
            <a:r>
              <a:t>        "test": {</a:t>
            </a:r>
          </a:p>
          <a:p>
            <a:r>
              <a:t>          "first_sprint_entry": "2016-08-12 14:07:02",</a:t>
            </a:r>
          </a:p>
          <a:p>
            <a:r>
              <a:t>          "last_sprint_entry": "2021-07-01 22:13:28",</a:t>
            </a:r>
          </a:p>
          <a:p>
            <a:r>
              <a:t>          "positive_counts": {</a:t>
            </a:r>
          </a:p>
          <a:p>
            <a:r>
              <a:t>            "10": 613,</a:t>
            </a:r>
          </a:p>
          <a:p>
            <a:r>
              <a:t>            "15": 516,</a:t>
            </a:r>
          </a:p>
          <a:p>
            <a:r>
              <a:t>            "20": 456,</a:t>
            </a:r>
          </a:p>
          <a:p>
            <a:r>
              <a:t>            "5": 754</a:t>
            </a:r>
          </a:p>
          <a:p>
            <a:r>
              <a:t>          },</a:t>
            </a:r>
          </a:p>
          <a:p>
            <a:r>
              <a:t>          "row_ids_sha256": "72b9121795406b1acc75eca6638975d9b7de2b30698e6ad5305fb6fec0b62fd7",</a:t>
            </a:r>
          </a:p>
          <a:p>
            <a:r>
              <a:t>          "rows": 4816,</a:t>
            </a:r>
          </a:p>
          <a:p>
            <a:r>
              <a:t>          "source_counts": {</a:t>
            </a:r>
          </a:p>
          <a:p>
            <a:r>
              <a:t>            "Hyperledger": 4816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"first_sprint_entry": "2006-08-23 06:57:12",</a:t>
            </a:r>
          </a:p>
          <a:p>
            <a:r>
              <a:t>          "last_sprint_entry": "2022-02-11 08:40:26",</a:t>
            </a:r>
          </a:p>
          <a:p>
            <a:r>
              <a:t>          "positive_counts": {</a:t>
            </a:r>
          </a:p>
          <a:p>
            <a:r>
              <a:t>            "10": 1615,</a:t>
            </a:r>
          </a:p>
          <a:p>
            <a:r>
              <a:t>            "15": 1356,</a:t>
            </a:r>
          </a:p>
          <a:p>
            <a:r>
              <a:t>            "20": 903,</a:t>
            </a:r>
          </a:p>
          <a:p>
            <a:r>
              <a:t>            "5": 2034</a:t>
            </a:r>
          </a:p>
          <a:p>
            <a:r>
              <a:t>          },</a:t>
            </a:r>
          </a:p>
          <a:p>
            <a:r>
              <a:t>          "row_ids_sha256": "07a60164cd341317d2f59da71ae21c50e1d8b8e5c9cafd4472be68212ba003ca",</a:t>
            </a:r>
          </a:p>
          <a:p>
            <a:r>
              <a:t>          "rows": 15204,</a:t>
            </a:r>
          </a:p>
          <a:p>
            <a:r>
              <a:t>          "source_counts": {</a:t>
            </a:r>
          </a:p>
          <a:p>
            <a:r>
              <a:t>            "Apache": 6156,</a:t>
            </a:r>
          </a:p>
          <a:p>
            <a:r>
              <a:t>            "IntelDAOS": 1666,</a:t>
            </a:r>
          </a:p>
          <a:p>
            <a:r>
              <a:t>            "Jira": 1558,</a:t>
            </a:r>
          </a:p>
          <a:p>
            <a:r>
              <a:t>            "MariaDB": 1791,</a:t>
            </a:r>
          </a:p>
          <a:p>
            <a:r>
              <a:t>            "Qt": 4033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"first_sprint_entry": "2022-02-11 08:53:55",</a:t>
            </a:r>
          </a:p>
          <a:p>
            <a:r>
              <a:t>          "last_sprint_entry": "2023-04-27 18:22:56",</a:t>
            </a:r>
          </a:p>
          <a:p>
            <a:r>
              <a:t>          "positive_counts": {</a:t>
            </a:r>
          </a:p>
          <a:p>
            <a:r>
              <a:t>            "10": 251,</a:t>
            </a:r>
          </a:p>
          <a:p>
            <a:r>
              <a:t>            "15": 184,</a:t>
            </a:r>
          </a:p>
          <a:p>
            <a:r>
              <a:t>            "20": 142,</a:t>
            </a:r>
          </a:p>
          <a:p>
            <a:r>
              <a:t>            "5": 402</a:t>
            </a:r>
          </a:p>
          <a:p>
            <a:r>
              <a:t>          },</a:t>
            </a:r>
          </a:p>
          <a:p>
            <a:r>
              <a:t>          "row_ids_sha256": "c7cef7f8556a104a6201becfc67e19220253aa11cfb3b91e3a28b1a2d9d036b5",</a:t>
            </a:r>
          </a:p>
          <a:p>
            <a:r>
              <a:t>          "rows": 3802,</a:t>
            </a:r>
          </a:p>
          <a:p>
            <a:r>
              <a:t>          "source_counts": {</a:t>
            </a:r>
          </a:p>
          <a:p>
            <a:r>
              <a:t>            "Apache": 1516,</a:t>
            </a:r>
          </a:p>
          <a:p>
            <a:r>
              <a:t>            "Jira": 16,</a:t>
            </a:r>
          </a:p>
          <a:p>
            <a:r>
              <a:t>            "MariaDB": 192,</a:t>
            </a:r>
          </a:p>
          <a:p>
            <a:r>
              <a:t>            "Qt": 2078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"project": "Hyperledger",</a:t>
            </a:r>
          </a:p>
          <a:p>
            <a:r>
              <a:t>      "protocol": "leave-one-project-out",</a:t>
            </a:r>
          </a:p>
          <a:p>
            <a:r>
              <a:t>      "selection_metric": "validation_auc_prc",</a:t>
            </a:r>
          </a:p>
          <a:p>
            <a:r>
              <a:t>      "test_weights": "none",</a:t>
            </a:r>
          </a:p>
          <a:p>
            <a:r>
              <a:t>      "versions": {</a:t>
            </a:r>
          </a:p>
          <a:p>
            <a:r>
              <a:t>        "numpy": "1.23.5",</a:t>
            </a:r>
          </a:p>
          <a:p>
            <a:r>
              <a:t>        "pandas": "2.0.1",</a:t>
            </a:r>
          </a:p>
          <a:p>
            <a:r>
              <a:t>        "sklearn": "1.2.2"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"IntelDAOS": {</a:t>
            </a:r>
          </a:p>
          <a:p>
            <a:r>
              <a:t>      "baseline_definition": "unweighted model-family rerun, not the published old pipeline",</a:t>
            </a:r>
          </a:p>
          <a:p>
            <a:r>
              <a:t>      "feature_policy": "same_pre_sprint_transform_for_both_variants",</a:t>
            </a:r>
          </a:p>
          <a:p>
            <a:r>
              <a:t>      "historical_pipeline_replayed": false,</a:t>
            </a:r>
          </a:p>
          <a:p>
            <a:r>
              <a:t>      "partitions": {</a:t>
            </a:r>
          </a:p>
          <a:p>
            <a:r>
              <a:t>        "test": {</a:t>
            </a:r>
          </a:p>
          <a:p>
            <a:r>
              <a:t>          "first_sprint_entry": "2016-04-06 02:31:57",</a:t>
            </a:r>
          </a:p>
          <a:p>
            <a:r>
              <a:t>          "last_sprint_entry": "2021-01-11 19:45:00",</a:t>
            </a:r>
          </a:p>
          <a:p>
            <a:r>
              <a:t>          "positive_counts": {</a:t>
            </a:r>
          </a:p>
          <a:p>
            <a:r>
              <a:t>            "10": 151,</a:t>
            </a:r>
          </a:p>
          <a:p>
            <a:r>
              <a:t>            "15": 116,</a:t>
            </a:r>
          </a:p>
          <a:p>
            <a:r>
              <a:t>            "20": 91,</a:t>
            </a:r>
          </a:p>
          <a:p>
            <a:r>
              <a:t>            "5": 210</a:t>
            </a:r>
          </a:p>
          <a:p>
            <a:r>
              <a:t>          },</a:t>
            </a:r>
          </a:p>
          <a:p>
            <a:r>
              <a:t>          "row_ids_sha256": "e50306fcf6ca3683eef01f56c14d0e52b819df64f955af17a5477b5889f46950",</a:t>
            </a:r>
          </a:p>
          <a:p>
            <a:r>
              <a:t>          "rows": 1666,</a:t>
            </a:r>
          </a:p>
          <a:p>
            <a:r>
              <a:t>          "source_counts": {</a:t>
            </a:r>
          </a:p>
          <a:p>
            <a:r>
              <a:t>            "IntelDAOS": 1666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"first_sprint_entry": "2006-08-23 06:57:12",</a:t>
            </a:r>
          </a:p>
          <a:p>
            <a:r>
              <a:t>          "last_sprint_entry": "2021-11-22 10:20:08",</a:t>
            </a:r>
          </a:p>
          <a:p>
            <a:r>
              <a:t>          "positive_counts": {</a:t>
            </a:r>
          </a:p>
          <a:p>
            <a:r>
              <a:t>            "10": 2028,</a:t>
            </a:r>
          </a:p>
          <a:p>
            <a:r>
              <a:t>            "15": 1719,</a:t>
            </a:r>
          </a:p>
          <a:p>
            <a:r>
              <a:t>            "20": 1235,</a:t>
            </a:r>
          </a:p>
          <a:p>
            <a:r>
              <a:t>            "5": 2512</a:t>
            </a:r>
          </a:p>
          <a:p>
            <a:r>
              <a:t>          },</a:t>
            </a:r>
          </a:p>
          <a:p>
            <a:r>
              <a:t>          "row_ids_sha256": "edcbe3f255b027ca1af79ed425734857e21d517429df2fb0c8058166790d0f89",</a:t>
            </a:r>
          </a:p>
          <a:p>
            <a:r>
              <a:t>          "rows": 17724,</a:t>
            </a:r>
          </a:p>
          <a:p>
            <a:r>
              <a:t>          "source_counts": {</a:t>
            </a:r>
          </a:p>
          <a:p>
            <a:r>
              <a:t>            "Apache": 5911,</a:t>
            </a:r>
          </a:p>
          <a:p>
            <a:r>
              <a:t>            "Hyperledger": 4816,</a:t>
            </a:r>
          </a:p>
          <a:p>
            <a:r>
              <a:t>            "Jira": 1558,</a:t>
            </a:r>
          </a:p>
          <a:p>
            <a:r>
              <a:t>            "MariaDB": 1768,</a:t>
            </a:r>
          </a:p>
          <a:p>
            <a:r>
              <a:t>            "Qt": 3671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"first_sprint_entry": "2021-11-22 10:22:06",</a:t>
            </a:r>
          </a:p>
          <a:p>
            <a:r>
              <a:t>          "last_sprint_entry": "2023-04-27 18:22:56",</a:t>
            </a:r>
          </a:p>
          <a:p>
            <a:r>
              <a:t>          "positive_counts": {</a:t>
            </a:r>
          </a:p>
          <a:p>
            <a:r>
              <a:t>            "10": 300,</a:t>
            </a:r>
          </a:p>
          <a:p>
            <a:r>
              <a:t>            "15": 221,</a:t>
            </a:r>
          </a:p>
          <a:p>
            <a:r>
              <a:t>            "20": 175,</a:t>
            </a:r>
          </a:p>
          <a:p>
            <a:r>
              <a:t>            "5": 468</a:t>
            </a:r>
          </a:p>
          <a:p>
            <a:r>
              <a:t>          },</a:t>
            </a:r>
          </a:p>
          <a:p>
            <a:r>
              <a:t>          "row_ids_sha256": "aa630d76a17ab064c2567817ace85dd8c9e11943ede0321dbd6e40c3588a6c84",</a:t>
            </a:r>
          </a:p>
          <a:p>
            <a:r>
              <a:t>          "rows": 4432,</a:t>
            </a:r>
          </a:p>
          <a:p>
            <a:r>
              <a:t>          "source_counts": {</a:t>
            </a:r>
          </a:p>
          <a:p>
            <a:r>
              <a:t>            "Apache": 1761,</a:t>
            </a:r>
          </a:p>
          <a:p>
            <a:r>
              <a:t>            "Jira": 16,</a:t>
            </a:r>
          </a:p>
          <a:p>
            <a:r>
              <a:t>            "MariaDB": 215,</a:t>
            </a:r>
          </a:p>
          <a:p>
            <a:r>
              <a:t>            "Qt": 2440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"project": "IntelDAOS",</a:t>
            </a:r>
          </a:p>
          <a:p>
            <a:r>
              <a:t>      "protocol": "leave-one-project-out",</a:t>
            </a:r>
          </a:p>
          <a:p>
            <a:r>
              <a:t>      "selection_metric": "validation_auc_prc",</a:t>
            </a:r>
          </a:p>
          <a:p>
            <a:r>
              <a:t>      "test_weights": "none",</a:t>
            </a:r>
          </a:p>
          <a:p>
            <a:r>
              <a:t>      "versions": {</a:t>
            </a:r>
          </a:p>
          <a:p>
            <a:r>
              <a:t>        "numpy": "1.23.5",</a:t>
            </a:r>
          </a:p>
          <a:p>
            <a:r>
              <a:t>        "pandas": "2.0.1",</a:t>
            </a:r>
          </a:p>
          <a:p>
            <a:r>
              <a:t>        "sklearn": "1.2.2"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"Jira": {</a:t>
            </a:r>
          </a:p>
          <a:p>
            <a:r>
              <a:t>      "baseline_definition": "unweighted model-family rerun, not the published old pipeline",</a:t>
            </a:r>
          </a:p>
          <a:p>
            <a:r>
              <a:t>      "feature_policy": "same_pre_sprint_transform_for_both_variants",</a:t>
            </a:r>
          </a:p>
          <a:p>
            <a:r>
              <a:t>      "historical_pipeline_replayed": false,</a:t>
            </a:r>
          </a:p>
          <a:p>
            <a:r>
              <a:t>      "partitions": {</a:t>
            </a:r>
          </a:p>
          <a:p>
            <a:r>
              <a:t>        "test": {</a:t>
            </a:r>
          </a:p>
          <a:p>
            <a:r>
              <a:t>          "first_sprint_entry": "2012-02-08 00:06:30",</a:t>
            </a:r>
          </a:p>
          <a:p>
            <a:r>
              <a:t>          "last_sprint_entry": "2023-01-27 02:40:56",</a:t>
            </a:r>
          </a:p>
          <a:p>
            <a:r>
              <a:t>          "positive_counts": {</a:t>
            </a:r>
          </a:p>
          <a:p>
            <a:r>
              <a:t>            "10": 523,</a:t>
            </a:r>
          </a:p>
          <a:p>
            <a:r>
              <a:t>            "15": 500,</a:t>
            </a:r>
          </a:p>
          <a:p>
            <a:r>
              <a:t>            "20": 180,</a:t>
            </a:r>
          </a:p>
          <a:p>
            <a:r>
              <a:t>            "5": 545</a:t>
            </a:r>
          </a:p>
          <a:p>
            <a:r>
              <a:t>          },</a:t>
            </a:r>
          </a:p>
          <a:p>
            <a:r>
              <a:t>          "row_ids_sha256": "75d579be405a5a01252b79180f63787b483071d5044b94f5986aaade7932001b",</a:t>
            </a:r>
          </a:p>
          <a:p>
            <a:r>
              <a:t>          "rows": 1574,</a:t>
            </a:r>
          </a:p>
          <a:p>
            <a:r>
              <a:t>          "source_counts": {</a:t>
            </a:r>
          </a:p>
          <a:p>
            <a:r>
              <a:t>            "Jira": 1574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"first_sprint_entry": "2006-08-23 06:57:12",</a:t>
            </a:r>
          </a:p>
          <a:p>
            <a:r>
              <a:t>          "last_sprint_entry": "2021-11-15 11:30:05",</a:t>
            </a:r>
          </a:p>
          <a:p>
            <a:r>
              <a:t>          "positive_counts": {</a:t>
            </a:r>
          </a:p>
          <a:p>
            <a:r>
              <a:t>            "10": 1657,</a:t>
            </a:r>
          </a:p>
          <a:p>
            <a:r>
              <a:t>            "15": 1336,</a:t>
            </a:r>
          </a:p>
          <a:p>
            <a:r>
              <a:t>            "20": 1147,</a:t>
            </a:r>
          </a:p>
          <a:p>
            <a:r>
              <a:t>            "5": 2179</a:t>
            </a:r>
          </a:p>
          <a:p>
            <a:r>
              <a:t>          },</a:t>
            </a:r>
          </a:p>
          <a:p>
            <a:r>
              <a:t>          "row_ids_sha256": "efe110148690cda4f59c89b507274289a0b6e4ba431006d4467d66219fef1157",</a:t>
            </a:r>
          </a:p>
          <a:p>
            <a:r>
              <a:t>          "rows": 17798,</a:t>
            </a:r>
          </a:p>
          <a:p>
            <a:r>
              <a:t>          "source_counts": {</a:t>
            </a:r>
          </a:p>
          <a:p>
            <a:r>
              <a:t>            "Apache": 5907,</a:t>
            </a:r>
          </a:p>
          <a:p>
            <a:r>
              <a:t>            "Hyperledger": 4816,</a:t>
            </a:r>
          </a:p>
          <a:p>
            <a:r>
              <a:t>            "IntelDAOS": 1666,</a:t>
            </a:r>
          </a:p>
          <a:p>
            <a:r>
              <a:t>            "MariaDB": 1761,</a:t>
            </a:r>
          </a:p>
          <a:p>
            <a:r>
              <a:t>            "Qt": 3648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"first_sprint_entry": "2021-11-15 11:50:08",</a:t>
            </a:r>
          </a:p>
          <a:p>
            <a:r>
              <a:t>          "last_sprint_entry": "2023-04-27 18:22:56",</a:t>
            </a:r>
          </a:p>
          <a:p>
            <a:r>
              <a:t>          "positive_counts": {</a:t>
            </a:r>
          </a:p>
          <a:p>
            <a:r>
              <a:t>            "10": 299,</a:t>
            </a:r>
          </a:p>
          <a:p>
            <a:r>
              <a:t>            "15": 220,</a:t>
            </a:r>
          </a:p>
          <a:p>
            <a:r>
              <a:t>            "20": 174,</a:t>
            </a:r>
          </a:p>
          <a:p>
            <a:r>
              <a:t>            "5": 466</a:t>
            </a:r>
          </a:p>
          <a:p>
            <a:r>
              <a:t>          },</a:t>
            </a:r>
          </a:p>
          <a:p>
            <a:r>
              <a:t>          "row_ids_sha256": "2f403b160e1d572891489b67d68068f9c616c085255e0dec8d88cfa25d4944e5",</a:t>
            </a:r>
          </a:p>
          <a:p>
            <a:r>
              <a:t>          "rows": 4450,</a:t>
            </a:r>
          </a:p>
          <a:p>
            <a:r>
              <a:t>          "source_counts": {</a:t>
            </a:r>
          </a:p>
          <a:p>
            <a:r>
              <a:t>            "Apache": 1765,</a:t>
            </a:r>
          </a:p>
          <a:p>
            <a:r>
              <a:t>            "MariaDB": 222,</a:t>
            </a:r>
          </a:p>
          <a:p>
            <a:r>
              <a:t>            "Qt": 2463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"project": "Jira",</a:t>
            </a:r>
          </a:p>
          <a:p>
            <a:r>
              <a:t>      "protocol": "leave-one-project-out",</a:t>
            </a:r>
          </a:p>
          <a:p>
            <a:r>
              <a:t>      "selection_metric": "validation_auc_prc",</a:t>
            </a:r>
          </a:p>
          <a:p>
            <a:r>
              <a:t>      "test_weights": "none",</a:t>
            </a:r>
          </a:p>
          <a:p>
            <a:r>
              <a:t>      "versions": {</a:t>
            </a:r>
          </a:p>
          <a:p>
            <a:r>
              <a:t>        "numpy": "1.23.5",</a:t>
            </a:r>
          </a:p>
          <a:p>
            <a:r>
              <a:t>        "pandas": "2.0.1",</a:t>
            </a:r>
          </a:p>
          <a:p>
            <a:r>
              <a:t>        "sklearn": "1.2.2"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"MariaDB": {</a:t>
            </a:r>
          </a:p>
          <a:p>
            <a:r>
              <a:t>      "baseline_definition": "unweighted model-family rerun, not the published old pipeline",</a:t>
            </a:r>
          </a:p>
          <a:p>
            <a:r>
              <a:t>      "feature_policy": "same_pre_sprint_transform_for_both_variants",</a:t>
            </a:r>
          </a:p>
          <a:p>
            <a:r>
              <a:t>      "historical_pipeline_replayed": false,</a:t>
            </a:r>
          </a:p>
          <a:p>
            <a:r>
              <a:t>      "partitions": {</a:t>
            </a:r>
          </a:p>
          <a:p>
            <a:r>
              <a:t>        "test": {</a:t>
            </a:r>
          </a:p>
          <a:p>
            <a:r>
              <a:t>          "first_sprint_entry": "2014-05-27 14:43:09",</a:t>
            </a:r>
          </a:p>
          <a:p>
            <a:r>
              <a:t>          "last_sprint_entry": "2023-04-04 10:33:05",</a:t>
            </a:r>
          </a:p>
          <a:p>
            <a:r>
              <a:t>          "positive_counts": {</a:t>
            </a:r>
          </a:p>
          <a:p>
            <a:r>
              <a:t>            "10": 162,</a:t>
            </a:r>
          </a:p>
          <a:p>
            <a:r>
              <a:t>            "15": 133,</a:t>
            </a:r>
          </a:p>
          <a:p>
            <a:r>
              <a:t>            "20": 117,</a:t>
            </a:r>
          </a:p>
          <a:p>
            <a:r>
              <a:t>            "5": 212</a:t>
            </a:r>
          </a:p>
          <a:p>
            <a:r>
              <a:t>          },</a:t>
            </a:r>
          </a:p>
          <a:p>
            <a:r>
              <a:t>          "row_ids_sha256": "3e8c878fa4cbd0cf30f30be3dec94f7bfcd205c93a8abf5a74ccfbbc4fe4f704",</a:t>
            </a:r>
          </a:p>
          <a:p>
            <a:r>
              <a:t>          "rows": 1983,</a:t>
            </a:r>
          </a:p>
          <a:p>
            <a:r>
              <a:t>          "source_counts": {</a:t>
            </a:r>
          </a:p>
          <a:p>
            <a:r>
              <a:t>            "MariaDB": 1983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"first_sprint_entry": "2006-08-23 06:57:12",</a:t>
            </a:r>
          </a:p>
          <a:p>
            <a:r>
              <a:t>          "last_sprint_entry": "2021-11-01 08:22:28",</a:t>
            </a:r>
          </a:p>
          <a:p>
            <a:r>
              <a:t>          "positive_counts": {</a:t>
            </a:r>
          </a:p>
          <a:p>
            <a:r>
              <a:t>            "10": 2035,</a:t>
            </a:r>
          </a:p>
          <a:p>
            <a:r>
              <a:t>            "15": 1716,</a:t>
            </a:r>
          </a:p>
          <a:p>
            <a:r>
              <a:t>            "20": 1219,</a:t>
            </a:r>
          </a:p>
          <a:p>
            <a:r>
              <a:t>            "5": 2535</a:t>
            </a:r>
          </a:p>
          <a:p>
            <a:r>
              <a:t>          },</a:t>
            </a:r>
          </a:p>
          <a:p>
            <a:r>
              <a:t>          "row_ids_sha256": "64e5219b6cd91425042320356a95871693e9658db250296fbba11a2734274bbb",</a:t>
            </a:r>
          </a:p>
          <a:p>
            <a:r>
              <a:t>          "rows": 17471,</a:t>
            </a:r>
          </a:p>
          <a:p>
            <a:r>
              <a:t>          "source_counts": {</a:t>
            </a:r>
          </a:p>
          <a:p>
            <a:r>
              <a:t>            "Apache": 5870,</a:t>
            </a:r>
          </a:p>
          <a:p>
            <a:r>
              <a:t>            "Hyperledger": 4816,</a:t>
            </a:r>
          </a:p>
          <a:p>
            <a:r>
              <a:t>            "IntelDAOS": 1666,</a:t>
            </a:r>
          </a:p>
          <a:p>
            <a:r>
              <a:t>            "Jira": 1558,</a:t>
            </a:r>
          </a:p>
          <a:p>
            <a:r>
              <a:t>            "Qt": 3561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"first_sprint_entry": "2021-11-01 08:22:28",</a:t>
            </a:r>
          </a:p>
          <a:p>
            <a:r>
              <a:t>          "last_sprint_entry": "2023-04-27 18:22:56",</a:t>
            </a:r>
          </a:p>
          <a:p>
            <a:r>
              <a:t>          "positive_counts": {</a:t>
            </a:r>
          </a:p>
          <a:p>
            <a:r>
              <a:t>            "10": 282,</a:t>
            </a:r>
          </a:p>
          <a:p>
            <a:r>
              <a:t>            "15": 207,</a:t>
            </a:r>
          </a:p>
          <a:p>
            <a:r>
              <a:t>            "20": 165,</a:t>
            </a:r>
          </a:p>
          <a:p>
            <a:r>
              <a:t>            "5": 443</a:t>
            </a:r>
          </a:p>
          <a:p>
            <a:r>
              <a:t>          },</a:t>
            </a:r>
          </a:p>
          <a:p>
            <a:r>
              <a:t>          "row_ids_sha256": "1b4d82f18a9081add2ba5c386a7d2a8fbae28cf2513b481647d442df6ead752f",</a:t>
            </a:r>
          </a:p>
          <a:p>
            <a:r>
              <a:t>          "rows": 4368,</a:t>
            </a:r>
          </a:p>
          <a:p>
            <a:r>
              <a:t>          "source_counts": {</a:t>
            </a:r>
          </a:p>
          <a:p>
            <a:r>
              <a:t>            "Apache": 1802,</a:t>
            </a:r>
          </a:p>
          <a:p>
            <a:r>
              <a:t>            "Jira": 16,</a:t>
            </a:r>
          </a:p>
          <a:p>
            <a:r>
              <a:t>            "Qt": 2550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"project": "MariaDB",</a:t>
            </a:r>
          </a:p>
          <a:p>
            <a:r>
              <a:t>      "protocol": "leave-one-project-out",</a:t>
            </a:r>
          </a:p>
          <a:p>
            <a:r>
              <a:t>      "selection_metric": "validation_auc_prc",</a:t>
            </a:r>
          </a:p>
          <a:p>
            <a:r>
              <a:t>      "test_weights": "none",</a:t>
            </a:r>
          </a:p>
          <a:p>
            <a:r>
              <a:t>      "versions": {</a:t>
            </a:r>
          </a:p>
          <a:p>
            <a:r>
              <a:t>        "numpy": "1.23.5",</a:t>
            </a:r>
          </a:p>
          <a:p>
            <a:r>
              <a:t>        "pandas": "2.0.1",</a:t>
            </a:r>
          </a:p>
          <a:p>
            <a:r>
              <a:t>        "sklearn": "1.2.2"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"Qt": {</a:t>
            </a:r>
          </a:p>
          <a:p>
            <a:r>
              <a:t>      "baseline_definition": "unweighted model-family rerun, not the published old pipeline",</a:t>
            </a:r>
          </a:p>
          <a:p>
            <a:r>
              <a:t>      "feature_policy": "same_pre_sprint_transform_for_both_variants",</a:t>
            </a:r>
          </a:p>
          <a:p>
            <a:r>
              <a:t>      "historical_pipeline_replayed": false,</a:t>
            </a:r>
          </a:p>
          <a:p>
            <a:r>
              <a:t>      "partitions": {</a:t>
            </a:r>
          </a:p>
          <a:p>
            <a:r>
              <a:t>        "test": {</a:t>
            </a:r>
          </a:p>
          <a:p>
            <a:r>
              <a:t>          "first_sprint_entry": "2016-11-17 12:16:04",</a:t>
            </a:r>
          </a:p>
          <a:p>
            <a:r>
              <a:t>          "last_sprint_entry": "2023-04-27 18:22:56",</a:t>
            </a:r>
          </a:p>
          <a:p>
            <a:r>
              <a:t>          "positive_counts": {</a:t>
            </a:r>
          </a:p>
          <a:p>
            <a:r>
              <a:t>            "10": 420,</a:t>
            </a:r>
          </a:p>
          <a:p>
            <a:r>
              <a:t>            "15": 334,</a:t>
            </a:r>
          </a:p>
          <a:p>
            <a:r>
              <a:t>            "20": 280,</a:t>
            </a:r>
          </a:p>
          <a:p>
            <a:r>
              <a:t>            "5": 591</a:t>
            </a:r>
          </a:p>
          <a:p>
            <a:r>
              <a:t>          },</a:t>
            </a:r>
          </a:p>
          <a:p>
            <a:r>
              <a:t>          "row_ids_sha256": "78821468d67d4600f03d2100c904c8d8c347546470dee85d9c62928086836c6c",</a:t>
            </a:r>
          </a:p>
          <a:p>
            <a:r>
              <a:t>          "rows": 6111,</a:t>
            </a:r>
          </a:p>
          <a:p>
            <a:r>
              <a:t>          "source_counts": {</a:t>
            </a:r>
          </a:p>
          <a:p>
            <a:r>
              <a:t>            "Qt": 6111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"first_sprint_entry": "2006-08-23 06:57:12",</a:t>
            </a:r>
          </a:p>
          <a:p>
            <a:r>
              <a:t>          "last_sprint_entry": "2020-02-20 21:52:22",</a:t>
            </a:r>
          </a:p>
          <a:p>
            <a:r>
              <a:t>          "positive_counts": {</a:t>
            </a:r>
          </a:p>
          <a:p>
            <a:r>
              <a:t>            "10": 1677,</a:t>
            </a:r>
          </a:p>
          <a:p>
            <a:r>
              <a:t>            "15": 1433,</a:t>
            </a:r>
          </a:p>
          <a:p>
            <a:r>
              <a:t>            "20": 983,</a:t>
            </a:r>
          </a:p>
          <a:p>
            <a:r>
              <a:t>            "5": 2069</a:t>
            </a:r>
          </a:p>
          <a:p>
            <a:r>
              <a:t>          },</a:t>
            </a:r>
          </a:p>
          <a:p>
            <a:r>
              <a:t>          "row_ids_sha256": "751c4f097b0c867dd3bb02dc62d03971eb3faa4362030743bc5250c372ad5f10",</a:t>
            </a:r>
          </a:p>
          <a:p>
            <a:r>
              <a:t>          "rows": 14168,</a:t>
            </a:r>
          </a:p>
          <a:p>
            <a:r>
              <a:t>          "source_counts": {</a:t>
            </a:r>
          </a:p>
          <a:p>
            <a:r>
              <a:t>            "Apache": 5145,</a:t>
            </a:r>
          </a:p>
          <a:p>
            <a:r>
              <a:t>            "Hyperledger": 4516,</a:t>
            </a:r>
          </a:p>
          <a:p>
            <a:r>
              <a:t>            "IntelDAOS": 1567,</a:t>
            </a:r>
          </a:p>
          <a:p>
            <a:r>
              <a:t>            "Jira": 1535,</a:t>
            </a:r>
          </a:p>
          <a:p>
            <a:r>
              <a:t>            "MariaDB": 1405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"first_sprint_entry": "2020-02-21 08:55:26",</a:t>
            </a:r>
          </a:p>
          <a:p>
            <a:r>
              <a:t>          "last_sprint_entry": "2023-04-19 01:56:36",</a:t>
            </a:r>
          </a:p>
          <a:p>
            <a:r>
              <a:t>          "positive_counts": {</a:t>
            </a:r>
          </a:p>
          <a:p>
            <a:r>
              <a:t>            "10": 382,</a:t>
            </a:r>
          </a:p>
          <a:p>
            <a:r>
              <a:t>            "15": 289,</a:t>
            </a:r>
          </a:p>
          <a:p>
            <a:r>
              <a:t>            "20": 238,</a:t>
            </a:r>
          </a:p>
          <a:p>
            <a:r>
              <a:t>            "5": 530</a:t>
            </a:r>
          </a:p>
          <a:p>
            <a:r>
              <a:t>          },</a:t>
            </a:r>
          </a:p>
          <a:p>
            <a:r>
              <a:t>          "row_ids_sha256": "451a44d95919042de820063c1564fc5039a48cc9f29c6c69afb22d458b398064",</a:t>
            </a:r>
          </a:p>
          <a:p>
            <a:r>
              <a:t>          "rows": 3543,</a:t>
            </a:r>
          </a:p>
          <a:p>
            <a:r>
              <a:t>          "source_counts": {</a:t>
            </a:r>
          </a:p>
          <a:p>
            <a:r>
              <a:t>            "Apache": 2527,</a:t>
            </a:r>
          </a:p>
          <a:p>
            <a:r>
              <a:t>            "Hyperledger": 300,</a:t>
            </a:r>
          </a:p>
          <a:p>
            <a:r>
              <a:t>            "IntelDAOS": 99,</a:t>
            </a:r>
          </a:p>
          <a:p>
            <a:r>
              <a:t>            "Jira": 39,</a:t>
            </a:r>
          </a:p>
          <a:p>
            <a:r>
              <a:t>            "MariaDB": 578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"project": "Qt",</a:t>
            </a:r>
          </a:p>
          <a:p>
            <a:r>
              <a:t>      "protocol": "leave-one-project-out",</a:t>
            </a:r>
          </a:p>
          <a:p>
            <a:r>
              <a:t>      "selection_metric": "validation_auc_prc",</a:t>
            </a:r>
          </a:p>
          <a:p>
            <a:r>
              <a:t>      "test_weights": "none",</a:t>
            </a:r>
          </a:p>
          <a:p>
            <a:r>
              <a:t>      "versions": {</a:t>
            </a:r>
          </a:p>
          <a:p>
            <a:r>
              <a:t>        "numpy": "1.23.5",</a:t>
            </a:r>
          </a:p>
          <a:p>
            <a:r>
              <a:t>        "pandas": "2.0.1",</a:t>
            </a:r>
          </a:p>
          <a:p>
            <a:r>
              <a:t>        "sklearn": "1.2.2"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https://github.com/yakovelmaleh/Master/pull/360</a:t>
            </a:r>
          </a:p>
          <a:p>
            <a:r>
              <a:t>Artifact commit: e554ad3e3fecfb9e5c0e3e40665274ff9bcb3f6a</a:t>
            </a:r>
          </a:p>
          <a:p>
            <a:r>
              <a:t>Bundle: Tasks/task-summaries/compare-models-leave-one-project-out-20260927-135429</a:t>
            </a:r>
          </a:p>
          <a:p>
            <a:r>
              <a:t>Cluster run: 20260924-212328-564730; appended September 27, 2026.</a:t>
            </a:r>
          </a:p>
          <a:p>
            <a:r>
              <a:t>RESULTS.csv supplies reported metrics; split_manifest.json supplies fold counts, project isolation, dates and policies; verification_manifest.json records success.</a:t>
            </a:r>
          </a:p>
          <a:p>
            <a:r>
              <a:t>Scores were aggregated, not independently recomputed from predictions. Macro results are descriptive, not significance evidence. Each project/model/level receives equal weight. Each repository is tested once per model/variant/level; training rows are reused across folds, so fold training totals are not unique counts.</a:t>
            </a:r>
          </a:p>
          <a:p>
            <a:r>
              <a:t>{</a:t>
            </a:r>
          </a:p>
          <a:p>
            <a:r>
              <a:t>  "overall": {</a:t>
            </a:r>
          </a:p>
          <a:p>
            <a:r>
              <a:t>    "baseline": 0.18613824635969417,</a:t>
            </a:r>
          </a:p>
          <a:p>
            <a:r>
              <a:t>    "refactored": 0.1752863464334156</a:t>
            </a:r>
          </a:p>
          <a:p>
            <a:r>
              <a:t>  },</a:t>
            </a:r>
          </a:p>
          <a:p>
            <a:r>
              <a:t>  "wins": 20,</a:t>
            </a:r>
          </a:p>
          <a:p>
            <a:r>
              <a:t>  "ties": 0,</a:t>
            </a:r>
          </a:p>
          <a:p>
            <a:r>
              <a:t>  "macro_results": [</a:t>
            </a:r>
          </a:p>
          <a:p>
            <a:r>
              <a:t>    [</a:t>
            </a:r>
          </a:p>
          <a:p>
            <a:r>
              <a:t>      "RF",</a:t>
            </a:r>
          </a:p>
          <a:p>
            <a:r>
              <a:t>      "5",</a:t>
            </a:r>
          </a:p>
          <a:p>
            <a:r>
              <a:t>      "0.2355",</a:t>
            </a:r>
          </a:p>
          <a:p>
            <a:r>
              <a:t>      "0.2215",</a:t>
            </a:r>
          </a:p>
          <a:p>
            <a:r>
              <a:t>      "-0.0140"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"RF",</a:t>
            </a:r>
          </a:p>
          <a:p>
            <a:r>
              <a:t>      "10",</a:t>
            </a:r>
          </a:p>
          <a:p>
            <a:r>
              <a:t>      "0.2124",</a:t>
            </a:r>
          </a:p>
          <a:p>
            <a:r>
              <a:t>      "0.1944",</a:t>
            </a:r>
          </a:p>
          <a:p>
            <a:r>
              <a:t>      "-0.0180"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"RF",</a:t>
            </a:r>
          </a:p>
          <a:p>
            <a:r>
              <a:t>      "15",</a:t>
            </a:r>
          </a:p>
          <a:p>
            <a:r>
              <a:t>      "0.1932",</a:t>
            </a:r>
          </a:p>
          <a:p>
            <a:r>
              <a:t>      "0.1859",</a:t>
            </a:r>
          </a:p>
          <a:p>
            <a:r>
              <a:t>      "-0.0074"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"RF",</a:t>
            </a:r>
          </a:p>
          <a:p>
            <a:r>
              <a:t>      "20",</a:t>
            </a:r>
          </a:p>
          <a:p>
            <a:r>
              <a:t>      "0.1530",</a:t>
            </a:r>
          </a:p>
          <a:p>
            <a:r>
              <a:t>      "0.1397",</a:t>
            </a:r>
          </a:p>
          <a:p>
            <a:r>
              <a:t>      "-0.0133"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"Legacy boosting",</a:t>
            </a:r>
          </a:p>
          <a:p>
            <a:r>
              <a:t>      "5",</a:t>
            </a:r>
          </a:p>
          <a:p>
            <a:r>
              <a:t>      "0.2451",</a:t>
            </a:r>
          </a:p>
          <a:p>
            <a:r>
              <a:t>      "0.2351",</a:t>
            </a:r>
          </a:p>
          <a:p>
            <a:r>
              <a:t>      "-0.0100"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"Legacy boosting",</a:t>
            </a:r>
          </a:p>
          <a:p>
            <a:r>
              <a:t>      "10",</a:t>
            </a:r>
          </a:p>
          <a:p>
            <a:r>
              <a:t>      "0.2176",</a:t>
            </a:r>
          </a:p>
          <a:p>
            <a:r>
              <a:t>      "0.2021",</a:t>
            </a:r>
          </a:p>
          <a:p>
            <a:r>
              <a:t>      "-0.0155"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"Legacy boosting",</a:t>
            </a:r>
          </a:p>
          <a:p>
            <a:r>
              <a:t>      "15",</a:t>
            </a:r>
          </a:p>
          <a:p>
            <a:r>
              <a:t>      "0.1939",</a:t>
            </a:r>
          </a:p>
          <a:p>
            <a:r>
              <a:t>      "0.1886",</a:t>
            </a:r>
          </a:p>
          <a:p>
            <a:r>
              <a:t>      "-0.0053"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"Legacy boosting",</a:t>
            </a:r>
          </a:p>
          <a:p>
            <a:r>
              <a:t>      "20",</a:t>
            </a:r>
          </a:p>
          <a:p>
            <a:r>
              <a:t>      "0.1388",</a:t>
            </a:r>
          </a:p>
          <a:p>
            <a:r>
              <a:t>      "0.1434",</a:t>
            </a:r>
          </a:p>
          <a:p>
            <a:r>
              <a:t>      "+0.0046"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"NN",</a:t>
            </a:r>
          </a:p>
          <a:p>
            <a:r>
              <a:t>      "5",</a:t>
            </a:r>
          </a:p>
          <a:p>
            <a:r>
              <a:t>      "0.1934",</a:t>
            </a:r>
          </a:p>
          <a:p>
            <a:r>
              <a:t>      "0.1863",</a:t>
            </a:r>
          </a:p>
          <a:p>
            <a:r>
              <a:t>      "-0.0071"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"NN",</a:t>
            </a:r>
          </a:p>
          <a:p>
            <a:r>
              <a:t>      "10",</a:t>
            </a:r>
          </a:p>
          <a:p>
            <a:r>
              <a:t>      "0.1599",</a:t>
            </a:r>
          </a:p>
          <a:p>
            <a:r>
              <a:t>      "0.1474",</a:t>
            </a:r>
          </a:p>
          <a:p>
            <a:r>
              <a:t>      "-0.0125"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"NN",</a:t>
            </a:r>
          </a:p>
          <a:p>
            <a:r>
              <a:t>      "15",</a:t>
            </a:r>
          </a:p>
          <a:p>
            <a:r>
              <a:t>      "0.1625",</a:t>
            </a:r>
          </a:p>
          <a:p>
            <a:r>
              <a:t>      "0.1371",</a:t>
            </a:r>
          </a:p>
          <a:p>
            <a:r>
              <a:t>      "-0.0254"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"NN",</a:t>
            </a:r>
          </a:p>
          <a:p>
            <a:r>
              <a:t>      "20",</a:t>
            </a:r>
          </a:p>
          <a:p>
            <a:r>
              <a:t>      "0.1282",</a:t>
            </a:r>
          </a:p>
          <a:p>
            <a:r>
              <a:t>      "0.1220",</a:t>
            </a:r>
          </a:p>
          <a:p>
            <a:r>
              <a:t>      "-0.0062"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"spec": {</a:t>
            </a:r>
          </a:p>
          <a:p>
            <a:r>
              <a:t>    "experiment": "Leave-one-project-out comparison (#360)",</a:t>
            </a:r>
          </a:p>
          <a:p>
            <a:r>
              <a:t>    "task": "Can models trained on five repositories predict instability in a sixth, unseen repository? Compare unweighted training with balancing.",</a:t>
            </a:r>
          </a:p>
          <a:p>
            <a:r>
              <a:t>    "why": [</a:t>
            </a:r>
          </a:p>
          <a:p>
            <a:r>
              <a:t>      "Measures cross-project transfer, unlike #357's within-project test.",</a:t>
            </a:r>
          </a:p>
          <a:p>
            <a:r>
              <a:t>      "Six held-out projects; levels 5, 10, 15 and 20; RF, legacy boosting and NN.",</a:t>
            </a:r>
          </a:p>
          <a:p>
            <a:r>
              <a:t>      "All six jobs succeeded: 144 of 144 outputs present.",</a:t>
            </a:r>
          </a:p>
          <a:p>
            <a:r>
              <a:t>      "Uses existing CSVs; no fresh Jira collection."</a:t>
            </a:r>
          </a:p>
          <a:p>
            <a:r>
              <a:t>    ],</a:t>
            </a:r>
          </a:p>
          <a:p>
            <a:r>
              <a:t>    "conclusions": {</a:t>
            </a:r>
          </a:p>
          <a:p>
            <a:r>
              <a:t>      "findings": [</a:t>
            </a:r>
          </a:p>
          <a:p>
            <a:r>
              <a:t>        "Balancing wins 20/72 paired comparisons; loses 52/72.",</a:t>
            </a:r>
          </a:p>
          <a:p>
            <a:r>
              <a:t>        "Overall descriptive macro AUC-PRC: 0.1861 to 0.1753. No overall improvement.",</a:t>
            </a:r>
          </a:p>
          <a:p>
            <a:r>
              <a:t>        "Only legacy boosting at level 20 improves in the six-project macro table.",</a:t>
            </a:r>
          </a:p>
          <a:p>
            <a:r>
              <a:t>        "Best: Jira baseline boosting, level 5 = 0.5059; test prevalence is 34.6%."</a:t>
            </a:r>
          </a:p>
          <a:p>
            <a:r>
              <a:t>      ],</a:t>
            </a:r>
          </a:p>
          <a:p>
            <a:r>
              <a:t>      "next_steps": [</a:t>
            </a:r>
          </a:p>
          <a:p>
            <a:r>
              <a:t>        "Retain unweighted models as candidates; balancing is not a default improvement.",</a:t>
            </a:r>
          </a:p>
          <a:p>
            <a:r>
              <a:t>        "Project isolation is not strict future-time testing: source and target dates overlap.",</a:t>
            </a:r>
          </a:p>
          <a:p>
            <a:r>
              <a:t>        "Do not treat differences from #357 as paired gains or losses: test populations differ.",</a:t>
            </a:r>
          </a:p>
          <a:p>
            <a:r>
              <a:t>        "Baseline is not the original pipeline; legacy 'XGboost' is GradientBoostingClassifier."</a:t>
            </a:r>
          </a:p>
          <a:p>
            <a:r>
              <a:t>      ]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"project_splits": {</a:t>
            </a:r>
          </a:p>
          <a:p>
            <a:r>
              <a:t>    "Apache": {</a:t>
            </a:r>
          </a:p>
          <a:p>
            <a:r>
              <a:t>      "baseline_definition": "unweighted model-family rerun, not the published old pipeline",</a:t>
            </a:r>
          </a:p>
          <a:p>
            <a:r>
              <a:t>      "feature_policy": "same_pre_sprint_transform_for_both_variants",</a:t>
            </a:r>
          </a:p>
          <a:p>
            <a:r>
              <a:t>      "historical_pipeline_replayed": false,</a:t>
            </a:r>
          </a:p>
          <a:p>
            <a:r>
              <a:t>      "partitions": {</a:t>
            </a:r>
          </a:p>
          <a:p>
            <a:r>
              <a:t>        "test": {</a:t>
            </a:r>
          </a:p>
          <a:p>
            <a:r>
              <a:t>          "first_sprint_entry": "2006-08-23 06:57:12",</a:t>
            </a:r>
          </a:p>
          <a:p>
            <a:r>
              <a:t>          "last_sprint_entry": "2023-04-19 01:56:36",</a:t>
            </a:r>
          </a:p>
          <a:p>
            <a:r>
              <a:t>          "positive_counts": {</a:t>
            </a:r>
          </a:p>
          <a:p>
            <a:r>
              <a:t>            "10": 610,</a:t>
            </a:r>
          </a:p>
          <a:p>
            <a:r>
              <a:t>            "15": 457,</a:t>
            </a:r>
          </a:p>
          <a:p>
            <a:r>
              <a:t>            "20": 377,</a:t>
            </a:r>
          </a:p>
          <a:p>
            <a:r>
              <a:t>            "5": 878</a:t>
            </a:r>
          </a:p>
          <a:p>
            <a:r>
              <a:t>          },</a:t>
            </a:r>
          </a:p>
          <a:p>
            <a:r>
              <a:t>          "row_ids_sha256": "d3c5659ed8dacf813a03e3c43bca481c63caf56a6c36d714cf37283ad29e19a5",</a:t>
            </a:r>
          </a:p>
          <a:p>
            <a:r>
              <a:t>          "rows": 7672,</a:t>
            </a:r>
          </a:p>
          <a:p>
            <a:r>
              <a:t>          "source_counts": {</a:t>
            </a:r>
          </a:p>
          <a:p>
            <a:r>
              <a:t>            "Apache": 7672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"first_sprint_entry": "2012-02-08 00:06:30",</a:t>
            </a:r>
          </a:p>
          <a:p>
            <a:r>
              <a:t>          "last_sprint_entry": "2021-08-03 08:19:53",</a:t>
            </a:r>
          </a:p>
          <a:p>
            <a:r>
              <a:t>          "positive_counts": {</a:t>
            </a:r>
          </a:p>
          <a:p>
            <a:r>
              <a:t>            "10": 1661,</a:t>
            </a:r>
          </a:p>
          <a:p>
            <a:r>
              <a:t>            "15": 1435,</a:t>
            </a:r>
          </a:p>
          <a:p>
            <a:r>
              <a:t>            "20": 988,</a:t>
            </a:r>
          </a:p>
          <a:p>
            <a:r>
              <a:t>            "5": 2002</a:t>
            </a:r>
          </a:p>
          <a:p>
            <a:r>
              <a:t>          },</a:t>
            </a:r>
          </a:p>
          <a:p>
            <a:r>
              <a:t>          "row_ids_sha256": "5d7d76b0f03de713e7b267d50df398080d4483b1266d6434cec1f787a1a69ef6",</a:t>
            </a:r>
          </a:p>
          <a:p>
            <a:r>
              <a:t>          "rows": 12920,</a:t>
            </a:r>
          </a:p>
          <a:p>
            <a:r>
              <a:t>          "source_counts": {</a:t>
            </a:r>
          </a:p>
          <a:p>
            <a:r>
              <a:t>            "Hyperledger": 4816,</a:t>
            </a:r>
          </a:p>
          <a:p>
            <a:r>
              <a:t>            "IntelDAOS": 1666,</a:t>
            </a:r>
          </a:p>
          <a:p>
            <a:r>
              <a:t>            "Jira": 1556,</a:t>
            </a:r>
          </a:p>
          <a:p>
            <a:r>
              <a:t>            "MariaDB": 1713,</a:t>
            </a:r>
          </a:p>
          <a:p>
            <a:r>
              <a:t>            "Qt": 3169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"first_sprint_entry": "2021-08-03 09:29:29",</a:t>
            </a:r>
          </a:p>
          <a:p>
            <a:r>
              <a:t>          "last_sprint_entry": "2023-04-27 18:22:56",</a:t>
            </a:r>
          </a:p>
          <a:p>
            <a:r>
              <a:t>          "positive_counts": {</a:t>
            </a:r>
          </a:p>
          <a:p>
            <a:r>
              <a:t>            "10": 208,</a:t>
            </a:r>
          </a:p>
          <a:p>
            <a:r>
              <a:t>            "15": 164,</a:t>
            </a:r>
          </a:p>
          <a:p>
            <a:r>
              <a:t>            "20": 136,</a:t>
            </a:r>
          </a:p>
          <a:p>
            <a:r>
              <a:t>            "5": 310</a:t>
            </a:r>
          </a:p>
          <a:p>
            <a:r>
              <a:t>          },</a:t>
            </a:r>
          </a:p>
          <a:p>
            <a:r>
              <a:t>          "row_ids_sha256": "66fbeda3dbb49c61fe19a48321661c3b66c74b2fd6ff9548bfee8368032bf3af",</a:t>
            </a:r>
          </a:p>
          <a:p>
            <a:r>
              <a:t>          "rows": 3230,</a:t>
            </a:r>
          </a:p>
          <a:p>
            <a:r>
              <a:t>          "source_counts": {</a:t>
            </a:r>
          </a:p>
          <a:p>
            <a:r>
              <a:t>            "Jira": 18,</a:t>
            </a:r>
          </a:p>
          <a:p>
            <a:r>
              <a:t>            "MariaDB": 270,</a:t>
            </a:r>
          </a:p>
          <a:p>
            <a:r>
              <a:t>            "Qt": 2942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"project": "Apache",</a:t>
            </a:r>
          </a:p>
          <a:p>
            <a:r>
              <a:t>      "protocol": "leave-one-project-out",</a:t>
            </a:r>
          </a:p>
          <a:p>
            <a:r>
              <a:t>      "selection_metric": "validation_auc_prc",</a:t>
            </a:r>
          </a:p>
          <a:p>
            <a:r>
              <a:t>      "test_weights": "none",</a:t>
            </a:r>
          </a:p>
          <a:p>
            <a:r>
              <a:t>      "versions": {</a:t>
            </a:r>
          </a:p>
          <a:p>
            <a:r>
              <a:t>        "numpy": "1.23.5",</a:t>
            </a:r>
          </a:p>
          <a:p>
            <a:r>
              <a:t>        "pandas": "2.0.1",</a:t>
            </a:r>
          </a:p>
          <a:p>
            <a:r>
              <a:t>        "sklearn": "1.2.2"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"Hyperledger": {</a:t>
            </a:r>
          </a:p>
          <a:p>
            <a:r>
              <a:t>      "baseline_definition": "unweighted model-family rerun, not the published old pipeline",</a:t>
            </a:r>
          </a:p>
          <a:p>
            <a:r>
              <a:t>      "feature_policy": "same_pre_sprint_transform_for_both_variants",</a:t>
            </a:r>
          </a:p>
          <a:p>
            <a:r>
              <a:t>      "historical_pipeline_replayed": false,</a:t>
            </a:r>
          </a:p>
          <a:p>
            <a:r>
              <a:t>      "partitions": {</a:t>
            </a:r>
          </a:p>
          <a:p>
            <a:r>
              <a:t>        "test": {</a:t>
            </a:r>
          </a:p>
          <a:p>
            <a:r>
              <a:t>          "first_sprint_entry": "2016-08-12 14:07:02",</a:t>
            </a:r>
          </a:p>
          <a:p>
            <a:r>
              <a:t>          "last_sprint_entry": "2021-07-01 22:13:28",</a:t>
            </a:r>
          </a:p>
          <a:p>
            <a:r>
              <a:t>          "positive_counts": {</a:t>
            </a:r>
          </a:p>
          <a:p>
            <a:r>
              <a:t>            "10": 613,</a:t>
            </a:r>
          </a:p>
          <a:p>
            <a:r>
              <a:t>            "15": 516,</a:t>
            </a:r>
          </a:p>
          <a:p>
            <a:r>
              <a:t>            "20": 456,</a:t>
            </a:r>
          </a:p>
          <a:p>
            <a:r>
              <a:t>            "5": 754</a:t>
            </a:r>
          </a:p>
          <a:p>
            <a:r>
              <a:t>          },</a:t>
            </a:r>
          </a:p>
          <a:p>
            <a:r>
              <a:t>          "row_ids_sha256": "72b9121795406b1acc75eca6638975d9b7de2b30698e6ad5305fb6fec0b62fd7",</a:t>
            </a:r>
          </a:p>
          <a:p>
            <a:r>
              <a:t>          "rows": 4816,</a:t>
            </a:r>
          </a:p>
          <a:p>
            <a:r>
              <a:t>          "source_counts": {</a:t>
            </a:r>
          </a:p>
          <a:p>
            <a:r>
              <a:t>            "Hyperledger": 4816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"first_sprint_entry": "2006-08-23 06:57:12",</a:t>
            </a:r>
          </a:p>
          <a:p>
            <a:r>
              <a:t>          "last_sprint_entry": "2022-02-11 08:40:26",</a:t>
            </a:r>
          </a:p>
          <a:p>
            <a:r>
              <a:t>          "positive_counts": {</a:t>
            </a:r>
          </a:p>
          <a:p>
            <a:r>
              <a:t>            "10": 1615,</a:t>
            </a:r>
          </a:p>
          <a:p>
            <a:r>
              <a:t>            "15": 1356,</a:t>
            </a:r>
          </a:p>
          <a:p>
            <a:r>
              <a:t>            "20": 903,</a:t>
            </a:r>
          </a:p>
          <a:p>
            <a:r>
              <a:t>            "5": 2034</a:t>
            </a:r>
          </a:p>
          <a:p>
            <a:r>
              <a:t>          },</a:t>
            </a:r>
          </a:p>
          <a:p>
            <a:r>
              <a:t>          "row_ids_sha256": "07a60164cd341317d2f59da71ae21c50e1d8b8e5c9cafd4472be68212ba003ca",</a:t>
            </a:r>
          </a:p>
          <a:p>
            <a:r>
              <a:t>          "rows": 15204,</a:t>
            </a:r>
          </a:p>
          <a:p>
            <a:r>
              <a:t>          "source_counts": {</a:t>
            </a:r>
          </a:p>
          <a:p>
            <a:r>
              <a:t>            "Apache": 6156,</a:t>
            </a:r>
          </a:p>
          <a:p>
            <a:r>
              <a:t>            "IntelDAOS": 1666,</a:t>
            </a:r>
          </a:p>
          <a:p>
            <a:r>
              <a:t>            "Jira": 1558,</a:t>
            </a:r>
          </a:p>
          <a:p>
            <a:r>
              <a:t>            "MariaDB": 1791,</a:t>
            </a:r>
          </a:p>
          <a:p>
            <a:r>
              <a:t>            "Qt": 4033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"first_sprint_entry": "2022-02-11 08:53:55",</a:t>
            </a:r>
          </a:p>
          <a:p>
            <a:r>
              <a:t>          "last_sprint_entry": "2023-04-27 18:22:56",</a:t>
            </a:r>
          </a:p>
          <a:p>
            <a:r>
              <a:t>          "positive_counts": {</a:t>
            </a:r>
          </a:p>
          <a:p>
            <a:r>
              <a:t>            "10": 251,</a:t>
            </a:r>
          </a:p>
          <a:p>
            <a:r>
              <a:t>            "15": 184,</a:t>
            </a:r>
          </a:p>
          <a:p>
            <a:r>
              <a:t>            "20": 142,</a:t>
            </a:r>
          </a:p>
          <a:p>
            <a:r>
              <a:t>            "5": 402</a:t>
            </a:r>
          </a:p>
          <a:p>
            <a:r>
              <a:t>          },</a:t>
            </a:r>
          </a:p>
          <a:p>
            <a:r>
              <a:t>          "row_ids_sha256": "c7cef7f8556a104a6201becfc67e19220253aa11cfb3b91e3a28b1a2d9d036b5",</a:t>
            </a:r>
          </a:p>
          <a:p>
            <a:r>
              <a:t>          "rows": 3802,</a:t>
            </a:r>
          </a:p>
          <a:p>
            <a:r>
              <a:t>          "source_counts": {</a:t>
            </a:r>
          </a:p>
          <a:p>
            <a:r>
              <a:t>            "Apache": 1516,</a:t>
            </a:r>
          </a:p>
          <a:p>
            <a:r>
              <a:t>            "Jira": 16,</a:t>
            </a:r>
          </a:p>
          <a:p>
            <a:r>
              <a:t>            "MariaDB": 192,</a:t>
            </a:r>
          </a:p>
          <a:p>
            <a:r>
              <a:t>            "Qt": 2078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"project": "Hyperledger",</a:t>
            </a:r>
          </a:p>
          <a:p>
            <a:r>
              <a:t>      "protocol": "leave-one-project-out",</a:t>
            </a:r>
          </a:p>
          <a:p>
            <a:r>
              <a:t>      "selection_metric": "validation_auc_prc",</a:t>
            </a:r>
          </a:p>
          <a:p>
            <a:r>
              <a:t>      "test_weights": "none",</a:t>
            </a:r>
          </a:p>
          <a:p>
            <a:r>
              <a:t>      "versions": {</a:t>
            </a:r>
          </a:p>
          <a:p>
            <a:r>
              <a:t>        "numpy": "1.23.5",</a:t>
            </a:r>
          </a:p>
          <a:p>
            <a:r>
              <a:t>        "pandas": "2.0.1",</a:t>
            </a:r>
          </a:p>
          <a:p>
            <a:r>
              <a:t>        "sklearn": "1.2.2"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"IntelDAOS": {</a:t>
            </a:r>
          </a:p>
          <a:p>
            <a:r>
              <a:t>      "baseline_definition": "unweighted model-family rerun, not the published old pipeline",</a:t>
            </a:r>
          </a:p>
          <a:p>
            <a:r>
              <a:t>      "feature_policy": "same_pre_sprint_transform_for_both_variants",</a:t>
            </a:r>
          </a:p>
          <a:p>
            <a:r>
              <a:t>      "historical_pipeline_replayed": false,</a:t>
            </a:r>
          </a:p>
          <a:p>
            <a:r>
              <a:t>      "partitions": {</a:t>
            </a:r>
          </a:p>
          <a:p>
            <a:r>
              <a:t>        "test": {</a:t>
            </a:r>
          </a:p>
          <a:p>
            <a:r>
              <a:t>          "first_sprint_entry": "2016-04-06 02:31:57",</a:t>
            </a:r>
          </a:p>
          <a:p>
            <a:r>
              <a:t>          "last_sprint_entry": "2021-01-11 19:45:00",</a:t>
            </a:r>
          </a:p>
          <a:p>
            <a:r>
              <a:t>          "positive_counts": {</a:t>
            </a:r>
          </a:p>
          <a:p>
            <a:r>
              <a:t>            "10": 151,</a:t>
            </a:r>
          </a:p>
          <a:p>
            <a:r>
              <a:t>            "15": 116,</a:t>
            </a:r>
          </a:p>
          <a:p>
            <a:r>
              <a:t>            "20": 91,</a:t>
            </a:r>
          </a:p>
          <a:p>
            <a:r>
              <a:t>            "5": 210</a:t>
            </a:r>
          </a:p>
          <a:p>
            <a:r>
              <a:t>          },</a:t>
            </a:r>
          </a:p>
          <a:p>
            <a:r>
              <a:t>          "row_ids_sha256": "e50306fcf6ca3683eef01f56c14d0e52b819df64f955af17a5477b5889f46950",</a:t>
            </a:r>
          </a:p>
          <a:p>
            <a:r>
              <a:t>          "rows": 1666,</a:t>
            </a:r>
          </a:p>
          <a:p>
            <a:r>
              <a:t>          "source_counts": {</a:t>
            </a:r>
          </a:p>
          <a:p>
            <a:r>
              <a:t>            "IntelDAOS": 1666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"first_sprint_entry": "2006-08-23 06:57:12",</a:t>
            </a:r>
          </a:p>
          <a:p>
            <a:r>
              <a:t>          "last_sprint_entry": "2021-11-22 10:20:08",</a:t>
            </a:r>
          </a:p>
          <a:p>
            <a:r>
              <a:t>          "positive_counts": {</a:t>
            </a:r>
          </a:p>
          <a:p>
            <a:r>
              <a:t>            "10": 2028,</a:t>
            </a:r>
          </a:p>
          <a:p>
            <a:r>
              <a:t>            "15": 1719,</a:t>
            </a:r>
          </a:p>
          <a:p>
            <a:r>
              <a:t>            "20": 1235,</a:t>
            </a:r>
          </a:p>
          <a:p>
            <a:r>
              <a:t>            "5": 2512</a:t>
            </a:r>
          </a:p>
          <a:p>
            <a:r>
              <a:t>          },</a:t>
            </a:r>
          </a:p>
          <a:p>
            <a:r>
              <a:t>          "row_ids_sha256": "edcbe3f255b027ca1af79ed425734857e21d517429df2fb0c8058166790d0f89",</a:t>
            </a:r>
          </a:p>
          <a:p>
            <a:r>
              <a:t>          "rows": 17724,</a:t>
            </a:r>
          </a:p>
          <a:p>
            <a:r>
              <a:t>          "source_counts": {</a:t>
            </a:r>
          </a:p>
          <a:p>
            <a:r>
              <a:t>            "Apache": 5911,</a:t>
            </a:r>
          </a:p>
          <a:p>
            <a:r>
              <a:t>            "Hyperledger": 4816,</a:t>
            </a:r>
          </a:p>
          <a:p>
            <a:r>
              <a:t>            "Jira": 1558,</a:t>
            </a:r>
          </a:p>
          <a:p>
            <a:r>
              <a:t>            "MariaDB": 1768,</a:t>
            </a:r>
          </a:p>
          <a:p>
            <a:r>
              <a:t>            "Qt": 3671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"first_sprint_entry": "2021-11-22 10:22:06",</a:t>
            </a:r>
          </a:p>
          <a:p>
            <a:r>
              <a:t>          "last_sprint_entry": "2023-04-27 18:22:56",</a:t>
            </a:r>
          </a:p>
          <a:p>
            <a:r>
              <a:t>          "positive_counts": {</a:t>
            </a:r>
          </a:p>
          <a:p>
            <a:r>
              <a:t>            "10": 300,</a:t>
            </a:r>
          </a:p>
          <a:p>
            <a:r>
              <a:t>            "15": 221,</a:t>
            </a:r>
          </a:p>
          <a:p>
            <a:r>
              <a:t>            "20": 175,</a:t>
            </a:r>
          </a:p>
          <a:p>
            <a:r>
              <a:t>            "5": 468</a:t>
            </a:r>
          </a:p>
          <a:p>
            <a:r>
              <a:t>          },</a:t>
            </a:r>
          </a:p>
          <a:p>
            <a:r>
              <a:t>          "row_ids_sha256": "aa630d76a17ab064c2567817ace85dd8c9e11943ede0321dbd6e40c3588a6c84",</a:t>
            </a:r>
          </a:p>
          <a:p>
            <a:r>
              <a:t>          "rows": 4432,</a:t>
            </a:r>
          </a:p>
          <a:p>
            <a:r>
              <a:t>          "source_counts": {</a:t>
            </a:r>
          </a:p>
          <a:p>
            <a:r>
              <a:t>            "Apache": 1761,</a:t>
            </a:r>
          </a:p>
          <a:p>
            <a:r>
              <a:t>            "Jira": 16,</a:t>
            </a:r>
          </a:p>
          <a:p>
            <a:r>
              <a:t>            "MariaDB": 215,</a:t>
            </a:r>
          </a:p>
          <a:p>
            <a:r>
              <a:t>            "Qt": 2440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"project": "IntelDAOS",</a:t>
            </a:r>
          </a:p>
          <a:p>
            <a:r>
              <a:t>      "protocol": "leave-one-project-out",</a:t>
            </a:r>
          </a:p>
          <a:p>
            <a:r>
              <a:t>      "selection_metric": "validation_auc_prc",</a:t>
            </a:r>
          </a:p>
          <a:p>
            <a:r>
              <a:t>      "test_weights": "none",</a:t>
            </a:r>
          </a:p>
          <a:p>
            <a:r>
              <a:t>      "versions": {</a:t>
            </a:r>
          </a:p>
          <a:p>
            <a:r>
              <a:t>        "numpy": "1.23.5",</a:t>
            </a:r>
          </a:p>
          <a:p>
            <a:r>
              <a:t>        "pandas": "2.0.1",</a:t>
            </a:r>
          </a:p>
          <a:p>
            <a:r>
              <a:t>        "sklearn": "1.2.2"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"Jira": {</a:t>
            </a:r>
          </a:p>
          <a:p>
            <a:r>
              <a:t>      "baseline_definition": "unweighted model-family rerun, not the published old pipeline",</a:t>
            </a:r>
          </a:p>
          <a:p>
            <a:r>
              <a:t>      "feature_policy": "same_pre_sprint_transform_for_both_variants",</a:t>
            </a:r>
          </a:p>
          <a:p>
            <a:r>
              <a:t>      "historical_pipeline_replayed": false,</a:t>
            </a:r>
          </a:p>
          <a:p>
            <a:r>
              <a:t>      "partitions": {</a:t>
            </a:r>
          </a:p>
          <a:p>
            <a:r>
              <a:t>        "test": {</a:t>
            </a:r>
          </a:p>
          <a:p>
            <a:r>
              <a:t>          "first_sprint_entry": "2012-02-08 00:06:30",</a:t>
            </a:r>
          </a:p>
          <a:p>
            <a:r>
              <a:t>          "last_sprint_entry": "2023-01-27 02:40:56",</a:t>
            </a:r>
          </a:p>
          <a:p>
            <a:r>
              <a:t>          "positive_counts": {</a:t>
            </a:r>
          </a:p>
          <a:p>
            <a:r>
              <a:t>            "10": 523,</a:t>
            </a:r>
          </a:p>
          <a:p>
            <a:r>
              <a:t>            "15": 500,</a:t>
            </a:r>
          </a:p>
          <a:p>
            <a:r>
              <a:t>            "20": 180,</a:t>
            </a:r>
          </a:p>
          <a:p>
            <a:r>
              <a:t>            "5": 545</a:t>
            </a:r>
          </a:p>
          <a:p>
            <a:r>
              <a:t>          },</a:t>
            </a:r>
          </a:p>
          <a:p>
            <a:r>
              <a:t>          "row_ids_sha256": "75d579be405a5a01252b79180f63787b483071d5044b94f5986aaade7932001b",</a:t>
            </a:r>
          </a:p>
          <a:p>
            <a:r>
              <a:t>          "rows": 1574,</a:t>
            </a:r>
          </a:p>
          <a:p>
            <a:r>
              <a:t>          "source_counts": {</a:t>
            </a:r>
          </a:p>
          <a:p>
            <a:r>
              <a:t>            "Jira": 1574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"first_sprint_entry": "2006-08-23 06:57:12",</a:t>
            </a:r>
          </a:p>
          <a:p>
            <a:r>
              <a:t>          "last_sprint_entry": "2021-11-15 11:30:05",</a:t>
            </a:r>
          </a:p>
          <a:p>
            <a:r>
              <a:t>          "positive_counts": {</a:t>
            </a:r>
          </a:p>
          <a:p>
            <a:r>
              <a:t>            "10": 1657,</a:t>
            </a:r>
          </a:p>
          <a:p>
            <a:r>
              <a:t>            "15": 1336,</a:t>
            </a:r>
          </a:p>
          <a:p>
            <a:r>
              <a:t>            "20": 1147,</a:t>
            </a:r>
          </a:p>
          <a:p>
            <a:r>
              <a:t>            "5": 2179</a:t>
            </a:r>
          </a:p>
          <a:p>
            <a:r>
              <a:t>          },</a:t>
            </a:r>
          </a:p>
          <a:p>
            <a:r>
              <a:t>          "row_ids_sha256": "efe110148690cda4f59c89b507274289a0b6e4ba431006d4467d66219fef1157",</a:t>
            </a:r>
          </a:p>
          <a:p>
            <a:r>
              <a:t>          "rows": 17798,</a:t>
            </a:r>
          </a:p>
          <a:p>
            <a:r>
              <a:t>          "source_counts": {</a:t>
            </a:r>
          </a:p>
          <a:p>
            <a:r>
              <a:t>            "Apache": 5907,</a:t>
            </a:r>
          </a:p>
          <a:p>
            <a:r>
              <a:t>            "Hyperledger": 4816,</a:t>
            </a:r>
          </a:p>
          <a:p>
            <a:r>
              <a:t>            "IntelDAOS": 1666,</a:t>
            </a:r>
          </a:p>
          <a:p>
            <a:r>
              <a:t>            "MariaDB": 1761,</a:t>
            </a:r>
          </a:p>
          <a:p>
            <a:r>
              <a:t>            "Qt": 3648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"first_sprint_entry": "2021-11-15 11:50:08",</a:t>
            </a:r>
          </a:p>
          <a:p>
            <a:r>
              <a:t>          "last_sprint_entry": "2023-04-27 18:22:56",</a:t>
            </a:r>
          </a:p>
          <a:p>
            <a:r>
              <a:t>          "positive_counts": {</a:t>
            </a:r>
          </a:p>
          <a:p>
            <a:r>
              <a:t>            "10": 299,</a:t>
            </a:r>
          </a:p>
          <a:p>
            <a:r>
              <a:t>            "15": 220,</a:t>
            </a:r>
          </a:p>
          <a:p>
            <a:r>
              <a:t>            "20": 174,</a:t>
            </a:r>
          </a:p>
          <a:p>
            <a:r>
              <a:t>            "5": 466</a:t>
            </a:r>
          </a:p>
          <a:p>
            <a:r>
              <a:t>          },</a:t>
            </a:r>
          </a:p>
          <a:p>
            <a:r>
              <a:t>          "row_ids_sha256": "2f403b160e1d572891489b67d68068f9c616c085255e0dec8d88cfa25d4944e5",</a:t>
            </a:r>
          </a:p>
          <a:p>
            <a:r>
              <a:t>          "rows": 4450,</a:t>
            </a:r>
          </a:p>
          <a:p>
            <a:r>
              <a:t>          "source_counts": {</a:t>
            </a:r>
          </a:p>
          <a:p>
            <a:r>
              <a:t>            "Apache": 1765,</a:t>
            </a:r>
          </a:p>
          <a:p>
            <a:r>
              <a:t>            "MariaDB": 222,</a:t>
            </a:r>
          </a:p>
          <a:p>
            <a:r>
              <a:t>            "Qt": 2463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"project": "Jira",</a:t>
            </a:r>
          </a:p>
          <a:p>
            <a:r>
              <a:t>      "protocol": "leave-one-project-out",</a:t>
            </a:r>
          </a:p>
          <a:p>
            <a:r>
              <a:t>      "selection_metric": "validation_auc_prc",</a:t>
            </a:r>
          </a:p>
          <a:p>
            <a:r>
              <a:t>      "test_weights": "none",</a:t>
            </a:r>
          </a:p>
          <a:p>
            <a:r>
              <a:t>      "versions": {</a:t>
            </a:r>
          </a:p>
          <a:p>
            <a:r>
              <a:t>        "numpy": "1.23.5",</a:t>
            </a:r>
          </a:p>
          <a:p>
            <a:r>
              <a:t>        "pandas": "2.0.1",</a:t>
            </a:r>
          </a:p>
          <a:p>
            <a:r>
              <a:t>        "sklearn": "1.2.2"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"MariaDB": {</a:t>
            </a:r>
          </a:p>
          <a:p>
            <a:r>
              <a:t>      "baseline_definition": "unweighted model-family rerun, not the published old pipeline",</a:t>
            </a:r>
          </a:p>
          <a:p>
            <a:r>
              <a:t>      "feature_policy": "same_pre_sprint_transform_for_both_variants",</a:t>
            </a:r>
          </a:p>
          <a:p>
            <a:r>
              <a:t>      "historical_pipeline_replayed": false,</a:t>
            </a:r>
          </a:p>
          <a:p>
            <a:r>
              <a:t>      "partitions": {</a:t>
            </a:r>
          </a:p>
          <a:p>
            <a:r>
              <a:t>        "test": {</a:t>
            </a:r>
          </a:p>
          <a:p>
            <a:r>
              <a:t>          "first_sprint_entry": "2014-05-27 14:43:09",</a:t>
            </a:r>
          </a:p>
          <a:p>
            <a:r>
              <a:t>          "last_sprint_entry": "2023-04-04 10:33:05",</a:t>
            </a:r>
          </a:p>
          <a:p>
            <a:r>
              <a:t>          "positive_counts": {</a:t>
            </a:r>
          </a:p>
          <a:p>
            <a:r>
              <a:t>            "10": 162,</a:t>
            </a:r>
          </a:p>
          <a:p>
            <a:r>
              <a:t>            "15": 133,</a:t>
            </a:r>
          </a:p>
          <a:p>
            <a:r>
              <a:t>            "20": 117,</a:t>
            </a:r>
          </a:p>
          <a:p>
            <a:r>
              <a:t>            "5": 212</a:t>
            </a:r>
          </a:p>
          <a:p>
            <a:r>
              <a:t>          },</a:t>
            </a:r>
          </a:p>
          <a:p>
            <a:r>
              <a:t>          "row_ids_sha256": "3e8c878fa4cbd0cf30f30be3dec94f7bfcd205c93a8abf5a74ccfbbc4fe4f704",</a:t>
            </a:r>
          </a:p>
          <a:p>
            <a:r>
              <a:t>          "rows": 1983,</a:t>
            </a:r>
          </a:p>
          <a:p>
            <a:r>
              <a:t>          "source_counts": {</a:t>
            </a:r>
          </a:p>
          <a:p>
            <a:r>
              <a:t>            "MariaDB": 1983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"first_sprint_entry": "2006-08-23 06:57:12",</a:t>
            </a:r>
          </a:p>
          <a:p>
            <a:r>
              <a:t>          "last_sprint_entry": "2021-11-01 08:22:28",</a:t>
            </a:r>
          </a:p>
          <a:p>
            <a:r>
              <a:t>          "positive_counts": {</a:t>
            </a:r>
          </a:p>
          <a:p>
            <a:r>
              <a:t>            "10": 2035,</a:t>
            </a:r>
          </a:p>
          <a:p>
            <a:r>
              <a:t>            "15": 1716,</a:t>
            </a:r>
          </a:p>
          <a:p>
            <a:r>
              <a:t>            "20": 1219,</a:t>
            </a:r>
          </a:p>
          <a:p>
            <a:r>
              <a:t>            "5": 2535</a:t>
            </a:r>
          </a:p>
          <a:p>
            <a:r>
              <a:t>          },</a:t>
            </a:r>
          </a:p>
          <a:p>
            <a:r>
              <a:t>          "row_ids_sha256": "64e5219b6cd91425042320356a95871693e9658db250296fbba11a2734274bbb",</a:t>
            </a:r>
          </a:p>
          <a:p>
            <a:r>
              <a:t>          "rows": 17471,</a:t>
            </a:r>
          </a:p>
          <a:p>
            <a:r>
              <a:t>          "source_counts": {</a:t>
            </a:r>
          </a:p>
          <a:p>
            <a:r>
              <a:t>            "Apache": 5870,</a:t>
            </a:r>
          </a:p>
          <a:p>
            <a:r>
              <a:t>            "Hyperledger": 4816,</a:t>
            </a:r>
          </a:p>
          <a:p>
            <a:r>
              <a:t>            "IntelDAOS": 1666,</a:t>
            </a:r>
          </a:p>
          <a:p>
            <a:r>
              <a:t>            "Jira": 1558,</a:t>
            </a:r>
          </a:p>
          <a:p>
            <a:r>
              <a:t>            "Qt": 3561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"first_sprint_entry": "2021-11-01 08:22:28",</a:t>
            </a:r>
          </a:p>
          <a:p>
            <a:r>
              <a:t>          "last_sprint_entry": "2023-04-27 18:22:56",</a:t>
            </a:r>
          </a:p>
          <a:p>
            <a:r>
              <a:t>          "positive_counts": {</a:t>
            </a:r>
          </a:p>
          <a:p>
            <a:r>
              <a:t>            "10": 282,</a:t>
            </a:r>
          </a:p>
          <a:p>
            <a:r>
              <a:t>            "15": 207,</a:t>
            </a:r>
          </a:p>
          <a:p>
            <a:r>
              <a:t>            "20": 165,</a:t>
            </a:r>
          </a:p>
          <a:p>
            <a:r>
              <a:t>            "5": 443</a:t>
            </a:r>
          </a:p>
          <a:p>
            <a:r>
              <a:t>          },</a:t>
            </a:r>
          </a:p>
          <a:p>
            <a:r>
              <a:t>          "row_ids_sha256": "1b4d82f18a9081add2ba5c386a7d2a8fbae28cf2513b481647d442df6ead752f",</a:t>
            </a:r>
          </a:p>
          <a:p>
            <a:r>
              <a:t>          "rows": 4368,</a:t>
            </a:r>
          </a:p>
          <a:p>
            <a:r>
              <a:t>          "source_counts": {</a:t>
            </a:r>
          </a:p>
          <a:p>
            <a:r>
              <a:t>            "Apache": 1802,</a:t>
            </a:r>
          </a:p>
          <a:p>
            <a:r>
              <a:t>            "Jira": 16,</a:t>
            </a:r>
          </a:p>
          <a:p>
            <a:r>
              <a:t>            "Qt": 2550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"project": "MariaDB",</a:t>
            </a:r>
          </a:p>
          <a:p>
            <a:r>
              <a:t>      "protocol": "leave-one-project-out",</a:t>
            </a:r>
          </a:p>
          <a:p>
            <a:r>
              <a:t>      "selection_metric": "validation_auc_prc",</a:t>
            </a:r>
          </a:p>
          <a:p>
            <a:r>
              <a:t>      "test_weights": "none",</a:t>
            </a:r>
          </a:p>
          <a:p>
            <a:r>
              <a:t>      "versions": {</a:t>
            </a:r>
          </a:p>
          <a:p>
            <a:r>
              <a:t>        "numpy": "1.23.5",</a:t>
            </a:r>
          </a:p>
          <a:p>
            <a:r>
              <a:t>        "pandas": "2.0.1",</a:t>
            </a:r>
          </a:p>
          <a:p>
            <a:r>
              <a:t>        "sklearn": "1.2.2"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"Qt": {</a:t>
            </a:r>
          </a:p>
          <a:p>
            <a:r>
              <a:t>      "baseline_definition": "unweighted model-family rerun, not the published old pipeline",</a:t>
            </a:r>
          </a:p>
          <a:p>
            <a:r>
              <a:t>      "feature_policy": "same_pre_sprint_transform_for_both_variants",</a:t>
            </a:r>
          </a:p>
          <a:p>
            <a:r>
              <a:t>      "historical_pipeline_replayed": false,</a:t>
            </a:r>
          </a:p>
          <a:p>
            <a:r>
              <a:t>      "partitions": {</a:t>
            </a:r>
          </a:p>
          <a:p>
            <a:r>
              <a:t>        "test": {</a:t>
            </a:r>
          </a:p>
          <a:p>
            <a:r>
              <a:t>          "first_sprint_entry": "2016-11-17 12:16:04",</a:t>
            </a:r>
          </a:p>
          <a:p>
            <a:r>
              <a:t>          "last_sprint_entry": "2023-04-27 18:22:56",</a:t>
            </a:r>
          </a:p>
          <a:p>
            <a:r>
              <a:t>          "positive_counts": {</a:t>
            </a:r>
          </a:p>
          <a:p>
            <a:r>
              <a:t>            "10": 420,</a:t>
            </a:r>
          </a:p>
          <a:p>
            <a:r>
              <a:t>            "15": 334,</a:t>
            </a:r>
          </a:p>
          <a:p>
            <a:r>
              <a:t>            "20": 280,</a:t>
            </a:r>
          </a:p>
          <a:p>
            <a:r>
              <a:t>            "5": 591</a:t>
            </a:r>
          </a:p>
          <a:p>
            <a:r>
              <a:t>          },</a:t>
            </a:r>
          </a:p>
          <a:p>
            <a:r>
              <a:t>          "row_ids_sha256": "78821468d67d4600f03d2100c904c8d8c347546470dee85d9c62928086836c6c",</a:t>
            </a:r>
          </a:p>
          <a:p>
            <a:r>
              <a:t>          "rows": 6111,</a:t>
            </a:r>
          </a:p>
          <a:p>
            <a:r>
              <a:t>          "source_counts": {</a:t>
            </a:r>
          </a:p>
          <a:p>
            <a:r>
              <a:t>            "Qt": 6111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"first_sprint_entry": "2006-08-23 06:57:12",</a:t>
            </a:r>
          </a:p>
          <a:p>
            <a:r>
              <a:t>          "last_sprint_entry": "2020-02-20 21:52:22",</a:t>
            </a:r>
          </a:p>
          <a:p>
            <a:r>
              <a:t>          "positive_counts": {</a:t>
            </a:r>
          </a:p>
          <a:p>
            <a:r>
              <a:t>            "10": 1677,</a:t>
            </a:r>
          </a:p>
          <a:p>
            <a:r>
              <a:t>            "15": 1433,</a:t>
            </a:r>
          </a:p>
          <a:p>
            <a:r>
              <a:t>            "20": 983,</a:t>
            </a:r>
          </a:p>
          <a:p>
            <a:r>
              <a:t>            "5": 2069</a:t>
            </a:r>
          </a:p>
          <a:p>
            <a:r>
              <a:t>          },</a:t>
            </a:r>
          </a:p>
          <a:p>
            <a:r>
              <a:t>          "row_ids_sha256": "751c4f097b0c867dd3bb02dc62d03971eb3faa4362030743bc5250c372ad5f10",</a:t>
            </a:r>
          </a:p>
          <a:p>
            <a:r>
              <a:t>          "rows": 14168,</a:t>
            </a:r>
          </a:p>
          <a:p>
            <a:r>
              <a:t>          "source_counts": {</a:t>
            </a:r>
          </a:p>
          <a:p>
            <a:r>
              <a:t>            "Apache": 5145,</a:t>
            </a:r>
          </a:p>
          <a:p>
            <a:r>
              <a:t>            "Hyperledger": 4516,</a:t>
            </a:r>
          </a:p>
          <a:p>
            <a:r>
              <a:t>            "IntelDAOS": 1567,</a:t>
            </a:r>
          </a:p>
          <a:p>
            <a:r>
              <a:t>            "Jira": 1535,</a:t>
            </a:r>
          </a:p>
          <a:p>
            <a:r>
              <a:t>            "MariaDB": 1405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"first_sprint_entry": "2020-02-21 08:55:26",</a:t>
            </a:r>
          </a:p>
          <a:p>
            <a:r>
              <a:t>          "last_sprint_entry": "2023-04-19 01:56:36",</a:t>
            </a:r>
          </a:p>
          <a:p>
            <a:r>
              <a:t>          "positive_counts": {</a:t>
            </a:r>
          </a:p>
          <a:p>
            <a:r>
              <a:t>            "10": 382,</a:t>
            </a:r>
          </a:p>
          <a:p>
            <a:r>
              <a:t>            "15": 289,</a:t>
            </a:r>
          </a:p>
          <a:p>
            <a:r>
              <a:t>            "20": 238,</a:t>
            </a:r>
          </a:p>
          <a:p>
            <a:r>
              <a:t>            "5": 530</a:t>
            </a:r>
          </a:p>
          <a:p>
            <a:r>
              <a:t>          },</a:t>
            </a:r>
          </a:p>
          <a:p>
            <a:r>
              <a:t>          "row_ids_sha256": "451a44d95919042de820063c1564fc5039a48cc9f29c6c69afb22d458b398064",</a:t>
            </a:r>
          </a:p>
          <a:p>
            <a:r>
              <a:t>          "rows": 3543,</a:t>
            </a:r>
          </a:p>
          <a:p>
            <a:r>
              <a:t>          "source_counts": {</a:t>
            </a:r>
          </a:p>
          <a:p>
            <a:r>
              <a:t>            "Apache": 2527,</a:t>
            </a:r>
          </a:p>
          <a:p>
            <a:r>
              <a:t>            "Hyperledger": 300,</a:t>
            </a:r>
          </a:p>
          <a:p>
            <a:r>
              <a:t>            "IntelDAOS": 99,</a:t>
            </a:r>
          </a:p>
          <a:p>
            <a:r>
              <a:t>            "Jira": 39,</a:t>
            </a:r>
          </a:p>
          <a:p>
            <a:r>
              <a:t>            "MariaDB": 578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"project": "Qt",</a:t>
            </a:r>
          </a:p>
          <a:p>
            <a:r>
              <a:t>      "protocol": "leave-one-project-out",</a:t>
            </a:r>
          </a:p>
          <a:p>
            <a:r>
              <a:t>      "selection_metric": "validation_auc_prc",</a:t>
            </a:r>
          </a:p>
          <a:p>
            <a:r>
              <a:t>      "test_weights": "none",</a:t>
            </a:r>
          </a:p>
          <a:p>
            <a:r>
              <a:t>      "versions": {</a:t>
            </a:r>
          </a:p>
          <a:p>
            <a:r>
              <a:t>        "numpy": "1.23.5",</a:t>
            </a:r>
          </a:p>
          <a:p>
            <a:r>
              <a:t>        "pandas": "2.0.1",</a:t>
            </a:r>
          </a:p>
          <a:p>
            <a:r>
              <a:t>        "sklearn": "1.2.2"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https://github.com/yakovelmaleh/Master/pull/360</a:t>
            </a:r>
          </a:p>
          <a:p>
            <a:r>
              <a:t>Artifact commit: e554ad3e3fecfb9e5c0e3e40665274ff9bcb3f6a</a:t>
            </a:r>
          </a:p>
          <a:p>
            <a:r>
              <a:t>Bundle: Tasks/task-summaries/compare-models-leave-one-project-out-20260927-135429</a:t>
            </a:r>
          </a:p>
          <a:p>
            <a:r>
              <a:t>Cluster run: 20260924-212328-564730; appended September 27, 2026.</a:t>
            </a:r>
          </a:p>
          <a:p>
            <a:r>
              <a:t>RESULTS.csv supplies reported metrics; split_manifest.json supplies fold counts, project isolation, dates and policies; verification_manifest.json records success.</a:t>
            </a:r>
          </a:p>
          <a:p>
            <a:r>
              <a:t>Scores were aggregated, not independently recomputed from predictions. Macro results are descriptive, not significance evidence. Each project/model/level receives equal weight. Each repository is tested once per model/variant/level; training rows are reused across folds, so fold training totals are not unique counts.</a:t>
            </a:r>
          </a:p>
          <a:p>
            <a:r>
              <a:t>{</a:t>
            </a:r>
          </a:p>
          <a:p>
            <a:r>
              <a:t>  "overall": {</a:t>
            </a:r>
          </a:p>
          <a:p>
            <a:r>
              <a:t>    "baseline": 0.18613824635969417,</a:t>
            </a:r>
          </a:p>
          <a:p>
            <a:r>
              <a:t>    "refactored": 0.1752863464334156</a:t>
            </a:r>
          </a:p>
          <a:p>
            <a:r>
              <a:t>  },</a:t>
            </a:r>
          </a:p>
          <a:p>
            <a:r>
              <a:t>  "wins": 20,</a:t>
            </a:r>
          </a:p>
          <a:p>
            <a:r>
              <a:t>  "ties": 0,</a:t>
            </a:r>
          </a:p>
          <a:p>
            <a:r>
              <a:t>  "macro_results": [</a:t>
            </a:r>
          </a:p>
          <a:p>
            <a:r>
              <a:t>    [</a:t>
            </a:r>
          </a:p>
          <a:p>
            <a:r>
              <a:t>      "RF",</a:t>
            </a:r>
          </a:p>
          <a:p>
            <a:r>
              <a:t>      "5",</a:t>
            </a:r>
          </a:p>
          <a:p>
            <a:r>
              <a:t>      "0.2355",</a:t>
            </a:r>
          </a:p>
          <a:p>
            <a:r>
              <a:t>      "0.2215",</a:t>
            </a:r>
          </a:p>
          <a:p>
            <a:r>
              <a:t>      "-0.0140"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"RF",</a:t>
            </a:r>
          </a:p>
          <a:p>
            <a:r>
              <a:t>      "10",</a:t>
            </a:r>
          </a:p>
          <a:p>
            <a:r>
              <a:t>      "0.2124",</a:t>
            </a:r>
          </a:p>
          <a:p>
            <a:r>
              <a:t>      "0.1944",</a:t>
            </a:r>
          </a:p>
          <a:p>
            <a:r>
              <a:t>      "-0.0180"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"RF",</a:t>
            </a:r>
          </a:p>
          <a:p>
            <a:r>
              <a:t>      "15",</a:t>
            </a:r>
          </a:p>
          <a:p>
            <a:r>
              <a:t>      "0.1932",</a:t>
            </a:r>
          </a:p>
          <a:p>
            <a:r>
              <a:t>      "0.1859",</a:t>
            </a:r>
          </a:p>
          <a:p>
            <a:r>
              <a:t>      "-0.0074"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"RF",</a:t>
            </a:r>
          </a:p>
          <a:p>
            <a:r>
              <a:t>      "20",</a:t>
            </a:r>
          </a:p>
          <a:p>
            <a:r>
              <a:t>      "0.1530",</a:t>
            </a:r>
          </a:p>
          <a:p>
            <a:r>
              <a:t>      "0.1397",</a:t>
            </a:r>
          </a:p>
          <a:p>
            <a:r>
              <a:t>      "-0.0133"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"Legacy boosting",</a:t>
            </a:r>
          </a:p>
          <a:p>
            <a:r>
              <a:t>      "5",</a:t>
            </a:r>
          </a:p>
          <a:p>
            <a:r>
              <a:t>      "0.2451",</a:t>
            </a:r>
          </a:p>
          <a:p>
            <a:r>
              <a:t>      "0.2351",</a:t>
            </a:r>
          </a:p>
          <a:p>
            <a:r>
              <a:t>      "-0.0100"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"Legacy boosting",</a:t>
            </a:r>
          </a:p>
          <a:p>
            <a:r>
              <a:t>      "10",</a:t>
            </a:r>
          </a:p>
          <a:p>
            <a:r>
              <a:t>      "0.2176",</a:t>
            </a:r>
          </a:p>
          <a:p>
            <a:r>
              <a:t>      "0.2021",</a:t>
            </a:r>
          </a:p>
          <a:p>
            <a:r>
              <a:t>      "-0.0155"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"Legacy boosting",</a:t>
            </a:r>
          </a:p>
          <a:p>
            <a:r>
              <a:t>      "15",</a:t>
            </a:r>
          </a:p>
          <a:p>
            <a:r>
              <a:t>      "0.1939",</a:t>
            </a:r>
          </a:p>
          <a:p>
            <a:r>
              <a:t>      "0.1886",</a:t>
            </a:r>
          </a:p>
          <a:p>
            <a:r>
              <a:t>      "-0.0053"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"Legacy boosting",</a:t>
            </a:r>
          </a:p>
          <a:p>
            <a:r>
              <a:t>      "20",</a:t>
            </a:r>
          </a:p>
          <a:p>
            <a:r>
              <a:t>      "0.1388",</a:t>
            </a:r>
          </a:p>
          <a:p>
            <a:r>
              <a:t>      "0.1434",</a:t>
            </a:r>
          </a:p>
          <a:p>
            <a:r>
              <a:t>      "+0.0046"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"NN",</a:t>
            </a:r>
          </a:p>
          <a:p>
            <a:r>
              <a:t>      "5",</a:t>
            </a:r>
          </a:p>
          <a:p>
            <a:r>
              <a:t>      "0.1934",</a:t>
            </a:r>
          </a:p>
          <a:p>
            <a:r>
              <a:t>      "0.1863",</a:t>
            </a:r>
          </a:p>
          <a:p>
            <a:r>
              <a:t>      "-0.0071"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"NN",</a:t>
            </a:r>
          </a:p>
          <a:p>
            <a:r>
              <a:t>      "10",</a:t>
            </a:r>
          </a:p>
          <a:p>
            <a:r>
              <a:t>      "0.1599",</a:t>
            </a:r>
          </a:p>
          <a:p>
            <a:r>
              <a:t>      "0.1474",</a:t>
            </a:r>
          </a:p>
          <a:p>
            <a:r>
              <a:t>      "-0.0125"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"NN",</a:t>
            </a:r>
          </a:p>
          <a:p>
            <a:r>
              <a:t>      "15",</a:t>
            </a:r>
          </a:p>
          <a:p>
            <a:r>
              <a:t>      "0.1625",</a:t>
            </a:r>
          </a:p>
          <a:p>
            <a:r>
              <a:t>      "0.1371",</a:t>
            </a:r>
          </a:p>
          <a:p>
            <a:r>
              <a:t>      "-0.0254"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"NN",</a:t>
            </a:r>
          </a:p>
          <a:p>
            <a:r>
              <a:t>      "20",</a:t>
            </a:r>
          </a:p>
          <a:p>
            <a:r>
              <a:t>      "0.1282",</a:t>
            </a:r>
          </a:p>
          <a:p>
            <a:r>
              <a:t>      "0.1220",</a:t>
            </a:r>
          </a:p>
          <a:p>
            <a:r>
              <a:t>      "-0.0062"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"spec": {</a:t>
            </a:r>
          </a:p>
          <a:p>
            <a:r>
              <a:t>    "experiment": "Leave-one-project-out comparison (#360)",</a:t>
            </a:r>
          </a:p>
          <a:p>
            <a:r>
              <a:t>    "task": "Can models trained on five repositories predict instability in a sixth, unseen repository? Compare unweighted training with balancing.",</a:t>
            </a:r>
          </a:p>
          <a:p>
            <a:r>
              <a:t>    "why": [</a:t>
            </a:r>
          </a:p>
          <a:p>
            <a:r>
              <a:t>      "Measures cross-project transfer, unlike #357's within-project test.",</a:t>
            </a:r>
          </a:p>
          <a:p>
            <a:r>
              <a:t>      "Six held-out projects; levels 5, 10, 15 and 20; RF, legacy boosting and NN.",</a:t>
            </a:r>
          </a:p>
          <a:p>
            <a:r>
              <a:t>      "All six jobs succeeded: 144 of 144 outputs present.",</a:t>
            </a:r>
          </a:p>
          <a:p>
            <a:r>
              <a:t>      "Uses existing CSVs; no fresh Jira collection."</a:t>
            </a:r>
          </a:p>
          <a:p>
            <a:r>
              <a:t>    ],</a:t>
            </a:r>
          </a:p>
          <a:p>
            <a:r>
              <a:t>    "conclusions": {</a:t>
            </a:r>
          </a:p>
          <a:p>
            <a:r>
              <a:t>      "findings": [</a:t>
            </a:r>
          </a:p>
          <a:p>
            <a:r>
              <a:t>        "Balancing wins 20/72 paired comparisons; loses 52/72.",</a:t>
            </a:r>
          </a:p>
          <a:p>
            <a:r>
              <a:t>        "Overall descriptive macro AUC-PRC: 0.1861 to 0.1753. No overall improvement.",</a:t>
            </a:r>
          </a:p>
          <a:p>
            <a:r>
              <a:t>        "Only legacy boosting at level 20 improves in the six-project macro table.",</a:t>
            </a:r>
          </a:p>
          <a:p>
            <a:r>
              <a:t>        "Best: Jira baseline boosting, level 5 = 0.5059; test prevalence is 34.6%."</a:t>
            </a:r>
          </a:p>
          <a:p>
            <a:r>
              <a:t>      ],</a:t>
            </a:r>
          </a:p>
          <a:p>
            <a:r>
              <a:t>      "next_steps": [</a:t>
            </a:r>
          </a:p>
          <a:p>
            <a:r>
              <a:t>        "Retain unweighted models as candidates; balancing is not a default improvement.",</a:t>
            </a:r>
          </a:p>
          <a:p>
            <a:r>
              <a:t>        "Project isolation is not strict future-time testing: source and target dates overlap.",</a:t>
            </a:r>
          </a:p>
          <a:p>
            <a:r>
              <a:t>        "Do not treat differences from #357 as paired gains or losses: test populations differ.",</a:t>
            </a:r>
          </a:p>
          <a:p>
            <a:r>
              <a:t>        "Baseline is not the original pipeline; legacy 'XGboost' is GradientBoostingClassifier."</a:t>
            </a:r>
          </a:p>
          <a:p>
            <a:r>
              <a:t>      ]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"project_splits": {</a:t>
            </a:r>
          </a:p>
          <a:p>
            <a:r>
              <a:t>    "Apache": {</a:t>
            </a:r>
          </a:p>
          <a:p>
            <a:r>
              <a:t>      "baseline_definition": "unweighted model-family rerun, not the published old pipeline",</a:t>
            </a:r>
          </a:p>
          <a:p>
            <a:r>
              <a:t>      "feature_policy": "same_pre_sprint_transform_for_both_variants",</a:t>
            </a:r>
          </a:p>
          <a:p>
            <a:r>
              <a:t>      "historical_pipeline_replayed": false,</a:t>
            </a:r>
          </a:p>
          <a:p>
            <a:r>
              <a:t>      "partitions": {</a:t>
            </a:r>
          </a:p>
          <a:p>
            <a:r>
              <a:t>        "test": {</a:t>
            </a:r>
          </a:p>
          <a:p>
            <a:r>
              <a:t>          "first_sprint_entry": "2006-08-23 06:57:12",</a:t>
            </a:r>
          </a:p>
          <a:p>
            <a:r>
              <a:t>          "last_sprint_entry": "2023-04-19 01:56:36",</a:t>
            </a:r>
          </a:p>
          <a:p>
            <a:r>
              <a:t>          "positive_counts": {</a:t>
            </a:r>
          </a:p>
          <a:p>
            <a:r>
              <a:t>            "10": 610,</a:t>
            </a:r>
          </a:p>
          <a:p>
            <a:r>
              <a:t>            "15": 457,</a:t>
            </a:r>
          </a:p>
          <a:p>
            <a:r>
              <a:t>            "20": 377,</a:t>
            </a:r>
          </a:p>
          <a:p>
            <a:r>
              <a:t>            "5": 878</a:t>
            </a:r>
          </a:p>
          <a:p>
            <a:r>
              <a:t>          },</a:t>
            </a:r>
          </a:p>
          <a:p>
            <a:r>
              <a:t>          "row_ids_sha256": "d3c5659ed8dacf813a03e3c43bca481c63caf56a6c36d714cf37283ad29e19a5",</a:t>
            </a:r>
          </a:p>
          <a:p>
            <a:r>
              <a:t>          "rows": 7672,</a:t>
            </a:r>
          </a:p>
          <a:p>
            <a:r>
              <a:t>          "source_counts": {</a:t>
            </a:r>
          </a:p>
          <a:p>
            <a:r>
              <a:t>            "Apache": 7672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"first_sprint_entry": "2012-02-08 00:06:30",</a:t>
            </a:r>
          </a:p>
          <a:p>
            <a:r>
              <a:t>          "last_sprint_entry": "2021-08-03 08:19:53",</a:t>
            </a:r>
          </a:p>
          <a:p>
            <a:r>
              <a:t>          "positive_counts": {</a:t>
            </a:r>
          </a:p>
          <a:p>
            <a:r>
              <a:t>            "10": 1661,</a:t>
            </a:r>
          </a:p>
          <a:p>
            <a:r>
              <a:t>            "15": 1435,</a:t>
            </a:r>
          </a:p>
          <a:p>
            <a:r>
              <a:t>            "20": 988,</a:t>
            </a:r>
          </a:p>
          <a:p>
            <a:r>
              <a:t>            "5": 2002</a:t>
            </a:r>
          </a:p>
          <a:p>
            <a:r>
              <a:t>          },</a:t>
            </a:r>
          </a:p>
          <a:p>
            <a:r>
              <a:t>          "row_ids_sha256": "5d7d76b0f03de713e7b267d50df398080d4483b1266d6434cec1f787a1a69ef6",</a:t>
            </a:r>
          </a:p>
          <a:p>
            <a:r>
              <a:t>          "rows": 12920,</a:t>
            </a:r>
          </a:p>
          <a:p>
            <a:r>
              <a:t>          "source_counts": {</a:t>
            </a:r>
          </a:p>
          <a:p>
            <a:r>
              <a:t>            "Hyperledger": 4816,</a:t>
            </a:r>
          </a:p>
          <a:p>
            <a:r>
              <a:t>            "IntelDAOS": 1666,</a:t>
            </a:r>
          </a:p>
          <a:p>
            <a:r>
              <a:t>            "Jira": 1556,</a:t>
            </a:r>
          </a:p>
          <a:p>
            <a:r>
              <a:t>            "MariaDB": 1713,</a:t>
            </a:r>
          </a:p>
          <a:p>
            <a:r>
              <a:t>            "Qt": 3169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"first_sprint_entry": "2021-08-03 09:29:29",</a:t>
            </a:r>
          </a:p>
          <a:p>
            <a:r>
              <a:t>          "last_sprint_entry": "2023-04-27 18:22:56",</a:t>
            </a:r>
          </a:p>
          <a:p>
            <a:r>
              <a:t>          "positive_counts": {</a:t>
            </a:r>
          </a:p>
          <a:p>
            <a:r>
              <a:t>            "10": 208,</a:t>
            </a:r>
          </a:p>
          <a:p>
            <a:r>
              <a:t>            "15": 164,</a:t>
            </a:r>
          </a:p>
          <a:p>
            <a:r>
              <a:t>            "20": 136,</a:t>
            </a:r>
          </a:p>
          <a:p>
            <a:r>
              <a:t>            "5": 310</a:t>
            </a:r>
          </a:p>
          <a:p>
            <a:r>
              <a:t>          },</a:t>
            </a:r>
          </a:p>
          <a:p>
            <a:r>
              <a:t>          "row_ids_sha256": "66fbeda3dbb49c61fe19a48321661c3b66c74b2fd6ff9548bfee8368032bf3af",</a:t>
            </a:r>
          </a:p>
          <a:p>
            <a:r>
              <a:t>          "rows": 3230,</a:t>
            </a:r>
          </a:p>
          <a:p>
            <a:r>
              <a:t>          "source_counts": {</a:t>
            </a:r>
          </a:p>
          <a:p>
            <a:r>
              <a:t>            "Jira": 18,</a:t>
            </a:r>
          </a:p>
          <a:p>
            <a:r>
              <a:t>            "MariaDB": 270,</a:t>
            </a:r>
          </a:p>
          <a:p>
            <a:r>
              <a:t>            "Qt": 2942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"project": "Apache",</a:t>
            </a:r>
          </a:p>
          <a:p>
            <a:r>
              <a:t>      "protocol": "leave-one-project-out",</a:t>
            </a:r>
          </a:p>
          <a:p>
            <a:r>
              <a:t>      "selection_metric": "validation_auc_prc",</a:t>
            </a:r>
          </a:p>
          <a:p>
            <a:r>
              <a:t>      "test_weights": "none",</a:t>
            </a:r>
          </a:p>
          <a:p>
            <a:r>
              <a:t>      "versions": {</a:t>
            </a:r>
          </a:p>
          <a:p>
            <a:r>
              <a:t>        "numpy": "1.23.5",</a:t>
            </a:r>
          </a:p>
          <a:p>
            <a:r>
              <a:t>        "pandas": "2.0.1",</a:t>
            </a:r>
          </a:p>
          <a:p>
            <a:r>
              <a:t>        "sklearn": "1.2.2"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"Hyperledger": {</a:t>
            </a:r>
          </a:p>
          <a:p>
            <a:r>
              <a:t>      "baseline_definition": "unweighted model-family rerun, not the published old pipeline",</a:t>
            </a:r>
          </a:p>
          <a:p>
            <a:r>
              <a:t>      "feature_policy": "same_pre_sprint_transform_for_both_variants",</a:t>
            </a:r>
          </a:p>
          <a:p>
            <a:r>
              <a:t>      "historical_pipeline_replayed": false,</a:t>
            </a:r>
          </a:p>
          <a:p>
            <a:r>
              <a:t>      "partitions": {</a:t>
            </a:r>
          </a:p>
          <a:p>
            <a:r>
              <a:t>        "test": {</a:t>
            </a:r>
          </a:p>
          <a:p>
            <a:r>
              <a:t>          "first_sprint_entry": "2016-08-12 14:07:02",</a:t>
            </a:r>
          </a:p>
          <a:p>
            <a:r>
              <a:t>          "last_sprint_entry": "2021-07-01 22:13:28",</a:t>
            </a:r>
          </a:p>
          <a:p>
            <a:r>
              <a:t>          "positive_counts": {</a:t>
            </a:r>
          </a:p>
          <a:p>
            <a:r>
              <a:t>            "10": 613,</a:t>
            </a:r>
          </a:p>
          <a:p>
            <a:r>
              <a:t>            "15": 516,</a:t>
            </a:r>
          </a:p>
          <a:p>
            <a:r>
              <a:t>            "20": 456,</a:t>
            </a:r>
          </a:p>
          <a:p>
            <a:r>
              <a:t>            "5": 754</a:t>
            </a:r>
          </a:p>
          <a:p>
            <a:r>
              <a:t>          },</a:t>
            </a:r>
          </a:p>
          <a:p>
            <a:r>
              <a:t>          "row_ids_sha256": "72b9121795406b1acc75eca6638975d9b7de2b30698e6ad5305fb6fec0b62fd7",</a:t>
            </a:r>
          </a:p>
          <a:p>
            <a:r>
              <a:t>          "rows": 4816,</a:t>
            </a:r>
          </a:p>
          <a:p>
            <a:r>
              <a:t>          "source_counts": {</a:t>
            </a:r>
          </a:p>
          <a:p>
            <a:r>
              <a:t>            "Hyperledger": 4816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"first_sprint_entry": "2006-08-23 06:57:12",</a:t>
            </a:r>
          </a:p>
          <a:p>
            <a:r>
              <a:t>          "last_sprint_entry": "2022-02-11 08:40:26",</a:t>
            </a:r>
          </a:p>
          <a:p>
            <a:r>
              <a:t>          "positive_counts": {</a:t>
            </a:r>
          </a:p>
          <a:p>
            <a:r>
              <a:t>            "10": 1615,</a:t>
            </a:r>
          </a:p>
          <a:p>
            <a:r>
              <a:t>            "15": 1356,</a:t>
            </a:r>
          </a:p>
          <a:p>
            <a:r>
              <a:t>            "20": 903,</a:t>
            </a:r>
          </a:p>
          <a:p>
            <a:r>
              <a:t>            "5": 2034</a:t>
            </a:r>
          </a:p>
          <a:p>
            <a:r>
              <a:t>          },</a:t>
            </a:r>
          </a:p>
          <a:p>
            <a:r>
              <a:t>          "row_ids_sha256": "07a60164cd341317d2f59da71ae21c50e1d8b8e5c9cafd4472be68212ba003ca",</a:t>
            </a:r>
          </a:p>
          <a:p>
            <a:r>
              <a:t>          "rows": 15204,</a:t>
            </a:r>
          </a:p>
          <a:p>
            <a:r>
              <a:t>          "source_counts": {</a:t>
            </a:r>
          </a:p>
          <a:p>
            <a:r>
              <a:t>            "Apache": 6156,</a:t>
            </a:r>
          </a:p>
          <a:p>
            <a:r>
              <a:t>            "IntelDAOS": 1666,</a:t>
            </a:r>
          </a:p>
          <a:p>
            <a:r>
              <a:t>            "Jira": 1558,</a:t>
            </a:r>
          </a:p>
          <a:p>
            <a:r>
              <a:t>            "MariaDB": 1791,</a:t>
            </a:r>
          </a:p>
          <a:p>
            <a:r>
              <a:t>            "Qt": 4033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"first_sprint_entry": "2022-02-11 08:53:55",</a:t>
            </a:r>
          </a:p>
          <a:p>
            <a:r>
              <a:t>          "last_sprint_entry": "2023-04-27 18:22:56",</a:t>
            </a:r>
          </a:p>
          <a:p>
            <a:r>
              <a:t>          "positive_counts": {</a:t>
            </a:r>
          </a:p>
          <a:p>
            <a:r>
              <a:t>            "10": 251,</a:t>
            </a:r>
          </a:p>
          <a:p>
            <a:r>
              <a:t>            "15": 184,</a:t>
            </a:r>
          </a:p>
          <a:p>
            <a:r>
              <a:t>            "20": 142,</a:t>
            </a:r>
          </a:p>
          <a:p>
            <a:r>
              <a:t>            "5": 402</a:t>
            </a:r>
          </a:p>
          <a:p>
            <a:r>
              <a:t>          },</a:t>
            </a:r>
          </a:p>
          <a:p>
            <a:r>
              <a:t>          "row_ids_sha256": "c7cef7f8556a104a6201becfc67e19220253aa11cfb3b91e3a28b1a2d9d036b5",</a:t>
            </a:r>
          </a:p>
          <a:p>
            <a:r>
              <a:t>          "rows": 3802,</a:t>
            </a:r>
          </a:p>
          <a:p>
            <a:r>
              <a:t>          "source_counts": {</a:t>
            </a:r>
          </a:p>
          <a:p>
            <a:r>
              <a:t>            "Apache": 1516,</a:t>
            </a:r>
          </a:p>
          <a:p>
            <a:r>
              <a:t>            "Jira": 16,</a:t>
            </a:r>
          </a:p>
          <a:p>
            <a:r>
              <a:t>            "MariaDB": 192,</a:t>
            </a:r>
          </a:p>
          <a:p>
            <a:r>
              <a:t>            "Qt": 2078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"project": "Hyperledger",</a:t>
            </a:r>
          </a:p>
          <a:p>
            <a:r>
              <a:t>      "protocol": "leave-one-project-out",</a:t>
            </a:r>
          </a:p>
          <a:p>
            <a:r>
              <a:t>      "selection_metric": "validation_auc_prc",</a:t>
            </a:r>
          </a:p>
          <a:p>
            <a:r>
              <a:t>      "test_weights": "none",</a:t>
            </a:r>
          </a:p>
          <a:p>
            <a:r>
              <a:t>      "versions": {</a:t>
            </a:r>
          </a:p>
          <a:p>
            <a:r>
              <a:t>        "numpy": "1.23.5",</a:t>
            </a:r>
          </a:p>
          <a:p>
            <a:r>
              <a:t>        "pandas": "2.0.1",</a:t>
            </a:r>
          </a:p>
          <a:p>
            <a:r>
              <a:t>        "sklearn": "1.2.2"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"IntelDAOS": {</a:t>
            </a:r>
          </a:p>
          <a:p>
            <a:r>
              <a:t>      "baseline_definition": "unweighted model-family rerun, not the published old pipeline",</a:t>
            </a:r>
          </a:p>
          <a:p>
            <a:r>
              <a:t>      "feature_policy": "same_pre_sprint_transform_for_both_variants",</a:t>
            </a:r>
          </a:p>
          <a:p>
            <a:r>
              <a:t>      "historical_pipeline_replayed": false,</a:t>
            </a:r>
          </a:p>
          <a:p>
            <a:r>
              <a:t>      "partitions": {</a:t>
            </a:r>
          </a:p>
          <a:p>
            <a:r>
              <a:t>        "test": {</a:t>
            </a:r>
          </a:p>
          <a:p>
            <a:r>
              <a:t>          "first_sprint_entry": "2016-04-06 02:31:57",</a:t>
            </a:r>
          </a:p>
          <a:p>
            <a:r>
              <a:t>          "last_sprint_entry": "2021-01-11 19:45:00",</a:t>
            </a:r>
          </a:p>
          <a:p>
            <a:r>
              <a:t>          "positive_counts": {</a:t>
            </a:r>
          </a:p>
          <a:p>
            <a:r>
              <a:t>            "10": 151,</a:t>
            </a:r>
          </a:p>
          <a:p>
            <a:r>
              <a:t>            "15": 116,</a:t>
            </a:r>
          </a:p>
          <a:p>
            <a:r>
              <a:t>            "20": 91,</a:t>
            </a:r>
          </a:p>
          <a:p>
            <a:r>
              <a:t>            "5": 210</a:t>
            </a:r>
          </a:p>
          <a:p>
            <a:r>
              <a:t>          },</a:t>
            </a:r>
          </a:p>
          <a:p>
            <a:r>
              <a:t>          "row_ids_sha256": "e50306fcf6ca3683eef01f56c14d0e52b819df64f955af17a5477b5889f46950",</a:t>
            </a:r>
          </a:p>
          <a:p>
            <a:r>
              <a:t>          "rows": 1666,</a:t>
            </a:r>
          </a:p>
          <a:p>
            <a:r>
              <a:t>          "source_counts": {</a:t>
            </a:r>
          </a:p>
          <a:p>
            <a:r>
              <a:t>            "IntelDAOS": 1666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"first_sprint_entry": "2006-08-23 06:57:12",</a:t>
            </a:r>
          </a:p>
          <a:p>
            <a:r>
              <a:t>          "last_sprint_entry": "2021-11-22 10:20:08",</a:t>
            </a:r>
          </a:p>
          <a:p>
            <a:r>
              <a:t>          "positive_counts": {</a:t>
            </a:r>
          </a:p>
          <a:p>
            <a:r>
              <a:t>            "10": 2028,</a:t>
            </a:r>
          </a:p>
          <a:p>
            <a:r>
              <a:t>            "15": 1719,</a:t>
            </a:r>
          </a:p>
          <a:p>
            <a:r>
              <a:t>            "20": 1235,</a:t>
            </a:r>
          </a:p>
          <a:p>
            <a:r>
              <a:t>            "5": 2512</a:t>
            </a:r>
          </a:p>
          <a:p>
            <a:r>
              <a:t>          },</a:t>
            </a:r>
          </a:p>
          <a:p>
            <a:r>
              <a:t>          "row_ids_sha256": "edcbe3f255b027ca1af79ed425734857e21d517429df2fb0c8058166790d0f89",</a:t>
            </a:r>
          </a:p>
          <a:p>
            <a:r>
              <a:t>          "rows": 17724,</a:t>
            </a:r>
          </a:p>
          <a:p>
            <a:r>
              <a:t>          "source_counts": {</a:t>
            </a:r>
          </a:p>
          <a:p>
            <a:r>
              <a:t>            "Apache": 5911,</a:t>
            </a:r>
          </a:p>
          <a:p>
            <a:r>
              <a:t>            "Hyperledger": 4816,</a:t>
            </a:r>
          </a:p>
          <a:p>
            <a:r>
              <a:t>            "Jira": 1558,</a:t>
            </a:r>
          </a:p>
          <a:p>
            <a:r>
              <a:t>            "MariaDB": 1768,</a:t>
            </a:r>
          </a:p>
          <a:p>
            <a:r>
              <a:t>            "Qt": 3671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"first_sprint_entry": "2021-11-22 10:22:06",</a:t>
            </a:r>
          </a:p>
          <a:p>
            <a:r>
              <a:t>          "last_sprint_entry": "2023-04-27 18:22:56",</a:t>
            </a:r>
          </a:p>
          <a:p>
            <a:r>
              <a:t>          "positive_counts": {</a:t>
            </a:r>
          </a:p>
          <a:p>
            <a:r>
              <a:t>            "10": 300,</a:t>
            </a:r>
          </a:p>
          <a:p>
            <a:r>
              <a:t>            "15": 221,</a:t>
            </a:r>
          </a:p>
          <a:p>
            <a:r>
              <a:t>            "20": 175,</a:t>
            </a:r>
          </a:p>
          <a:p>
            <a:r>
              <a:t>            "5": 468</a:t>
            </a:r>
          </a:p>
          <a:p>
            <a:r>
              <a:t>          },</a:t>
            </a:r>
          </a:p>
          <a:p>
            <a:r>
              <a:t>          "row_ids_sha256": "aa630d76a17ab064c2567817ace85dd8c9e11943ede0321dbd6e40c3588a6c84",</a:t>
            </a:r>
          </a:p>
          <a:p>
            <a:r>
              <a:t>          "rows": 4432,</a:t>
            </a:r>
          </a:p>
          <a:p>
            <a:r>
              <a:t>          "source_counts": {</a:t>
            </a:r>
          </a:p>
          <a:p>
            <a:r>
              <a:t>            "Apache": 1761,</a:t>
            </a:r>
          </a:p>
          <a:p>
            <a:r>
              <a:t>            "Jira": 16,</a:t>
            </a:r>
          </a:p>
          <a:p>
            <a:r>
              <a:t>            "MariaDB": 215,</a:t>
            </a:r>
          </a:p>
          <a:p>
            <a:r>
              <a:t>            "Qt": 2440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"project": "IntelDAOS",</a:t>
            </a:r>
          </a:p>
          <a:p>
            <a:r>
              <a:t>      "protocol": "leave-one-project-out",</a:t>
            </a:r>
          </a:p>
          <a:p>
            <a:r>
              <a:t>      "selection_metric": "validation_auc_prc",</a:t>
            </a:r>
          </a:p>
          <a:p>
            <a:r>
              <a:t>      "test_weights": "none",</a:t>
            </a:r>
          </a:p>
          <a:p>
            <a:r>
              <a:t>      "versions": {</a:t>
            </a:r>
          </a:p>
          <a:p>
            <a:r>
              <a:t>        "numpy": "1.23.5",</a:t>
            </a:r>
          </a:p>
          <a:p>
            <a:r>
              <a:t>        "pandas": "2.0.1",</a:t>
            </a:r>
          </a:p>
          <a:p>
            <a:r>
              <a:t>        "sklearn": "1.2.2"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"Jira": {</a:t>
            </a:r>
          </a:p>
          <a:p>
            <a:r>
              <a:t>      "baseline_definition": "unweighted model-family rerun, not the published old pipeline",</a:t>
            </a:r>
          </a:p>
          <a:p>
            <a:r>
              <a:t>      "feature_policy": "same_pre_sprint_transform_for_both_variants",</a:t>
            </a:r>
          </a:p>
          <a:p>
            <a:r>
              <a:t>      "historical_pipeline_replayed": false,</a:t>
            </a:r>
          </a:p>
          <a:p>
            <a:r>
              <a:t>      "partitions": {</a:t>
            </a:r>
          </a:p>
          <a:p>
            <a:r>
              <a:t>        "test": {</a:t>
            </a:r>
          </a:p>
          <a:p>
            <a:r>
              <a:t>          "first_sprint_entry": "2012-02-08 00:06:30",</a:t>
            </a:r>
          </a:p>
          <a:p>
            <a:r>
              <a:t>          "last_sprint_entry": "2023-01-27 02:40:56",</a:t>
            </a:r>
          </a:p>
          <a:p>
            <a:r>
              <a:t>          "positive_counts": {</a:t>
            </a:r>
          </a:p>
          <a:p>
            <a:r>
              <a:t>            "10": 523,</a:t>
            </a:r>
          </a:p>
          <a:p>
            <a:r>
              <a:t>            "15": 500,</a:t>
            </a:r>
          </a:p>
          <a:p>
            <a:r>
              <a:t>            "20": 180,</a:t>
            </a:r>
          </a:p>
          <a:p>
            <a:r>
              <a:t>            "5": 545</a:t>
            </a:r>
          </a:p>
          <a:p>
            <a:r>
              <a:t>          },</a:t>
            </a:r>
          </a:p>
          <a:p>
            <a:r>
              <a:t>          "row_ids_sha256": "75d579be405a5a01252b79180f63787b483071d5044b94f5986aaade7932001b",</a:t>
            </a:r>
          </a:p>
          <a:p>
            <a:r>
              <a:t>          "rows": 1574,</a:t>
            </a:r>
          </a:p>
          <a:p>
            <a:r>
              <a:t>          "source_counts": {</a:t>
            </a:r>
          </a:p>
          <a:p>
            <a:r>
              <a:t>            "Jira": 1574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"first_sprint_entry": "2006-08-23 06:57:12",</a:t>
            </a:r>
          </a:p>
          <a:p>
            <a:r>
              <a:t>          "last_sprint_entry": "2021-11-15 11:30:05",</a:t>
            </a:r>
          </a:p>
          <a:p>
            <a:r>
              <a:t>          "positive_counts": {</a:t>
            </a:r>
          </a:p>
          <a:p>
            <a:r>
              <a:t>            "10": 1657,</a:t>
            </a:r>
          </a:p>
          <a:p>
            <a:r>
              <a:t>            "15": 1336,</a:t>
            </a:r>
          </a:p>
          <a:p>
            <a:r>
              <a:t>            "20": 1147,</a:t>
            </a:r>
          </a:p>
          <a:p>
            <a:r>
              <a:t>            "5": 2179</a:t>
            </a:r>
          </a:p>
          <a:p>
            <a:r>
              <a:t>          },</a:t>
            </a:r>
          </a:p>
          <a:p>
            <a:r>
              <a:t>          "row_ids_sha256": "efe110148690cda4f59c89b507274289a0b6e4ba431006d4467d66219fef1157",</a:t>
            </a:r>
          </a:p>
          <a:p>
            <a:r>
              <a:t>          "rows": 17798,</a:t>
            </a:r>
          </a:p>
          <a:p>
            <a:r>
              <a:t>          "source_counts": {</a:t>
            </a:r>
          </a:p>
          <a:p>
            <a:r>
              <a:t>            "Apache": 5907,</a:t>
            </a:r>
          </a:p>
          <a:p>
            <a:r>
              <a:t>            "Hyperledger": 4816,</a:t>
            </a:r>
          </a:p>
          <a:p>
            <a:r>
              <a:t>            "IntelDAOS": 1666,</a:t>
            </a:r>
          </a:p>
          <a:p>
            <a:r>
              <a:t>            "MariaDB": 1761,</a:t>
            </a:r>
          </a:p>
          <a:p>
            <a:r>
              <a:t>            "Qt": 3648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"first_sprint_entry": "2021-11-15 11:50:08",</a:t>
            </a:r>
          </a:p>
          <a:p>
            <a:r>
              <a:t>          "last_sprint_entry": "2023-04-27 18:22:56",</a:t>
            </a:r>
          </a:p>
          <a:p>
            <a:r>
              <a:t>          "positive_counts": {</a:t>
            </a:r>
          </a:p>
          <a:p>
            <a:r>
              <a:t>            "10": 299,</a:t>
            </a:r>
          </a:p>
          <a:p>
            <a:r>
              <a:t>            "15": 220,</a:t>
            </a:r>
          </a:p>
          <a:p>
            <a:r>
              <a:t>            "20": 174,</a:t>
            </a:r>
          </a:p>
          <a:p>
            <a:r>
              <a:t>            "5": 466</a:t>
            </a:r>
          </a:p>
          <a:p>
            <a:r>
              <a:t>          },</a:t>
            </a:r>
          </a:p>
          <a:p>
            <a:r>
              <a:t>          "row_ids_sha256": "2f403b160e1d572891489b67d68068f9c616c085255e0dec8d88cfa25d4944e5",</a:t>
            </a:r>
          </a:p>
          <a:p>
            <a:r>
              <a:t>          "rows": 4450,</a:t>
            </a:r>
          </a:p>
          <a:p>
            <a:r>
              <a:t>          "source_counts": {</a:t>
            </a:r>
          </a:p>
          <a:p>
            <a:r>
              <a:t>            "Apache": 1765,</a:t>
            </a:r>
          </a:p>
          <a:p>
            <a:r>
              <a:t>            "MariaDB": 222,</a:t>
            </a:r>
          </a:p>
          <a:p>
            <a:r>
              <a:t>            "Qt": 2463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"project": "Jira",</a:t>
            </a:r>
          </a:p>
          <a:p>
            <a:r>
              <a:t>      "protocol": "leave-one-project-out",</a:t>
            </a:r>
          </a:p>
          <a:p>
            <a:r>
              <a:t>      "selection_metric": "validation_auc_prc",</a:t>
            </a:r>
          </a:p>
          <a:p>
            <a:r>
              <a:t>      "test_weights": "none",</a:t>
            </a:r>
          </a:p>
          <a:p>
            <a:r>
              <a:t>      "versions": {</a:t>
            </a:r>
          </a:p>
          <a:p>
            <a:r>
              <a:t>        "numpy": "1.23.5",</a:t>
            </a:r>
          </a:p>
          <a:p>
            <a:r>
              <a:t>        "pandas": "2.0.1",</a:t>
            </a:r>
          </a:p>
          <a:p>
            <a:r>
              <a:t>        "sklearn": "1.2.2"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"MariaDB": {</a:t>
            </a:r>
          </a:p>
          <a:p>
            <a:r>
              <a:t>      "baseline_definition": "unweighted model-family rerun, not the published old pipeline",</a:t>
            </a:r>
          </a:p>
          <a:p>
            <a:r>
              <a:t>      "feature_policy": "same_pre_sprint_transform_for_both_variants",</a:t>
            </a:r>
          </a:p>
          <a:p>
            <a:r>
              <a:t>      "historical_pipeline_replayed": false,</a:t>
            </a:r>
          </a:p>
          <a:p>
            <a:r>
              <a:t>      "partitions": {</a:t>
            </a:r>
          </a:p>
          <a:p>
            <a:r>
              <a:t>        "test": {</a:t>
            </a:r>
          </a:p>
          <a:p>
            <a:r>
              <a:t>          "first_sprint_entry": "2014-05-27 14:43:09",</a:t>
            </a:r>
          </a:p>
          <a:p>
            <a:r>
              <a:t>          "last_sprint_entry": "2023-04-04 10:33:05",</a:t>
            </a:r>
          </a:p>
          <a:p>
            <a:r>
              <a:t>          "positive_counts": {</a:t>
            </a:r>
          </a:p>
          <a:p>
            <a:r>
              <a:t>            "10": 162,</a:t>
            </a:r>
          </a:p>
          <a:p>
            <a:r>
              <a:t>            "15": 133,</a:t>
            </a:r>
          </a:p>
          <a:p>
            <a:r>
              <a:t>            "20": 117,</a:t>
            </a:r>
          </a:p>
          <a:p>
            <a:r>
              <a:t>            "5": 212</a:t>
            </a:r>
          </a:p>
          <a:p>
            <a:r>
              <a:t>          },</a:t>
            </a:r>
          </a:p>
          <a:p>
            <a:r>
              <a:t>          "row_ids_sha256": "3e8c878fa4cbd0cf30f30be3dec94f7bfcd205c93a8abf5a74ccfbbc4fe4f704",</a:t>
            </a:r>
          </a:p>
          <a:p>
            <a:r>
              <a:t>          "rows": 1983,</a:t>
            </a:r>
          </a:p>
          <a:p>
            <a:r>
              <a:t>          "source_counts": {</a:t>
            </a:r>
          </a:p>
          <a:p>
            <a:r>
              <a:t>            "MariaDB": 1983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"first_sprint_entry": "2006-08-23 06:57:12",</a:t>
            </a:r>
          </a:p>
          <a:p>
            <a:r>
              <a:t>          "last_sprint_entry": "2021-11-01 08:22:28",</a:t>
            </a:r>
          </a:p>
          <a:p>
            <a:r>
              <a:t>          "positive_counts": {</a:t>
            </a:r>
          </a:p>
          <a:p>
            <a:r>
              <a:t>            "10": 2035,</a:t>
            </a:r>
          </a:p>
          <a:p>
            <a:r>
              <a:t>            "15": 1716,</a:t>
            </a:r>
          </a:p>
          <a:p>
            <a:r>
              <a:t>            "20": 1219,</a:t>
            </a:r>
          </a:p>
          <a:p>
            <a:r>
              <a:t>            "5": 2535</a:t>
            </a:r>
          </a:p>
          <a:p>
            <a:r>
              <a:t>          },</a:t>
            </a:r>
          </a:p>
          <a:p>
            <a:r>
              <a:t>          "row_ids_sha256": "64e5219b6cd91425042320356a95871693e9658db250296fbba11a2734274bbb",</a:t>
            </a:r>
          </a:p>
          <a:p>
            <a:r>
              <a:t>          "rows": 17471,</a:t>
            </a:r>
          </a:p>
          <a:p>
            <a:r>
              <a:t>          "source_counts": {</a:t>
            </a:r>
          </a:p>
          <a:p>
            <a:r>
              <a:t>            "Apache": 5870,</a:t>
            </a:r>
          </a:p>
          <a:p>
            <a:r>
              <a:t>            "Hyperledger": 4816,</a:t>
            </a:r>
          </a:p>
          <a:p>
            <a:r>
              <a:t>            "IntelDAOS": 1666,</a:t>
            </a:r>
          </a:p>
          <a:p>
            <a:r>
              <a:t>            "Jira": 1558,</a:t>
            </a:r>
          </a:p>
          <a:p>
            <a:r>
              <a:t>            "Qt": 3561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"first_sprint_entry": "2021-11-01 08:22:28",</a:t>
            </a:r>
          </a:p>
          <a:p>
            <a:r>
              <a:t>          "last_sprint_entry": "2023-04-27 18:22:56",</a:t>
            </a:r>
          </a:p>
          <a:p>
            <a:r>
              <a:t>          "positive_counts": {</a:t>
            </a:r>
          </a:p>
          <a:p>
            <a:r>
              <a:t>            "10": 282,</a:t>
            </a:r>
          </a:p>
          <a:p>
            <a:r>
              <a:t>            "15": 207,</a:t>
            </a:r>
          </a:p>
          <a:p>
            <a:r>
              <a:t>            "20": 165,</a:t>
            </a:r>
          </a:p>
          <a:p>
            <a:r>
              <a:t>            "5": 443</a:t>
            </a:r>
          </a:p>
          <a:p>
            <a:r>
              <a:t>          },</a:t>
            </a:r>
          </a:p>
          <a:p>
            <a:r>
              <a:t>          "row_ids_sha256": "1b4d82f18a9081add2ba5c386a7d2a8fbae28cf2513b481647d442df6ead752f",</a:t>
            </a:r>
          </a:p>
          <a:p>
            <a:r>
              <a:t>          "rows": 4368,</a:t>
            </a:r>
          </a:p>
          <a:p>
            <a:r>
              <a:t>          "source_counts": {</a:t>
            </a:r>
          </a:p>
          <a:p>
            <a:r>
              <a:t>            "Apache": 1802,</a:t>
            </a:r>
          </a:p>
          <a:p>
            <a:r>
              <a:t>            "Jira": 16,</a:t>
            </a:r>
          </a:p>
          <a:p>
            <a:r>
              <a:t>            "Qt": 2550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"project": "MariaDB",</a:t>
            </a:r>
          </a:p>
          <a:p>
            <a:r>
              <a:t>      "protocol": "leave-one-project-out",</a:t>
            </a:r>
          </a:p>
          <a:p>
            <a:r>
              <a:t>      "selection_metric": "validation_auc_prc",</a:t>
            </a:r>
          </a:p>
          <a:p>
            <a:r>
              <a:t>      "test_weights": "none",</a:t>
            </a:r>
          </a:p>
          <a:p>
            <a:r>
              <a:t>      "versions": {</a:t>
            </a:r>
          </a:p>
          <a:p>
            <a:r>
              <a:t>        "numpy": "1.23.5",</a:t>
            </a:r>
          </a:p>
          <a:p>
            <a:r>
              <a:t>        "pandas": "2.0.1",</a:t>
            </a:r>
          </a:p>
          <a:p>
            <a:r>
              <a:t>        "sklearn": "1.2.2"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"Qt": {</a:t>
            </a:r>
          </a:p>
          <a:p>
            <a:r>
              <a:t>      "baseline_definition": "unweighted model-family rerun, not the published old pipeline",</a:t>
            </a:r>
          </a:p>
          <a:p>
            <a:r>
              <a:t>      "feature_policy": "same_pre_sprint_transform_for_both_variants",</a:t>
            </a:r>
          </a:p>
          <a:p>
            <a:r>
              <a:t>      "historical_pipeline_replayed": false,</a:t>
            </a:r>
          </a:p>
          <a:p>
            <a:r>
              <a:t>      "partitions": {</a:t>
            </a:r>
          </a:p>
          <a:p>
            <a:r>
              <a:t>        "test": {</a:t>
            </a:r>
          </a:p>
          <a:p>
            <a:r>
              <a:t>          "first_sprint_entry": "2016-11-17 12:16:04",</a:t>
            </a:r>
          </a:p>
          <a:p>
            <a:r>
              <a:t>          "last_sprint_entry": "2023-04-27 18:22:56",</a:t>
            </a:r>
          </a:p>
          <a:p>
            <a:r>
              <a:t>          "positive_counts": {</a:t>
            </a:r>
          </a:p>
          <a:p>
            <a:r>
              <a:t>            "10": 420,</a:t>
            </a:r>
          </a:p>
          <a:p>
            <a:r>
              <a:t>            "15": 334,</a:t>
            </a:r>
          </a:p>
          <a:p>
            <a:r>
              <a:t>            "20": 280,</a:t>
            </a:r>
          </a:p>
          <a:p>
            <a:r>
              <a:t>            "5": 591</a:t>
            </a:r>
          </a:p>
          <a:p>
            <a:r>
              <a:t>          },</a:t>
            </a:r>
          </a:p>
          <a:p>
            <a:r>
              <a:t>          "row_ids_sha256": "78821468d67d4600f03d2100c904c8d8c347546470dee85d9c62928086836c6c",</a:t>
            </a:r>
          </a:p>
          <a:p>
            <a:r>
              <a:t>          "rows": 6111,</a:t>
            </a:r>
          </a:p>
          <a:p>
            <a:r>
              <a:t>          "source_counts": {</a:t>
            </a:r>
          </a:p>
          <a:p>
            <a:r>
              <a:t>            "Qt": 6111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"first_sprint_entry": "2006-08-23 06:57:12",</a:t>
            </a:r>
          </a:p>
          <a:p>
            <a:r>
              <a:t>          "last_sprint_entry": "2020-02-20 21:52:22",</a:t>
            </a:r>
          </a:p>
          <a:p>
            <a:r>
              <a:t>          "positive_counts": {</a:t>
            </a:r>
          </a:p>
          <a:p>
            <a:r>
              <a:t>            "10": 1677,</a:t>
            </a:r>
          </a:p>
          <a:p>
            <a:r>
              <a:t>            "15": 1433,</a:t>
            </a:r>
          </a:p>
          <a:p>
            <a:r>
              <a:t>            "20": 983,</a:t>
            </a:r>
          </a:p>
          <a:p>
            <a:r>
              <a:t>            "5": 2069</a:t>
            </a:r>
          </a:p>
          <a:p>
            <a:r>
              <a:t>          },</a:t>
            </a:r>
          </a:p>
          <a:p>
            <a:r>
              <a:t>          "row_ids_sha256": "751c4f097b0c867dd3bb02dc62d03971eb3faa4362030743bc5250c372ad5f10",</a:t>
            </a:r>
          </a:p>
          <a:p>
            <a:r>
              <a:t>          "rows": 14168,</a:t>
            </a:r>
          </a:p>
          <a:p>
            <a:r>
              <a:t>          "source_counts": {</a:t>
            </a:r>
          </a:p>
          <a:p>
            <a:r>
              <a:t>            "Apache": 5145,</a:t>
            </a:r>
          </a:p>
          <a:p>
            <a:r>
              <a:t>            "Hyperledger": 4516,</a:t>
            </a:r>
          </a:p>
          <a:p>
            <a:r>
              <a:t>            "IntelDAOS": 1567,</a:t>
            </a:r>
          </a:p>
          <a:p>
            <a:r>
              <a:t>            "Jira": 1535,</a:t>
            </a:r>
          </a:p>
          <a:p>
            <a:r>
              <a:t>            "MariaDB": 1405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"first_sprint_entry": "2020-02-21 08:55:26",</a:t>
            </a:r>
          </a:p>
          <a:p>
            <a:r>
              <a:t>          "last_sprint_entry": "2023-04-19 01:56:36",</a:t>
            </a:r>
          </a:p>
          <a:p>
            <a:r>
              <a:t>          "positive_counts": {</a:t>
            </a:r>
          </a:p>
          <a:p>
            <a:r>
              <a:t>            "10": 382,</a:t>
            </a:r>
          </a:p>
          <a:p>
            <a:r>
              <a:t>            "15": 289,</a:t>
            </a:r>
          </a:p>
          <a:p>
            <a:r>
              <a:t>            "20": 238,</a:t>
            </a:r>
          </a:p>
          <a:p>
            <a:r>
              <a:t>            "5": 530</a:t>
            </a:r>
          </a:p>
          <a:p>
            <a:r>
              <a:t>          },</a:t>
            </a:r>
          </a:p>
          <a:p>
            <a:r>
              <a:t>          "row_ids_sha256": "451a44d95919042de820063c1564fc5039a48cc9f29c6c69afb22d458b398064",</a:t>
            </a:r>
          </a:p>
          <a:p>
            <a:r>
              <a:t>          "rows": 3543,</a:t>
            </a:r>
          </a:p>
          <a:p>
            <a:r>
              <a:t>          "source_counts": {</a:t>
            </a:r>
          </a:p>
          <a:p>
            <a:r>
              <a:t>            "Apache": 2527,</a:t>
            </a:r>
          </a:p>
          <a:p>
            <a:r>
              <a:t>            "Hyperledger": 300,</a:t>
            </a:r>
          </a:p>
          <a:p>
            <a:r>
              <a:t>            "IntelDAOS": 99,</a:t>
            </a:r>
          </a:p>
          <a:p>
            <a:r>
              <a:t>            "Jira": 39,</a:t>
            </a:r>
          </a:p>
          <a:p>
            <a:r>
              <a:t>            "MariaDB": 578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"project": "Qt",</a:t>
            </a:r>
          </a:p>
          <a:p>
            <a:r>
              <a:t>      "protocol": "leave-one-project-out",</a:t>
            </a:r>
          </a:p>
          <a:p>
            <a:r>
              <a:t>      "selection_metric": "validation_auc_prc",</a:t>
            </a:r>
          </a:p>
          <a:p>
            <a:r>
              <a:t>      "test_weights": "none",</a:t>
            </a:r>
          </a:p>
          <a:p>
            <a:r>
              <a:t>      "versions": {</a:t>
            </a:r>
          </a:p>
          <a:p>
            <a:r>
              <a:t>        "numpy": "1.23.5",</a:t>
            </a:r>
          </a:p>
          <a:p>
            <a:r>
              <a:t>        "pandas": "2.0.1",</a:t>
            </a:r>
          </a:p>
          <a:p>
            <a:r>
              <a:t>        "sklearn": "1.2.2"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https://github.com/yakovelmaleh/Master/pull/358</a:t>
            </a:r>
          </a:p>
          <a:p>
            <a:r>
              <a:t>Artifact commit: 613d77153bb4f3f00c8111290caa2a767302309e</a:t>
            </a:r>
          </a:p>
          <a:p>
            <a:r>
              <a:t>Bundle: Tasks/task-summaries/verify-refactored-instability-model-20260927-134800</a:t>
            </a:r>
          </a:p>
          <a:p>
            <a:r>
              <a:t>Cluster run: 20260924-212306-286254; appended September 27, 2026.</a:t>
            </a:r>
          </a:p>
          <a:p>
            <a:r>
              <a:t>RESULTS.csv supplies reported metrics; split_manifest.json supplies counts and dates; verification_manifest.json records success. All 24 run_metadata.json files were checked for matching test hashes, unweighted tests, selection policy and training balancing.</a:t>
            </a:r>
          </a:p>
          <a:p>
            <a:r>
              <a:t>Scores were aggregated, not independently rescored from predictions. The overall mean equally weights 12 model/level scores, not six projects. It is descriptive, not evidence of statistical equivalence or significance. Level-5 test prevalence: 504/4765 = 10.58%; always-stable accuracy = 89.42%, versus the best-AUC-PRC model's reported accuracy of 80.90%.</a:t>
            </a:r>
          </a:p>
          <a:p>
            <a:r>
              <a:t>{</a:t>
            </a:r>
          </a:p>
          <a:p>
            <a:r>
              <a:t>  "overall": {</a:t>
            </a:r>
          </a:p>
          <a:p>
            <a:r>
              <a:t>    "baseline": 0.09806660107080348,</a:t>
            </a:r>
          </a:p>
          <a:p>
            <a:r>
              <a:t>    "refactored": 0.09801082368465057</a:t>
            </a:r>
          </a:p>
          <a:p>
            <a:r>
              <a:t>  },</a:t>
            </a:r>
          </a:p>
          <a:p>
            <a:r>
              <a:t>  "wins": 5,</a:t>
            </a:r>
          </a:p>
          <a:p>
            <a:r>
              <a:t>  "ties": 0,</a:t>
            </a:r>
          </a:p>
          <a:p>
            <a:r>
              <a:t>  "results": [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"5",</a:t>
            </a:r>
          </a:p>
          <a:p>
            <a:r>
              <a:t>      "model": "RF",</a:t>
            </a:r>
          </a:p>
          <a:p>
            <a:r>
              <a:t>      "variant": "baseline",</a:t>
            </a:r>
          </a:p>
          <a:p>
            <a:r>
              <a:t>      "auc_prc": "0.13408669194339468",</a:t>
            </a:r>
          </a:p>
          <a:p>
            <a:r>
              <a:t>      "average_precision": "0.13521031398765176",</a:t>
            </a:r>
          </a:p>
          <a:p>
            <a:r>
              <a:t>      "accuracy": "0.7863588667366211",</a:t>
            </a:r>
          </a:p>
          <a:p>
            <a:r>
              <a:t>      "roc_auc": "0.5857209444835589",</a:t>
            </a:r>
          </a:p>
          <a:p>
            <a:r>
              <a:t>      "precision": "0.12861271676300579",</a:t>
            </a:r>
          </a:p>
          <a:p>
            <a:r>
              <a:t>      "recall": "0.1765873015873016",</a:t>
            </a:r>
          </a:p>
          <a:p>
            <a:r>
              <a:t>      "f1": "0.14882943143812707",</a:t>
            </a:r>
          </a:p>
          <a:p>
            <a:r>
              <a:t>      "row_count": "4765",</a:t>
            </a:r>
          </a:p>
          <a:p>
            <a:r>
              <a:t>      "positive_rate": "0.10577124868835257",</a:t>
            </a:r>
          </a:p>
          <a:p>
            <a:r>
              <a:t>      "metrics_path": "artifacts/cluster-run/all/results/model/words_5/RF/baseline/metrics.json"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"5",</a:t>
            </a:r>
          </a:p>
          <a:p>
            <a:r>
              <a:t>      "model": "RF",</a:t>
            </a:r>
          </a:p>
          <a:p>
            <a:r>
              <a:t>      "variant": "refactored",</a:t>
            </a:r>
          </a:p>
          <a:p>
            <a:r>
              <a:t>      "auc_prc": "0.14320106957613504",</a:t>
            </a:r>
          </a:p>
          <a:p>
            <a:r>
              <a:t>      "average_precision": "0.14442457223522223",</a:t>
            </a:r>
          </a:p>
          <a:p>
            <a:r>
              <a:t>      "accuracy": "0.8182581322140609",</a:t>
            </a:r>
          </a:p>
          <a:p>
            <a:r>
              <a:t>      "roc_auc": "0.5950364695670962",</a:t>
            </a:r>
          </a:p>
          <a:p>
            <a:r>
              <a:t>      "precision": "0.14785992217898833",</a:t>
            </a:r>
          </a:p>
          <a:p>
            <a:r>
              <a:t>      "recall": "0.15079365079365079",</a:t>
            </a:r>
          </a:p>
          <a:p>
            <a:r>
              <a:t>      "f1": "0.14931237721021612",</a:t>
            </a:r>
          </a:p>
          <a:p>
            <a:r>
              <a:t>      "row_count": "4765",</a:t>
            </a:r>
          </a:p>
          <a:p>
            <a:r>
              <a:t>      "positive_rate": "0.10577124868835257",</a:t>
            </a:r>
          </a:p>
          <a:p>
            <a:r>
              <a:t>      "metrics_path": "artifacts/cluster-run/all/results/model/words_5/RF/refactored/metrics.json"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"5",</a:t>
            </a:r>
          </a:p>
          <a:p>
            <a:r>
              <a:t>      "model": "XGboost",</a:t>
            </a:r>
          </a:p>
          <a:p>
            <a:r>
              <a:t>      "variant": "baseline",</a:t>
            </a:r>
          </a:p>
          <a:p>
            <a:r>
              <a:t>      "auc_prc": "0.14701492467332153",</a:t>
            </a:r>
          </a:p>
          <a:p>
            <a:r>
              <a:t>      "average_precision": "0.1484012515400372",</a:t>
            </a:r>
          </a:p>
          <a:p>
            <a:r>
              <a:t>      "accuracy": "0.8090241343126967",</a:t>
            </a:r>
          </a:p>
          <a:p>
            <a:r>
              <a:t>      "roc_auc": "0.6137916149797163",</a:t>
            </a:r>
          </a:p>
          <a:p>
            <a:r>
              <a:t>      "precision": "0.15593220338983052",</a:t>
            </a:r>
          </a:p>
          <a:p>
            <a:r>
              <a:t>      "recall": "0.18253968253968253",</a:t>
            </a:r>
          </a:p>
          <a:p>
            <a:r>
              <a:t>      "f1": "0.16819012797074953",</a:t>
            </a:r>
          </a:p>
          <a:p>
            <a:r>
              <a:t>      "row_count": "4765",</a:t>
            </a:r>
          </a:p>
          <a:p>
            <a:r>
              <a:t>      "positive_rate": "0.10577124868835257",</a:t>
            </a:r>
          </a:p>
          <a:p>
            <a:r>
              <a:t>      "metrics_path": "artifacts/cluster-run/all/results/model/words_5/XGboost/baseline/metrics.json"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"5",</a:t>
            </a:r>
          </a:p>
          <a:p>
            <a:r>
              <a:t>      "model": "XGboost",</a:t>
            </a:r>
          </a:p>
          <a:p>
            <a:r>
              <a:t>      "variant": "refactored",</a:t>
            </a:r>
          </a:p>
          <a:p>
            <a:r>
              <a:t>      "auc_prc": "0.14522604359063926",</a:t>
            </a:r>
          </a:p>
          <a:p>
            <a:r>
              <a:t>      "average_precision": "0.14622709303586773",</a:t>
            </a:r>
          </a:p>
          <a:p>
            <a:r>
              <a:t>      "accuracy": "0.6923399790136411",</a:t>
            </a:r>
          </a:p>
          <a:p>
            <a:r>
              <a:t>      "roc_auc": "0.6173724496448035",</a:t>
            </a:r>
          </a:p>
          <a:p>
            <a:r>
              <a:t>      "precision": "0.1463235294117647",</a:t>
            </a:r>
          </a:p>
          <a:p>
            <a:r>
              <a:t>      "recall": "0.3948412698412698",</a:t>
            </a:r>
          </a:p>
          <a:p>
            <a:r>
              <a:t>      "f1": "0.21351931330472104",</a:t>
            </a:r>
          </a:p>
          <a:p>
            <a:r>
              <a:t>      "row_count": "4765",</a:t>
            </a:r>
          </a:p>
          <a:p>
            <a:r>
              <a:t>      "positive_rate": "0.10577124868835257",</a:t>
            </a:r>
          </a:p>
          <a:p>
            <a:r>
              <a:t>      "metrics_path": "artifacts/cluster-run/all/results/model/words_5/XGboost/refactored/metrics.json"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"5",</a:t>
            </a:r>
          </a:p>
          <a:p>
            <a:r>
              <a:t>      "model": "NN",</a:t>
            </a:r>
          </a:p>
          <a:p>
            <a:r>
              <a:t>      "variant": "baseline",</a:t>
            </a:r>
          </a:p>
          <a:p>
            <a:r>
              <a:t>      "auc_prc": "0.1298112950092397",</a:t>
            </a:r>
          </a:p>
          <a:p>
            <a:r>
              <a:t>      "average_precision": "0.13064705003265728",</a:t>
            </a:r>
          </a:p>
          <a:p>
            <a:r>
              <a:t>      "accuracy": "0.7922350472193075",</a:t>
            </a:r>
          </a:p>
          <a:p>
            <a:r>
              <a:t>      "roc_auc": "0.507740004395719",</a:t>
            </a:r>
          </a:p>
          <a:p>
            <a:r>
              <a:t>      "precision": "0.125",</a:t>
            </a:r>
          </a:p>
          <a:p>
            <a:r>
              <a:t>      "recall": "0.16071428571428573",</a:t>
            </a:r>
          </a:p>
          <a:p>
            <a:r>
              <a:t>      "f1": "0.14062500000000003",</a:t>
            </a:r>
          </a:p>
          <a:p>
            <a:r>
              <a:t>      "row_count": "4765",</a:t>
            </a:r>
          </a:p>
          <a:p>
            <a:r>
              <a:t>      "positive_rate": "0.10577124868835257",</a:t>
            </a:r>
          </a:p>
          <a:p>
            <a:r>
              <a:t>      "metrics_path": "artifacts/cluster-run/all/results/model/words_5/NN/baseline/metrics.json"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"5",</a:t>
            </a:r>
          </a:p>
          <a:p>
            <a:r>
              <a:t>      "model": "NN",</a:t>
            </a:r>
          </a:p>
          <a:p>
            <a:r>
              <a:t>      "variant": "refactored",</a:t>
            </a:r>
          </a:p>
          <a:p>
            <a:r>
              <a:t>      "auc_prc": "0.11496473692606904",</a:t>
            </a:r>
          </a:p>
          <a:p>
            <a:r>
              <a:t>      "average_precision": "0.11581459997500092",</a:t>
            </a:r>
          </a:p>
          <a:p>
            <a:r>
              <a:t>      "accuracy": "0.7429171038824763",</a:t>
            </a:r>
          </a:p>
          <a:p>
            <a:r>
              <a:t>      "roc_auc": "0.4997974430325991",</a:t>
            </a:r>
          </a:p>
          <a:p>
            <a:r>
              <a:t>      "precision": "0.12092534174553102",</a:t>
            </a:r>
          </a:p>
          <a:p>
            <a:r>
              <a:t>      "recall": "0.22817460317460317",</a:t>
            </a:r>
          </a:p>
          <a:p>
            <a:r>
              <a:t>      "f1": "0.15807560137457044",</a:t>
            </a:r>
          </a:p>
          <a:p>
            <a:r>
              <a:t>      "row_count": "4765",</a:t>
            </a:r>
          </a:p>
          <a:p>
            <a:r>
              <a:t>      "positive_rate": "0.10577124868835257",</a:t>
            </a:r>
          </a:p>
          <a:p>
            <a:r>
              <a:t>      "metrics_path": "artifacts/cluster-run/all/results/model/words_5/NN/refactored/metrics.json"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"10",</a:t>
            </a:r>
          </a:p>
          <a:p>
            <a:r>
              <a:t>      "model": "RF",</a:t>
            </a:r>
          </a:p>
          <a:p>
            <a:r>
              <a:t>      "variant": "baseline",</a:t>
            </a:r>
          </a:p>
          <a:p>
            <a:r>
              <a:t>      "auc_prc": "0.09986088969719606",</a:t>
            </a:r>
          </a:p>
          <a:p>
            <a:r>
              <a:t>      "average_precision": "0.10141718745393818",</a:t>
            </a:r>
          </a:p>
          <a:p>
            <a:r>
              <a:t>      "accuracy": "0.8679958027282266",</a:t>
            </a:r>
          </a:p>
          <a:p>
            <a:r>
              <a:t>      "roc_auc": "0.6248582813582814",</a:t>
            </a:r>
          </a:p>
          <a:p>
            <a:r>
              <a:t>      "precision": "0.1",</a:t>
            </a:r>
          </a:p>
          <a:p>
            <a:r>
              <a:t>      "recall": "0.11692307692307692",</a:t>
            </a:r>
          </a:p>
          <a:p>
            <a:r>
              <a:t>      "f1": "0.1078014184397163",</a:t>
            </a:r>
          </a:p>
          <a:p>
            <a:r>
              <a:t>      "row_count": "4765",</a:t>
            </a:r>
          </a:p>
          <a:p>
            <a:r>
              <a:t>      "positive_rate": "0.06820566631689402",</a:t>
            </a:r>
          </a:p>
          <a:p>
            <a:r>
              <a:t>      "metrics_path": "artifacts/cluster-run/all/results/model/words_10/RF/baseline/metrics.json"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"10",</a:t>
            </a:r>
          </a:p>
          <a:p>
            <a:r>
              <a:t>      "model": "RF",</a:t>
            </a:r>
          </a:p>
          <a:p>
            <a:r>
              <a:t>      "variant": "refactored",</a:t>
            </a:r>
          </a:p>
          <a:p>
            <a:r>
              <a:t>      "auc_prc": "0.10341875564121582",</a:t>
            </a:r>
          </a:p>
          <a:p>
            <a:r>
              <a:t>      "average_precision": "0.10504356784098379",</a:t>
            </a:r>
          </a:p>
          <a:p>
            <a:r>
              <a:t>      "accuracy": "0.8654774396642183",</a:t>
            </a:r>
          </a:p>
          <a:p>
            <a:r>
              <a:t>      "roc_auc": "0.6411344421344422",</a:t>
            </a:r>
          </a:p>
          <a:p>
            <a:r>
              <a:t>      "precision": "0.11083743842364532",</a:t>
            </a:r>
          </a:p>
          <a:p>
            <a:r>
              <a:t>      "recall": "0.13846153846153847",</a:t>
            </a:r>
          </a:p>
          <a:p>
            <a:r>
              <a:t>      "f1": "0.12311901504787963",</a:t>
            </a:r>
          </a:p>
          <a:p>
            <a:r>
              <a:t>      "row_count": "4765",</a:t>
            </a:r>
          </a:p>
          <a:p>
            <a:r>
              <a:t>      "positive_rate": "0.06820566631689402",</a:t>
            </a:r>
          </a:p>
          <a:p>
            <a:r>
              <a:t>      "metrics_path": "artifacts/cluster-run/all/results/model/words_10/RF/refactored/metrics.json"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"10",</a:t>
            </a:r>
          </a:p>
          <a:p>
            <a:r>
              <a:t>      "model": "XGboost",</a:t>
            </a:r>
          </a:p>
          <a:p>
            <a:r>
              <a:t>      "variant": "baseline",</a:t>
            </a:r>
          </a:p>
          <a:p>
            <a:r>
              <a:t>      "auc_prc": "0.10736579881972057",</a:t>
            </a:r>
          </a:p>
          <a:p>
            <a:r>
              <a:t>      "average_precision": "0.10852167417007821",</a:t>
            </a:r>
          </a:p>
          <a:p>
            <a:r>
              <a:t>      "accuracy": "0.8537250786988457",</a:t>
            </a:r>
          </a:p>
          <a:p>
            <a:r>
              <a:t>      "roc_auc": "0.6472813582813582",</a:t>
            </a:r>
          </a:p>
          <a:p>
            <a:r>
              <a:t>      "precision": "0.11885245901639344",</a:t>
            </a:r>
          </a:p>
          <a:p>
            <a:r>
              <a:t>      "recall": "0.17846153846153845",</a:t>
            </a:r>
          </a:p>
          <a:p>
            <a:r>
              <a:t>      "f1": "0.14268142681426815",</a:t>
            </a:r>
          </a:p>
          <a:p>
            <a:r>
              <a:t>      "row_count": "4765",</a:t>
            </a:r>
          </a:p>
          <a:p>
            <a:r>
              <a:t>      "positive_rate": "0.06820566631689402",</a:t>
            </a:r>
          </a:p>
          <a:p>
            <a:r>
              <a:t>      "metrics_path": "artifacts/cluster-run/all/results/model/words_10/XGboost/baseline/metrics.json"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"10",</a:t>
            </a:r>
          </a:p>
          <a:p>
            <a:r>
              <a:t>      "model": "XGboost",</a:t>
            </a:r>
          </a:p>
          <a:p>
            <a:r>
              <a:t>      "variant": "refactored",</a:t>
            </a:r>
          </a:p>
          <a:p>
            <a:r>
              <a:t>      "auc_prc": "0.10153897637795058",</a:t>
            </a:r>
          </a:p>
          <a:p>
            <a:r>
              <a:t>      "average_precision": "0.10317826680478742",</a:t>
            </a:r>
          </a:p>
          <a:p>
            <a:r>
              <a:t>      "accuracy": "0.8379853095487932",</a:t>
            </a:r>
          </a:p>
          <a:p>
            <a:r>
              <a:t>      "roc_auc": "0.6469258489258489",</a:t>
            </a:r>
          </a:p>
          <a:p>
            <a:r>
              <a:t>      "precision": "0.08990825688073395",</a:t>
            </a:r>
          </a:p>
          <a:p>
            <a:r>
              <a:t>      "recall": "0.15076923076923077",</a:t>
            </a:r>
          </a:p>
          <a:p>
            <a:r>
              <a:t>      "f1": "0.11264367816091954",</a:t>
            </a:r>
          </a:p>
          <a:p>
            <a:r>
              <a:t>      "row_count": "4765",</a:t>
            </a:r>
          </a:p>
          <a:p>
            <a:r>
              <a:t>      "positive_rate": "0.06820566631689402",</a:t>
            </a:r>
          </a:p>
          <a:p>
            <a:r>
              <a:t>      "metrics_path": "artifacts/cluster-run/all/results/model/words_10/XGboost/refactored/metrics.json"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"10",</a:t>
            </a:r>
          </a:p>
          <a:p>
            <a:r>
              <a:t>      "model": "NN",</a:t>
            </a:r>
          </a:p>
          <a:p>
            <a:r>
              <a:t>      "variant": "baseline",</a:t>
            </a:r>
          </a:p>
          <a:p>
            <a:r>
              <a:t>      "auc_prc": "0.09132900204735339",</a:t>
            </a:r>
          </a:p>
          <a:p>
            <a:r>
              <a:t>      "average_precision": "0.09309775381815072",</a:t>
            </a:r>
          </a:p>
          <a:p>
            <a:r>
              <a:t>      "accuracy": "0.8472193074501574",</a:t>
            </a:r>
          </a:p>
          <a:p>
            <a:r>
              <a:t>      "roc_auc": "0.5721212751212751",</a:t>
            </a:r>
          </a:p>
          <a:p>
            <a:r>
              <a:t>      "precision": "0.11324376199616124",</a:t>
            </a:r>
          </a:p>
          <a:p>
            <a:r>
              <a:t>      "recall": "0.18153846153846154",</a:t>
            </a:r>
          </a:p>
          <a:p>
            <a:r>
              <a:t>      "f1": "0.13947990543735223",</a:t>
            </a:r>
          </a:p>
          <a:p>
            <a:r>
              <a:t>      "row_count": "4765",</a:t>
            </a:r>
          </a:p>
          <a:p>
            <a:r>
              <a:t>      "positive_rate": "0.06820566631689402",</a:t>
            </a:r>
          </a:p>
          <a:p>
            <a:r>
              <a:t>      "metrics_path": "artifacts/cluster-run/all/results/model/words_10/NN/baseline/metrics.json"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"10",</a:t>
            </a:r>
          </a:p>
          <a:p>
            <a:r>
              <a:t>      "model": "NN",</a:t>
            </a:r>
          </a:p>
          <a:p>
            <a:r>
              <a:t>      "variant": "refactored",</a:t>
            </a:r>
          </a:p>
          <a:p>
            <a:r>
              <a:t>      "auc_prc": "0.1049507931835707",</a:t>
            </a:r>
          </a:p>
          <a:p>
            <a:r>
              <a:t>      "average_precision": "0.1065345021729594",</a:t>
            </a:r>
          </a:p>
          <a:p>
            <a:r>
              <a:t>      "accuracy": "0.8732423924449108",</a:t>
            </a:r>
          </a:p>
          <a:p>
            <a:r>
              <a:t>      "roc_auc": "0.60197920997921",</a:t>
            </a:r>
          </a:p>
          <a:p>
            <a:r>
              <a:t>      "precision": "0.11989100817438691",</a:t>
            </a:r>
          </a:p>
          <a:p>
            <a:r>
              <a:t>      "recall": "0.13538461538461538",</a:t>
            </a:r>
          </a:p>
          <a:p>
            <a:r>
              <a:t>      "f1": "0.12716763005780346",</a:t>
            </a:r>
          </a:p>
          <a:p>
            <a:r>
              <a:t>      "row_count": "4765",</a:t>
            </a:r>
          </a:p>
          <a:p>
            <a:r>
              <a:t>      "positive_rate": "0.06820566631689402",</a:t>
            </a:r>
          </a:p>
          <a:p>
            <a:r>
              <a:t>      "metrics_path": "artifacts/cluster-run/all/results/model/words_10/NN/refactored/metrics.json"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"15",</a:t>
            </a:r>
          </a:p>
          <a:p>
            <a:r>
              <a:t>      "model": "RF",</a:t>
            </a:r>
          </a:p>
          <a:p>
            <a:r>
              <a:t>      "variant": "baseline",</a:t>
            </a:r>
          </a:p>
          <a:p>
            <a:r>
              <a:t>      "auc_prc": "0.08519152533688826",</a:t>
            </a:r>
          </a:p>
          <a:p>
            <a:r>
              <a:t>      "average_precision": "0.08678919973563928",</a:t>
            </a:r>
          </a:p>
          <a:p>
            <a:r>
              <a:t>      "accuracy": "0.8799580272822666",</a:t>
            </a:r>
          </a:p>
          <a:p>
            <a:r>
              <a:t>      "roc_auc": "0.6695193370165746",</a:t>
            </a:r>
          </a:p>
          <a:p>
            <a:r>
              <a:t>      "precision": "0.0891089108910891",</a:t>
            </a:r>
          </a:p>
          <a:p>
            <a:r>
              <a:t>      "recall": "0.15",</a:t>
            </a:r>
          </a:p>
          <a:p>
            <a:r>
              <a:t>      "f1": "0.11180124223602485",</a:t>
            </a:r>
          </a:p>
          <a:p>
            <a:r>
              <a:t>      "row_count": "4765",</a:t>
            </a:r>
          </a:p>
          <a:p>
            <a:r>
              <a:t>      "positive_rate": "0.05036726128016789",</a:t>
            </a:r>
          </a:p>
          <a:p>
            <a:r>
              <a:t>      "metrics_path": "artifacts/cluster-run/all/results/model/words_15/RF/baseline/metrics.json"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"15",</a:t>
            </a:r>
          </a:p>
          <a:p>
            <a:r>
              <a:t>      "model": "RF",</a:t>
            </a:r>
          </a:p>
          <a:p>
            <a:r>
              <a:t>      "variant": "refactored",</a:t>
            </a:r>
          </a:p>
          <a:p>
            <a:r>
              <a:t>      "auc_prc": "0.08376238571707453",</a:t>
            </a:r>
          </a:p>
          <a:p>
            <a:r>
              <a:t>      "average_precision": "0.08543392068095307",</a:t>
            </a:r>
          </a:p>
          <a:p>
            <a:r>
              <a:t>      "accuracy": "0.8856243441762854",</a:t>
            </a:r>
          </a:p>
          <a:p>
            <a:r>
              <a:t>      "roc_auc": "0.6761726519337017",</a:t>
            </a:r>
          </a:p>
          <a:p>
            <a:r>
              <a:t>      "precision": "0.08672086720867209",</a:t>
            </a:r>
          </a:p>
          <a:p>
            <a:r>
              <a:t>      "recall": "0.13333333333333333",</a:t>
            </a:r>
          </a:p>
          <a:p>
            <a:r>
              <a:t>      "f1": "0.10509031198686372",</a:t>
            </a:r>
          </a:p>
          <a:p>
            <a:r>
              <a:t>      "row_count": "4765",</a:t>
            </a:r>
          </a:p>
          <a:p>
            <a:r>
              <a:t>      "positive_rate": "0.05036726128016789",</a:t>
            </a:r>
          </a:p>
          <a:p>
            <a:r>
              <a:t>      "metrics_path": "artifacts/cluster-run/all/results/model/words_15/RF/refactored/metrics.json"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"15",</a:t>
            </a:r>
          </a:p>
          <a:p>
            <a:r>
              <a:t>      "model": "XGboost",</a:t>
            </a:r>
          </a:p>
          <a:p>
            <a:r>
              <a:t>      "variant": "baseline",</a:t>
            </a:r>
          </a:p>
          <a:p>
            <a:r>
              <a:t>      "auc_prc": "0.07575253362559936",</a:t>
            </a:r>
          </a:p>
          <a:p>
            <a:r>
              <a:t>      "average_precision": "0.07743454453312912",</a:t>
            </a:r>
          </a:p>
          <a:p>
            <a:r>
              <a:t>      "accuracy": "0.8621196222455404",</a:t>
            </a:r>
          </a:p>
          <a:p>
            <a:r>
              <a:t>      "roc_auc": "0.6626680478821363",</a:t>
            </a:r>
          </a:p>
          <a:p>
            <a:r>
              <a:t>      "precision": "0.05919661733615222",</a:t>
            </a:r>
          </a:p>
          <a:p>
            <a:r>
              <a:t>      "recall": "0.11666666666666667",</a:t>
            </a:r>
          </a:p>
          <a:p>
            <a:r>
              <a:t>      "f1": "0.0785413744740533",</a:t>
            </a:r>
          </a:p>
          <a:p>
            <a:r>
              <a:t>      "row_count": "4765",</a:t>
            </a:r>
          </a:p>
          <a:p>
            <a:r>
              <a:t>      "positive_rate": "0.05036726128016789",</a:t>
            </a:r>
          </a:p>
          <a:p>
            <a:r>
              <a:t>      "metrics_path": "artifacts/cluster-run/all/results/model/words_15/XGboost/baseline/metrics.json"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"15",</a:t>
            </a:r>
          </a:p>
          <a:p>
            <a:r>
              <a:t>      "model": "XGboost",</a:t>
            </a:r>
          </a:p>
          <a:p>
            <a:r>
              <a:t>      "variant": "refactored",</a:t>
            </a:r>
          </a:p>
          <a:p>
            <a:r>
              <a:t>      "auc_prc": "0.08560305222275916",</a:t>
            </a:r>
          </a:p>
          <a:p>
            <a:r>
              <a:t>      "average_precision": "0.08681663884197519",</a:t>
            </a:r>
          </a:p>
          <a:p>
            <a:r>
              <a:t>      "accuracy": "0.9152151101783841",</a:t>
            </a:r>
          </a:p>
          <a:p>
            <a:r>
              <a:t>      "roc_auc": "0.6809562615101289",</a:t>
            </a:r>
          </a:p>
          <a:p>
            <a:r>
              <a:t>      "precision": "0.07731958762886598",</a:t>
            </a:r>
          </a:p>
          <a:p>
            <a:r>
              <a:t>      "recall": "0.0625",</a:t>
            </a:r>
          </a:p>
          <a:p>
            <a:r>
              <a:t>      "f1": "0.06912442396313365",</a:t>
            </a:r>
          </a:p>
          <a:p>
            <a:r>
              <a:t>      "row_count": "4765",</a:t>
            </a:r>
          </a:p>
          <a:p>
            <a:r>
              <a:t>      "positive_rate": "0.05036726128016789",</a:t>
            </a:r>
          </a:p>
          <a:p>
            <a:r>
              <a:t>      "metrics_path": "artifacts/cluster-run/all/results/model/words_15/XGboost/refactored/metrics.json"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"15",</a:t>
            </a:r>
          </a:p>
          <a:p>
            <a:r>
              <a:t>      "model": "NN",</a:t>
            </a:r>
          </a:p>
          <a:p>
            <a:r>
              <a:t>      "variant": "baseline",</a:t>
            </a:r>
          </a:p>
          <a:p>
            <a:r>
              <a:t>      "auc_prc": "0.07547260464725383",</a:t>
            </a:r>
          </a:p>
          <a:p>
            <a:r>
              <a:t>      "average_precision": "0.07711960056751868",</a:t>
            </a:r>
          </a:p>
          <a:p>
            <a:r>
              <a:t>      "accuracy": "0.8560335781741868",</a:t>
            </a:r>
          </a:p>
          <a:p>
            <a:r>
              <a:t>      "roc_auc": "0.5940165745856354",</a:t>
            </a:r>
          </a:p>
          <a:p>
            <a:r>
              <a:t>      "precision": "0.07924528301886792",</a:t>
            </a:r>
          </a:p>
          <a:p>
            <a:r>
              <a:t>      "recall": "0.175",</a:t>
            </a:r>
          </a:p>
          <a:p>
            <a:r>
              <a:t>      "f1": "0.10909090909090909",</a:t>
            </a:r>
          </a:p>
          <a:p>
            <a:r>
              <a:t>      "row_count": "4765",</a:t>
            </a:r>
          </a:p>
          <a:p>
            <a:r>
              <a:t>      "positive_rate": "0.05036726128016789",</a:t>
            </a:r>
          </a:p>
          <a:p>
            <a:r>
              <a:t>      "metrics_path": "artifacts/cluster-run/all/results/model/words_15/NN/baseline/metrics.json"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"15",</a:t>
            </a:r>
          </a:p>
          <a:p>
            <a:r>
              <a:t>      "model": "NN",</a:t>
            </a:r>
          </a:p>
          <a:p>
            <a:r>
              <a:t>      "variant": "refactored",</a:t>
            </a:r>
          </a:p>
          <a:p>
            <a:r>
              <a:t>      "auc_prc": "0.07731807106926766",</a:t>
            </a:r>
          </a:p>
          <a:p>
            <a:r>
              <a:t>      "average_precision": "0.07832704944253258",</a:t>
            </a:r>
          </a:p>
          <a:p>
            <a:r>
              <a:t>      "accuracy": "0.8818467995802728",</a:t>
            </a:r>
          </a:p>
          <a:p>
            <a:r>
              <a:t>      "roc_auc": "0.5780497237569061",</a:t>
            </a:r>
          </a:p>
          <a:p>
            <a:r>
              <a:t>      "precision": "0.07611548556430446",</a:t>
            </a:r>
          </a:p>
          <a:p>
            <a:r>
              <a:t>      "recall": "0.12083333333333333",</a:t>
            </a:r>
          </a:p>
          <a:p>
            <a:r>
              <a:t>      "f1": "0.09339774557165861",</a:t>
            </a:r>
          </a:p>
          <a:p>
            <a:r>
              <a:t>      "row_count": "4765",</a:t>
            </a:r>
          </a:p>
          <a:p>
            <a:r>
              <a:t>      "positive_rate": "0.05036726128016789",</a:t>
            </a:r>
          </a:p>
          <a:p>
            <a:r>
              <a:t>      "metrics_path": "artifacts/cluster-run/all/results/model/words_15/NN/refactored/metrics.json"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"20",</a:t>
            </a:r>
          </a:p>
          <a:p>
            <a:r>
              <a:t>      "model": "RF",</a:t>
            </a:r>
          </a:p>
          <a:p>
            <a:r>
              <a:t>      "variant": "baseline",</a:t>
            </a:r>
          </a:p>
          <a:p>
            <a:r>
              <a:t>      "auc_prc": "0.07747347765366824",</a:t>
            </a:r>
          </a:p>
          <a:p>
            <a:r>
              <a:t>      "average_precision": "0.07894981726166406",</a:t>
            </a:r>
          </a:p>
          <a:p>
            <a:r>
              <a:t>      "accuracy": "0.9353620146904512",</a:t>
            </a:r>
          </a:p>
          <a:p>
            <a:r>
              <a:t>      "roc_auc": "0.6674620035392396",</a:t>
            </a:r>
          </a:p>
          <a:p>
            <a:r>
              <a:t>      "precision": "0.11258278145695365",</a:t>
            </a:r>
          </a:p>
          <a:p>
            <a:r>
              <a:t>      "recall": "0.08900523560209424",</a:t>
            </a:r>
          </a:p>
          <a:p>
            <a:r>
              <a:t>      "f1": "0.09941520467836258",</a:t>
            </a:r>
          </a:p>
          <a:p>
            <a:r>
              <a:t>      "row_count": "4765",</a:t>
            </a:r>
          </a:p>
          <a:p>
            <a:r>
              <a:t>      "positive_rate": "0.04008394543546694",</a:t>
            </a:r>
          </a:p>
          <a:p>
            <a:r>
              <a:t>      "metrics_path": "artifacts/cluster-run/all/results/model/words_20/RF/baseline/metrics.json"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"20",</a:t>
            </a:r>
          </a:p>
          <a:p>
            <a:r>
              <a:t>      "model": "RF",</a:t>
            </a:r>
          </a:p>
          <a:p>
            <a:r>
              <a:t>      "variant": "refactored",</a:t>
            </a:r>
          </a:p>
          <a:p>
            <a:r>
              <a:t>      "auc_prc": "0.07649396658360672",</a:t>
            </a:r>
          </a:p>
          <a:p>
            <a:r>
              <a:t>      "average_precision": "0.07806557777502035",</a:t>
            </a:r>
          </a:p>
          <a:p>
            <a:r>
              <a:t>      "accuracy": "0.9273871983210913",</a:t>
            </a:r>
          </a:p>
          <a:p>
            <a:r>
              <a:t>      "roc_auc": "0.682131762271157",</a:t>
            </a:r>
          </a:p>
          <a:p>
            <a:r>
              <a:t>      "precision": "0.08994708994708994",</a:t>
            </a:r>
          </a:p>
          <a:p>
            <a:r>
              <a:t>      "recall": "0.08900523560209424",</a:t>
            </a:r>
          </a:p>
          <a:p>
            <a:r>
              <a:t>      "f1": "0.08947368421052632",</a:t>
            </a:r>
          </a:p>
          <a:p>
            <a:r>
              <a:t>      "row_count": "4765",</a:t>
            </a:r>
          </a:p>
          <a:p>
            <a:r>
              <a:t>      "positive_rate": "0.04008394543546694",</a:t>
            </a:r>
          </a:p>
          <a:p>
            <a:r>
              <a:t>      "metrics_path": "artifacts/cluster-run/all/results/model/words_20/RF/refactored/metrics.json"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"20",</a:t>
            </a:r>
          </a:p>
          <a:p>
            <a:r>
              <a:t>      "model": "XGboost",</a:t>
            </a:r>
          </a:p>
          <a:p>
            <a:r>
              <a:t>      "variant": "baseline",</a:t>
            </a:r>
          </a:p>
          <a:p>
            <a:r>
              <a:t>      "auc_prc": "0.07672378503169253",</a:t>
            </a:r>
          </a:p>
          <a:p>
            <a:r>
              <a:t>      "average_precision": "0.07931628612203584",</a:t>
            </a:r>
          </a:p>
          <a:p>
            <a:r>
              <a:t>      "accuracy": "0.9137460650577125",</a:t>
            </a:r>
          </a:p>
          <a:p>
            <a:r>
              <a:t>      "roc_auc": "0.7027158970461315",</a:t>
            </a:r>
          </a:p>
          <a:p>
            <a:r>
              <a:t>      "precision": "0.09854014598540146",</a:t>
            </a:r>
          </a:p>
          <a:p>
            <a:r>
              <a:t>      "recall": "0.14136125654450263",</a:t>
            </a:r>
          </a:p>
          <a:p>
            <a:r>
              <a:t>      "f1": "0.11612903225806451",</a:t>
            </a:r>
          </a:p>
          <a:p>
            <a:r>
              <a:t>      "row_count": "4765",</a:t>
            </a:r>
          </a:p>
          <a:p>
            <a:r>
              <a:t>      "positive_rate": "0.04008394543546694",</a:t>
            </a:r>
          </a:p>
          <a:p>
            <a:r>
              <a:t>      "metrics_path": "artifacts/cluster-run/all/results/model/words_20/XGboost/baseline/metrics.json"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"20",</a:t>
            </a:r>
          </a:p>
          <a:p>
            <a:r>
              <a:t>      "model": "XGboost",</a:t>
            </a:r>
          </a:p>
          <a:p>
            <a:r>
              <a:t>      "variant": "refactored",</a:t>
            </a:r>
          </a:p>
          <a:p>
            <a:r>
              <a:t>      "auc_prc": "0.07357004958455021",</a:t>
            </a:r>
          </a:p>
          <a:p>
            <a:r>
              <a:t>      "average_precision": "0.07574870743845265",</a:t>
            </a:r>
          </a:p>
          <a:p>
            <a:r>
              <a:t>      "accuracy": "0.910598111227702",</a:t>
            </a:r>
          </a:p>
          <a:p>
            <a:r>
              <a:t>      "roc_auc": "0.6904704945091422",</a:t>
            </a:r>
          </a:p>
          <a:p>
            <a:r>
              <a:t>      "precision": "0.09059233449477352",</a:t>
            </a:r>
          </a:p>
          <a:p>
            <a:r>
              <a:t>      "recall": "0.13612565445026178",</a:t>
            </a:r>
          </a:p>
          <a:p>
            <a:r>
              <a:t>      "f1": "0.1087866108786611",</a:t>
            </a:r>
          </a:p>
          <a:p>
            <a:r>
              <a:t>      "row_count": "4765",</a:t>
            </a:r>
          </a:p>
          <a:p>
            <a:r>
              <a:t>      "positive_rate": "0.04008394543546694",</a:t>
            </a:r>
          </a:p>
          <a:p>
            <a:r>
              <a:t>      "metrics_path": "artifacts/cluster-run/all/results/model/words_20/XGboost/refactored/metrics.json"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"20",</a:t>
            </a:r>
          </a:p>
          <a:p>
            <a:r>
              <a:t>      "model": "NN",</a:t>
            </a:r>
          </a:p>
          <a:p>
            <a:r>
              <a:t>      "variant": "baseline",</a:t>
            </a:r>
          </a:p>
          <a:p>
            <a:r>
              <a:t>      "auc_prc": "0.07671668436431352",</a:t>
            </a:r>
          </a:p>
          <a:p>
            <a:r>
              <a:t>      "average_precision": "0.07946063233877934",</a:t>
            </a:r>
          </a:p>
          <a:p>
            <a:r>
              <a:t>      "accuracy": "0.9137460650577125",</a:t>
            </a:r>
          </a:p>
          <a:p>
            <a:r>
              <a:t>      "roc_auc": "0.6514844889278577",</a:t>
            </a:r>
          </a:p>
          <a:p>
            <a:r>
              <a:t>      "precision": "0.0703125",</a:t>
            </a:r>
          </a:p>
          <a:p>
            <a:r>
              <a:t>      "recall": "0.09424083769633508",</a:t>
            </a:r>
          </a:p>
          <a:p>
            <a:r>
              <a:t>      "f1": "0.08053691275167786",</a:t>
            </a:r>
          </a:p>
          <a:p>
            <a:r>
              <a:t>      "row_count": "4765",</a:t>
            </a:r>
          </a:p>
          <a:p>
            <a:r>
              <a:t>      "positive_rate": "0.04008394543546694",</a:t>
            </a:r>
          </a:p>
          <a:p>
            <a:r>
              <a:t>      "metrics_path": "artifacts/cluster-run/all/results/model/words_20/NN/baseline/metrics.json"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"20",</a:t>
            </a:r>
          </a:p>
          <a:p>
            <a:r>
              <a:t>      "model": "NN",</a:t>
            </a:r>
          </a:p>
          <a:p>
            <a:r>
              <a:t>      "variant": "refactored",</a:t>
            </a:r>
          </a:p>
          <a:p>
            <a:r>
              <a:t>      "auc_prc": "0.06608198374296814",</a:t>
            </a:r>
          </a:p>
          <a:p>
            <a:r>
              <a:t>      "average_precision": "0.06754279774853031",</a:t>
            </a:r>
          </a:p>
          <a:p>
            <a:r>
              <a:t>      "accuracy": "0.9147953830010493",</a:t>
            </a:r>
          </a:p>
          <a:p>
            <a:r>
              <a:t>      "roc_auc": "0.6269456088018552",</a:t>
            </a:r>
          </a:p>
          <a:p>
            <a:r>
              <a:t>      "precision": "0.09125475285171103",</a:t>
            </a:r>
          </a:p>
          <a:p>
            <a:r>
              <a:t>      "recall": "0.1256544502617801",</a:t>
            </a:r>
          </a:p>
          <a:p>
            <a:r>
              <a:t>      "f1": "0.10572687224669602",</a:t>
            </a:r>
          </a:p>
          <a:p>
            <a:r>
              <a:t>      "row_count": "4765",</a:t>
            </a:r>
          </a:p>
          <a:p>
            <a:r>
              <a:t>      "positive_rate": "0.04008394543546694",</a:t>
            </a:r>
          </a:p>
          <a:p>
            <a:r>
              <a:t>      "metrics_path": "artifacts/cluster-run/all/results/model/words_20/NN/refactored/metrics.json"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"spec": {</a:t>
            </a:r>
          </a:p>
          <a:p>
            <a:r>
              <a:t>    "experiment": "Pooled chronological comparison (#358)",</a:t>
            </a:r>
          </a:p>
          <a:p>
            <a:r>
              <a:t>    "task": "Train a single pooled model per family and level using six repositories; compare unweighted training with balancing on the same future test rows.",</a:t>
            </a:r>
          </a:p>
          <a:p>
            <a:r>
              <a:t>    "why": [</a:t>
            </a:r>
          </a:p>
          <a:p>
            <a:r>
              <a:t>      "Global chronological split, not a separate split per repository.",</a:t>
            </a:r>
          </a:p>
          <a:p>
            <a:r>
              <a:t>      "Levels 5, 10, 15 and 20; RF, legacy boosting and NN; two variants.",</a:t>
            </a:r>
          </a:p>
          <a:p>
            <a:r>
              <a:t>      "One grouped job succeeded: all 24 outputs present.",</a:t>
            </a:r>
          </a:p>
          <a:p>
            <a:r>
              <a:t>      "Existing CSV data; different evaluation population from #357 and #360."</a:t>
            </a:r>
          </a:p>
          <a:p>
            <a:r>
              <a:t>    ],</a:t>
            </a:r>
          </a:p>
          <a:p>
            <a:r>
              <a:t>    "conclusions": {</a:t>
            </a:r>
          </a:p>
          <a:p>
            <a:r>
              <a:t>      "findings": [</a:t>
            </a:r>
          </a:p>
          <a:p>
            <a:r>
              <a:t>        "Balancing wins 5/12 paired AUC-PRC comparisons and loses 7/12.",</a:t>
            </a:r>
          </a:p>
          <a:p>
            <a:r>
              <a:t>        "Mean across 12 model/level scores: 0.09807 to 0.09801. Essentially unchanged descriptively.",</a:t>
            </a:r>
          </a:p>
          <a:p>
            <a:r>
              <a:t>        "Best: baseline legacy boosting, level 5 = 0.1470 AUC-PRC; ROC AUC 0.6138.",</a:t>
            </a:r>
          </a:p>
          <a:p>
            <a:r>
              <a:t>        "Test positives: 504 / 325 / 240 / 191 at levels 5 / 10 / 15 / 20."</a:t>
            </a:r>
          </a:p>
          <a:p>
            <a:r>
              <a:t>      ],</a:t>
            </a:r>
          </a:p>
          <a:p>
            <a:r>
              <a:t>      "next_steps": [</a:t>
            </a:r>
          </a:p>
          <a:p>
            <a:r>
              <a:t>        "Qt and Apache supply 94.6% of test rows; Hyperledger and IntelDAOS have no test rows.",</a:t>
            </a:r>
          </a:p>
          <a:p>
            <a:r>
              <a:t>        "Keep unweighted candidates. Balancing has mixed effects, not a consistent gain.",</a:t>
            </a:r>
          </a:p>
          <a:p>
            <a:r>
              <a:t>        "Pooled scores are not six-project macro means; do not rank protocols as matched experiments.",</a:t>
            </a:r>
          </a:p>
          <a:p>
            <a:r>
              <a:t>        "No original rich-feature replay. Legacy 'XGboost' is GradientBoostingClassifier."</a:t>
            </a:r>
          </a:p>
          <a:p>
            <a:r>
              <a:t>      ]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"split_manifest": {</a:t>
            </a:r>
          </a:p>
          <a:p>
            <a:r>
              <a:t>    "baseline_definition": "unweighted model-family rerun, not the published old pipeline",</a:t>
            </a:r>
          </a:p>
          <a:p>
            <a:r>
              <a:t>    "feature_policy": "same_pre_sprint_transform_for_both_variants",</a:t>
            </a:r>
          </a:p>
          <a:p>
            <a:r>
              <a:t>    "historical_pipeline_replayed": false,</a:t>
            </a:r>
          </a:p>
          <a:p>
            <a:r>
              <a:t>    "partitions": {</a:t>
            </a:r>
          </a:p>
          <a:p>
            <a:r>
              <a:t>      "test": {</a:t>
            </a:r>
          </a:p>
          <a:p>
            <a:r>
              <a:t>        "first_sprint_entry": "2021-09-29 05:43:37",</a:t>
            </a:r>
          </a:p>
          <a:p>
            <a:r>
              <a:t>        "last_sprint_entry": "2023-04-27 18:22:56",</a:t>
            </a:r>
          </a:p>
          <a:p>
            <a:r>
              <a:t>        "positive_counts": {</a:t>
            </a:r>
          </a:p>
          <a:p>
            <a:r>
              <a:t>          "10": 325,</a:t>
            </a:r>
          </a:p>
          <a:p>
            <a:r>
              <a:t>          "15": 240,</a:t>
            </a:r>
          </a:p>
          <a:p>
            <a:r>
              <a:t>          "20": 191,</a:t>
            </a:r>
          </a:p>
          <a:p>
            <a:r>
              <a:t>          "5": 504</a:t>
            </a:r>
          </a:p>
          <a:p>
            <a:r>
              <a:t>        },</a:t>
            </a:r>
          </a:p>
          <a:p>
            <a:r>
              <a:t>        "row_ids_sha256": "181521dbae0ae27219420d0a5f878caae34cbec6dc080320464dd70b99ea709f",</a:t>
            </a:r>
          </a:p>
          <a:p>
            <a:r>
              <a:t>        "rows": 4765,</a:t>
            </a:r>
          </a:p>
          <a:p>
            <a:r>
              <a:t>        "source_counts": {</a:t>
            </a:r>
          </a:p>
          <a:p>
            <a:r>
              <a:t>          "Apache": 1841,</a:t>
            </a:r>
          </a:p>
          <a:p>
            <a:r>
              <a:t>          "Jira": 16,</a:t>
            </a:r>
          </a:p>
          <a:p>
            <a:r>
              <a:t>          "MariaDB": 239,</a:t>
            </a:r>
          </a:p>
          <a:p>
            <a:r>
              <a:t>          "Qt": 2669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"train": {</a:t>
            </a:r>
          </a:p>
          <a:p>
            <a:r>
              <a:t>        "first_sprint_entry": "2006-08-23 06:57:12",</a:t>
            </a:r>
          </a:p>
          <a:p>
            <a:r>
              <a:t>        "last_sprint_entry": "2019-12-16 10:53:39",</a:t>
            </a:r>
          </a:p>
          <a:p>
            <a:r>
              <a:t>        "positive_counts": {</a:t>
            </a:r>
          </a:p>
          <a:p>
            <a:r>
              <a:t>          "10": 1703,</a:t>
            </a:r>
          </a:p>
          <a:p>
            <a:r>
              <a:t>          "15": 1452,</a:t>
            </a:r>
          </a:p>
          <a:p>
            <a:r>
              <a:t>          "20": 999,</a:t>
            </a:r>
          </a:p>
          <a:p>
            <a:r>
              <a:t>          "5": 2114</a:t>
            </a:r>
          </a:p>
          <a:p>
            <a:r>
              <a:t>        },</a:t>
            </a:r>
          </a:p>
          <a:p>
            <a:r>
              <a:t>        "row_ids_sha256": "a5e2cca916f9797ce249d69ca0e280048d80b5b9f8d5b4fc37edbaeb0d958d7c",</a:t>
            </a:r>
          </a:p>
          <a:p>
            <a:r>
              <a:t>        "rows": 14293,</a:t>
            </a:r>
          </a:p>
          <a:p>
            <a:r>
              <a:t>        "source_counts": {</a:t>
            </a:r>
          </a:p>
          <a:p>
            <a:r>
              <a:t>          "Apache": 5006,</a:t>
            </a:r>
          </a:p>
          <a:p>
            <a:r>
              <a:t>          "Hyperledger": 4380,</a:t>
            </a:r>
          </a:p>
          <a:p>
            <a:r>
              <a:t>          "IntelDAOS": 1258,</a:t>
            </a:r>
          </a:p>
          <a:p>
            <a:r>
              <a:t>          "Jira": 1530,</a:t>
            </a:r>
          </a:p>
          <a:p>
            <a:r>
              <a:t>          "MariaDB": 1365,</a:t>
            </a:r>
          </a:p>
          <a:p>
            <a:r>
              <a:t>          "Qt": 754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"validation": {</a:t>
            </a:r>
          </a:p>
          <a:p>
            <a:r>
              <a:t>        "first_sprint_entry": "2019-12-16 12:37:11",</a:t>
            </a:r>
          </a:p>
          <a:p>
            <a:r>
              <a:t>        "last_sprint_entry": "2021-09-29 05:39:56",</a:t>
            </a:r>
          </a:p>
          <a:p>
            <a:r>
              <a:t>        "positive_counts": {</a:t>
            </a:r>
          </a:p>
          <a:p>
            <a:r>
              <a:t>          "10": 451,</a:t>
            </a:r>
          </a:p>
          <a:p>
            <a:r>
              <a:t>          "15": 364,</a:t>
            </a:r>
          </a:p>
          <a:p>
            <a:r>
              <a:t>          "20": 311,</a:t>
            </a:r>
          </a:p>
          <a:p>
            <a:r>
              <a:t>          "5": 572</a:t>
            </a:r>
          </a:p>
          <a:p>
            <a:r>
              <a:t>        },</a:t>
            </a:r>
          </a:p>
          <a:p>
            <a:r>
              <a:t>        "row_ids_sha256": "1ee57e9c7f89b88b487e016294a3f96d5b54651b80e646f445fefb2602a7baf7",</a:t>
            </a:r>
          </a:p>
          <a:p>
            <a:r>
              <a:t>        "rows": 4764,</a:t>
            </a:r>
          </a:p>
          <a:p>
            <a:r>
              <a:t>        "source_counts": {</a:t>
            </a:r>
          </a:p>
          <a:p>
            <a:r>
              <a:t>          "Apache": 825,</a:t>
            </a:r>
          </a:p>
          <a:p>
            <a:r>
              <a:t>          "Hyperledger": 436,</a:t>
            </a:r>
          </a:p>
          <a:p>
            <a:r>
              <a:t>          "IntelDAOS": 408,</a:t>
            </a:r>
          </a:p>
          <a:p>
            <a:r>
              <a:t>          "Jira": 28,</a:t>
            </a:r>
          </a:p>
          <a:p>
            <a:r>
              <a:t>          "MariaDB": 379,</a:t>
            </a:r>
          </a:p>
          <a:p>
            <a:r>
              <a:t>          "Qt": 2688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"project": "all",</a:t>
            </a:r>
          </a:p>
          <a:p>
            <a:r>
              <a:t>    "protocol": "pooled",</a:t>
            </a:r>
          </a:p>
          <a:p>
            <a:r>
              <a:t>    "selection_metric": "validation_auc_prc",</a:t>
            </a:r>
          </a:p>
          <a:p>
            <a:r>
              <a:t>    "test_weights": "none",</a:t>
            </a:r>
          </a:p>
          <a:p>
            <a:r>
              <a:t>    "versions": {</a:t>
            </a:r>
          </a:p>
          <a:p>
            <a:r>
              <a:t>      "numpy": "1.23.5",</a:t>
            </a:r>
          </a:p>
          <a:p>
            <a:r>
              <a:t>      "pandas": "2.0.1",</a:t>
            </a:r>
          </a:p>
          <a:p>
            <a:r>
              <a:t>      "sklearn": "1.2.2"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  <a:p>
            <a:r>
              <a:t>Explicit research question: Can a model trained on older data from multiple repositories predict instability in newer issues?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https://github.com/yakovelmaleh/Master/pull/358</a:t>
            </a:r>
          </a:p>
          <a:p>
            <a:r>
              <a:t>Artifact commit: 613d77153bb4f3f00c8111290caa2a767302309e</a:t>
            </a:r>
          </a:p>
          <a:p>
            <a:r>
              <a:t>Bundle: Tasks/task-summaries/verify-refactored-instability-model-20260927-134800</a:t>
            </a:r>
          </a:p>
          <a:p>
            <a:r>
              <a:t>Cluster run: 20260924-212306-286254; appended September 27, 2026.</a:t>
            </a:r>
          </a:p>
          <a:p>
            <a:r>
              <a:t>RESULTS.csv supplies reported metrics; split_manifest.json supplies counts and dates; verification_manifest.json records success. All 24 run_metadata.json files were checked for matching test hashes, unweighted tests, selection policy and training balancing.</a:t>
            </a:r>
          </a:p>
          <a:p>
            <a:r>
              <a:t>Scores were aggregated, not independently rescored from predictions. The overall mean equally weights 12 model/level scores, not six projects. It is descriptive, not evidence of statistical equivalence or significance. Level-5 test prevalence: 504/4765 = 10.58%; always-stable accuracy = 89.42%, versus the best-AUC-PRC model's reported accuracy of 80.90%.</a:t>
            </a:r>
          </a:p>
          <a:p>
            <a:r>
              <a:t>{</a:t>
            </a:r>
          </a:p>
          <a:p>
            <a:r>
              <a:t>  "overall": {</a:t>
            </a:r>
          </a:p>
          <a:p>
            <a:r>
              <a:t>    "baseline": 0.09806660107080348,</a:t>
            </a:r>
          </a:p>
          <a:p>
            <a:r>
              <a:t>    "refactored": 0.09801082368465057</a:t>
            </a:r>
          </a:p>
          <a:p>
            <a:r>
              <a:t>  },</a:t>
            </a:r>
          </a:p>
          <a:p>
            <a:r>
              <a:t>  "wins": 5,</a:t>
            </a:r>
          </a:p>
          <a:p>
            <a:r>
              <a:t>  "ties": 0,</a:t>
            </a:r>
          </a:p>
          <a:p>
            <a:r>
              <a:t>  "results": [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"5",</a:t>
            </a:r>
          </a:p>
          <a:p>
            <a:r>
              <a:t>      "model": "RF",</a:t>
            </a:r>
          </a:p>
          <a:p>
            <a:r>
              <a:t>      "variant": "baseline",</a:t>
            </a:r>
          </a:p>
          <a:p>
            <a:r>
              <a:t>      "auc_prc": "0.13408669194339468",</a:t>
            </a:r>
          </a:p>
          <a:p>
            <a:r>
              <a:t>      "average_precision": "0.13521031398765176",</a:t>
            </a:r>
          </a:p>
          <a:p>
            <a:r>
              <a:t>      "accuracy": "0.7863588667366211",</a:t>
            </a:r>
          </a:p>
          <a:p>
            <a:r>
              <a:t>      "roc_auc": "0.5857209444835589",</a:t>
            </a:r>
          </a:p>
          <a:p>
            <a:r>
              <a:t>      "precision": "0.12861271676300579",</a:t>
            </a:r>
          </a:p>
          <a:p>
            <a:r>
              <a:t>      "recall": "0.1765873015873016",</a:t>
            </a:r>
          </a:p>
          <a:p>
            <a:r>
              <a:t>      "f1": "0.14882943143812707",</a:t>
            </a:r>
          </a:p>
          <a:p>
            <a:r>
              <a:t>      "row_count": "4765",</a:t>
            </a:r>
          </a:p>
          <a:p>
            <a:r>
              <a:t>      "positive_rate": "0.10577124868835257",</a:t>
            </a:r>
          </a:p>
          <a:p>
            <a:r>
              <a:t>      "metrics_path": "artifacts/cluster-run/all/results/model/words_5/RF/baseline/metrics.json"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"5",</a:t>
            </a:r>
          </a:p>
          <a:p>
            <a:r>
              <a:t>      "model": "RF",</a:t>
            </a:r>
          </a:p>
          <a:p>
            <a:r>
              <a:t>      "variant": "refactored",</a:t>
            </a:r>
          </a:p>
          <a:p>
            <a:r>
              <a:t>      "auc_prc": "0.14320106957613504",</a:t>
            </a:r>
          </a:p>
          <a:p>
            <a:r>
              <a:t>      "average_precision": "0.14442457223522223",</a:t>
            </a:r>
          </a:p>
          <a:p>
            <a:r>
              <a:t>      "accuracy": "0.8182581322140609",</a:t>
            </a:r>
          </a:p>
          <a:p>
            <a:r>
              <a:t>      "roc_auc": "0.5950364695670962",</a:t>
            </a:r>
          </a:p>
          <a:p>
            <a:r>
              <a:t>      "precision": "0.14785992217898833",</a:t>
            </a:r>
          </a:p>
          <a:p>
            <a:r>
              <a:t>      "recall": "0.15079365079365079",</a:t>
            </a:r>
          </a:p>
          <a:p>
            <a:r>
              <a:t>      "f1": "0.14931237721021612",</a:t>
            </a:r>
          </a:p>
          <a:p>
            <a:r>
              <a:t>      "row_count": "4765",</a:t>
            </a:r>
          </a:p>
          <a:p>
            <a:r>
              <a:t>      "positive_rate": "0.10577124868835257",</a:t>
            </a:r>
          </a:p>
          <a:p>
            <a:r>
              <a:t>      "metrics_path": "artifacts/cluster-run/all/results/model/words_5/RF/refactored/metrics.json"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"5",</a:t>
            </a:r>
          </a:p>
          <a:p>
            <a:r>
              <a:t>      "model": "XGboost",</a:t>
            </a:r>
          </a:p>
          <a:p>
            <a:r>
              <a:t>      "variant": "baseline",</a:t>
            </a:r>
          </a:p>
          <a:p>
            <a:r>
              <a:t>      "auc_prc": "0.14701492467332153",</a:t>
            </a:r>
          </a:p>
          <a:p>
            <a:r>
              <a:t>      "average_precision": "0.1484012515400372",</a:t>
            </a:r>
          </a:p>
          <a:p>
            <a:r>
              <a:t>      "accuracy": "0.8090241343126967",</a:t>
            </a:r>
          </a:p>
          <a:p>
            <a:r>
              <a:t>      "roc_auc": "0.6137916149797163",</a:t>
            </a:r>
          </a:p>
          <a:p>
            <a:r>
              <a:t>      "precision": "0.15593220338983052",</a:t>
            </a:r>
          </a:p>
          <a:p>
            <a:r>
              <a:t>      "recall": "0.18253968253968253",</a:t>
            </a:r>
          </a:p>
          <a:p>
            <a:r>
              <a:t>      "f1": "0.16819012797074953",</a:t>
            </a:r>
          </a:p>
          <a:p>
            <a:r>
              <a:t>      "row_count": "4765",</a:t>
            </a:r>
          </a:p>
          <a:p>
            <a:r>
              <a:t>      "positive_rate": "0.10577124868835257",</a:t>
            </a:r>
          </a:p>
          <a:p>
            <a:r>
              <a:t>      "metrics_path": "artifacts/cluster-run/all/results/model/words_5/XGboost/baseline/metrics.json"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"5",</a:t>
            </a:r>
          </a:p>
          <a:p>
            <a:r>
              <a:t>      "model": "XGboost",</a:t>
            </a:r>
          </a:p>
          <a:p>
            <a:r>
              <a:t>      "variant": "refactored",</a:t>
            </a:r>
          </a:p>
          <a:p>
            <a:r>
              <a:t>      "auc_prc": "0.14522604359063926",</a:t>
            </a:r>
          </a:p>
          <a:p>
            <a:r>
              <a:t>      "average_precision": "0.14622709303586773",</a:t>
            </a:r>
          </a:p>
          <a:p>
            <a:r>
              <a:t>      "accuracy": "0.6923399790136411",</a:t>
            </a:r>
          </a:p>
          <a:p>
            <a:r>
              <a:t>      "roc_auc": "0.6173724496448035",</a:t>
            </a:r>
          </a:p>
          <a:p>
            <a:r>
              <a:t>      "precision": "0.1463235294117647",</a:t>
            </a:r>
          </a:p>
          <a:p>
            <a:r>
              <a:t>      "recall": "0.3948412698412698",</a:t>
            </a:r>
          </a:p>
          <a:p>
            <a:r>
              <a:t>      "f1": "0.21351931330472104",</a:t>
            </a:r>
          </a:p>
          <a:p>
            <a:r>
              <a:t>      "row_count": "4765",</a:t>
            </a:r>
          </a:p>
          <a:p>
            <a:r>
              <a:t>      "positive_rate": "0.10577124868835257",</a:t>
            </a:r>
          </a:p>
          <a:p>
            <a:r>
              <a:t>      "metrics_path": "artifacts/cluster-run/all/results/model/words_5/XGboost/refactored/metrics.json"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"5",</a:t>
            </a:r>
          </a:p>
          <a:p>
            <a:r>
              <a:t>      "model": "NN",</a:t>
            </a:r>
          </a:p>
          <a:p>
            <a:r>
              <a:t>      "variant": "baseline",</a:t>
            </a:r>
          </a:p>
          <a:p>
            <a:r>
              <a:t>      "auc_prc": "0.1298112950092397",</a:t>
            </a:r>
          </a:p>
          <a:p>
            <a:r>
              <a:t>      "average_precision": "0.13064705003265728",</a:t>
            </a:r>
          </a:p>
          <a:p>
            <a:r>
              <a:t>      "accuracy": "0.7922350472193075",</a:t>
            </a:r>
          </a:p>
          <a:p>
            <a:r>
              <a:t>      "roc_auc": "0.507740004395719",</a:t>
            </a:r>
          </a:p>
          <a:p>
            <a:r>
              <a:t>      "precision": "0.125",</a:t>
            </a:r>
          </a:p>
          <a:p>
            <a:r>
              <a:t>      "recall": "0.16071428571428573",</a:t>
            </a:r>
          </a:p>
          <a:p>
            <a:r>
              <a:t>      "f1": "0.14062500000000003",</a:t>
            </a:r>
          </a:p>
          <a:p>
            <a:r>
              <a:t>      "row_count": "4765",</a:t>
            </a:r>
          </a:p>
          <a:p>
            <a:r>
              <a:t>      "positive_rate": "0.10577124868835257",</a:t>
            </a:r>
          </a:p>
          <a:p>
            <a:r>
              <a:t>      "metrics_path": "artifacts/cluster-run/all/results/model/words_5/NN/baseline/metrics.json"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"5",</a:t>
            </a:r>
          </a:p>
          <a:p>
            <a:r>
              <a:t>      "model": "NN",</a:t>
            </a:r>
          </a:p>
          <a:p>
            <a:r>
              <a:t>      "variant": "refactored",</a:t>
            </a:r>
          </a:p>
          <a:p>
            <a:r>
              <a:t>      "auc_prc": "0.11496473692606904",</a:t>
            </a:r>
          </a:p>
          <a:p>
            <a:r>
              <a:t>      "average_precision": "0.11581459997500092",</a:t>
            </a:r>
          </a:p>
          <a:p>
            <a:r>
              <a:t>      "accuracy": "0.7429171038824763",</a:t>
            </a:r>
          </a:p>
          <a:p>
            <a:r>
              <a:t>      "roc_auc": "0.4997974430325991",</a:t>
            </a:r>
          </a:p>
          <a:p>
            <a:r>
              <a:t>      "precision": "0.12092534174553102",</a:t>
            </a:r>
          </a:p>
          <a:p>
            <a:r>
              <a:t>      "recall": "0.22817460317460317",</a:t>
            </a:r>
          </a:p>
          <a:p>
            <a:r>
              <a:t>      "f1": "0.15807560137457044",</a:t>
            </a:r>
          </a:p>
          <a:p>
            <a:r>
              <a:t>      "row_count": "4765",</a:t>
            </a:r>
          </a:p>
          <a:p>
            <a:r>
              <a:t>      "positive_rate": "0.10577124868835257",</a:t>
            </a:r>
          </a:p>
          <a:p>
            <a:r>
              <a:t>      "metrics_path": "artifacts/cluster-run/all/results/model/words_5/NN/refactored/metrics.json"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"10",</a:t>
            </a:r>
          </a:p>
          <a:p>
            <a:r>
              <a:t>      "model": "RF",</a:t>
            </a:r>
          </a:p>
          <a:p>
            <a:r>
              <a:t>      "variant": "baseline",</a:t>
            </a:r>
          </a:p>
          <a:p>
            <a:r>
              <a:t>      "auc_prc": "0.09986088969719606",</a:t>
            </a:r>
          </a:p>
          <a:p>
            <a:r>
              <a:t>      "average_precision": "0.10141718745393818",</a:t>
            </a:r>
          </a:p>
          <a:p>
            <a:r>
              <a:t>      "accuracy": "0.8679958027282266",</a:t>
            </a:r>
          </a:p>
          <a:p>
            <a:r>
              <a:t>      "roc_auc": "0.6248582813582814",</a:t>
            </a:r>
          </a:p>
          <a:p>
            <a:r>
              <a:t>      "precision": "0.1",</a:t>
            </a:r>
          </a:p>
          <a:p>
            <a:r>
              <a:t>      "recall": "0.11692307692307692",</a:t>
            </a:r>
          </a:p>
          <a:p>
            <a:r>
              <a:t>      "f1": "0.1078014184397163",</a:t>
            </a:r>
          </a:p>
          <a:p>
            <a:r>
              <a:t>      "row_count": "4765",</a:t>
            </a:r>
          </a:p>
          <a:p>
            <a:r>
              <a:t>      "positive_rate": "0.06820566631689402",</a:t>
            </a:r>
          </a:p>
          <a:p>
            <a:r>
              <a:t>      "metrics_path": "artifacts/cluster-run/all/results/model/words_10/RF/baseline/metrics.json"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"10",</a:t>
            </a:r>
          </a:p>
          <a:p>
            <a:r>
              <a:t>      "model": "RF",</a:t>
            </a:r>
          </a:p>
          <a:p>
            <a:r>
              <a:t>      "variant": "refactored",</a:t>
            </a:r>
          </a:p>
          <a:p>
            <a:r>
              <a:t>      "auc_prc": "0.10341875564121582",</a:t>
            </a:r>
          </a:p>
          <a:p>
            <a:r>
              <a:t>      "average_precision": "0.10504356784098379",</a:t>
            </a:r>
          </a:p>
          <a:p>
            <a:r>
              <a:t>      "accuracy": "0.8654774396642183",</a:t>
            </a:r>
          </a:p>
          <a:p>
            <a:r>
              <a:t>      "roc_auc": "0.6411344421344422",</a:t>
            </a:r>
          </a:p>
          <a:p>
            <a:r>
              <a:t>      "precision": "0.11083743842364532",</a:t>
            </a:r>
          </a:p>
          <a:p>
            <a:r>
              <a:t>      "recall": "0.13846153846153847",</a:t>
            </a:r>
          </a:p>
          <a:p>
            <a:r>
              <a:t>      "f1": "0.12311901504787963",</a:t>
            </a:r>
          </a:p>
          <a:p>
            <a:r>
              <a:t>      "row_count": "4765",</a:t>
            </a:r>
          </a:p>
          <a:p>
            <a:r>
              <a:t>      "positive_rate": "0.06820566631689402",</a:t>
            </a:r>
          </a:p>
          <a:p>
            <a:r>
              <a:t>      "metrics_path": "artifacts/cluster-run/all/results/model/words_10/RF/refactored/metrics.json"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"10",</a:t>
            </a:r>
          </a:p>
          <a:p>
            <a:r>
              <a:t>      "model": "XGboost",</a:t>
            </a:r>
          </a:p>
          <a:p>
            <a:r>
              <a:t>      "variant": "baseline",</a:t>
            </a:r>
          </a:p>
          <a:p>
            <a:r>
              <a:t>      "auc_prc": "0.10736579881972057",</a:t>
            </a:r>
          </a:p>
          <a:p>
            <a:r>
              <a:t>      "average_precision": "0.10852167417007821",</a:t>
            </a:r>
          </a:p>
          <a:p>
            <a:r>
              <a:t>      "accuracy": "0.8537250786988457",</a:t>
            </a:r>
          </a:p>
          <a:p>
            <a:r>
              <a:t>      "roc_auc": "0.6472813582813582",</a:t>
            </a:r>
          </a:p>
          <a:p>
            <a:r>
              <a:t>      "precision": "0.11885245901639344",</a:t>
            </a:r>
          </a:p>
          <a:p>
            <a:r>
              <a:t>      "recall": "0.17846153846153845",</a:t>
            </a:r>
          </a:p>
          <a:p>
            <a:r>
              <a:t>      "f1": "0.14268142681426815",</a:t>
            </a:r>
          </a:p>
          <a:p>
            <a:r>
              <a:t>      "row_count": "4765",</a:t>
            </a:r>
          </a:p>
          <a:p>
            <a:r>
              <a:t>      "positive_rate": "0.06820566631689402",</a:t>
            </a:r>
          </a:p>
          <a:p>
            <a:r>
              <a:t>      "metrics_path": "artifacts/cluster-run/all/results/model/words_10/XGboost/baseline/metrics.json"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"10",</a:t>
            </a:r>
          </a:p>
          <a:p>
            <a:r>
              <a:t>      "model": "XGboost",</a:t>
            </a:r>
          </a:p>
          <a:p>
            <a:r>
              <a:t>      "variant": "refactored",</a:t>
            </a:r>
          </a:p>
          <a:p>
            <a:r>
              <a:t>      "auc_prc": "0.10153897637795058",</a:t>
            </a:r>
          </a:p>
          <a:p>
            <a:r>
              <a:t>      "average_precision": "0.10317826680478742",</a:t>
            </a:r>
          </a:p>
          <a:p>
            <a:r>
              <a:t>      "accuracy": "0.8379853095487932",</a:t>
            </a:r>
          </a:p>
          <a:p>
            <a:r>
              <a:t>      "roc_auc": "0.6469258489258489",</a:t>
            </a:r>
          </a:p>
          <a:p>
            <a:r>
              <a:t>      "precision": "0.08990825688073395",</a:t>
            </a:r>
          </a:p>
          <a:p>
            <a:r>
              <a:t>      "recall": "0.15076923076923077",</a:t>
            </a:r>
          </a:p>
          <a:p>
            <a:r>
              <a:t>      "f1": "0.11264367816091954",</a:t>
            </a:r>
          </a:p>
          <a:p>
            <a:r>
              <a:t>      "row_count": "4765",</a:t>
            </a:r>
          </a:p>
          <a:p>
            <a:r>
              <a:t>      "positive_rate": "0.06820566631689402",</a:t>
            </a:r>
          </a:p>
          <a:p>
            <a:r>
              <a:t>      "metrics_path": "artifacts/cluster-run/all/results/model/words_10/XGboost/refactored/metrics.json"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"10",</a:t>
            </a:r>
          </a:p>
          <a:p>
            <a:r>
              <a:t>      "model": "NN",</a:t>
            </a:r>
          </a:p>
          <a:p>
            <a:r>
              <a:t>      "variant": "baseline",</a:t>
            </a:r>
          </a:p>
          <a:p>
            <a:r>
              <a:t>      "auc_prc": "0.09132900204735339",</a:t>
            </a:r>
          </a:p>
          <a:p>
            <a:r>
              <a:t>      "average_precision": "0.09309775381815072",</a:t>
            </a:r>
          </a:p>
          <a:p>
            <a:r>
              <a:t>      "accuracy": "0.8472193074501574",</a:t>
            </a:r>
          </a:p>
          <a:p>
            <a:r>
              <a:t>      "roc_auc": "0.5721212751212751",</a:t>
            </a:r>
          </a:p>
          <a:p>
            <a:r>
              <a:t>      "precision": "0.11324376199616124",</a:t>
            </a:r>
          </a:p>
          <a:p>
            <a:r>
              <a:t>      "recall": "0.18153846153846154",</a:t>
            </a:r>
          </a:p>
          <a:p>
            <a:r>
              <a:t>      "f1": "0.13947990543735223",</a:t>
            </a:r>
          </a:p>
          <a:p>
            <a:r>
              <a:t>      "row_count": "4765",</a:t>
            </a:r>
          </a:p>
          <a:p>
            <a:r>
              <a:t>      "positive_rate": "0.06820566631689402",</a:t>
            </a:r>
          </a:p>
          <a:p>
            <a:r>
              <a:t>      "metrics_path": "artifacts/cluster-run/all/results/model/words_10/NN/baseline/metrics.json"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"10",</a:t>
            </a:r>
          </a:p>
          <a:p>
            <a:r>
              <a:t>      "model": "NN",</a:t>
            </a:r>
          </a:p>
          <a:p>
            <a:r>
              <a:t>      "variant": "refactored",</a:t>
            </a:r>
          </a:p>
          <a:p>
            <a:r>
              <a:t>      "auc_prc": "0.1049507931835707",</a:t>
            </a:r>
          </a:p>
          <a:p>
            <a:r>
              <a:t>      "average_precision": "0.1065345021729594",</a:t>
            </a:r>
          </a:p>
          <a:p>
            <a:r>
              <a:t>      "accuracy": "0.8732423924449108",</a:t>
            </a:r>
          </a:p>
          <a:p>
            <a:r>
              <a:t>      "roc_auc": "0.60197920997921",</a:t>
            </a:r>
          </a:p>
          <a:p>
            <a:r>
              <a:t>      "precision": "0.11989100817438691",</a:t>
            </a:r>
          </a:p>
          <a:p>
            <a:r>
              <a:t>      "recall": "0.13538461538461538",</a:t>
            </a:r>
          </a:p>
          <a:p>
            <a:r>
              <a:t>      "f1": "0.12716763005780346",</a:t>
            </a:r>
          </a:p>
          <a:p>
            <a:r>
              <a:t>      "row_count": "4765",</a:t>
            </a:r>
          </a:p>
          <a:p>
            <a:r>
              <a:t>      "positive_rate": "0.06820566631689402",</a:t>
            </a:r>
          </a:p>
          <a:p>
            <a:r>
              <a:t>      "metrics_path": "artifacts/cluster-run/all/results/model/words_10/NN/refactored/metrics.json"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"15",</a:t>
            </a:r>
          </a:p>
          <a:p>
            <a:r>
              <a:t>      "model": "RF",</a:t>
            </a:r>
          </a:p>
          <a:p>
            <a:r>
              <a:t>      "variant": "baseline",</a:t>
            </a:r>
          </a:p>
          <a:p>
            <a:r>
              <a:t>      "auc_prc": "0.08519152533688826",</a:t>
            </a:r>
          </a:p>
          <a:p>
            <a:r>
              <a:t>      "average_precision": "0.08678919973563928",</a:t>
            </a:r>
          </a:p>
          <a:p>
            <a:r>
              <a:t>      "accuracy": "0.8799580272822666",</a:t>
            </a:r>
          </a:p>
          <a:p>
            <a:r>
              <a:t>      "roc_auc": "0.6695193370165746",</a:t>
            </a:r>
          </a:p>
          <a:p>
            <a:r>
              <a:t>      "precision": "0.0891089108910891",</a:t>
            </a:r>
          </a:p>
          <a:p>
            <a:r>
              <a:t>      "recall": "0.15",</a:t>
            </a:r>
          </a:p>
          <a:p>
            <a:r>
              <a:t>      "f1": "0.11180124223602485",</a:t>
            </a:r>
          </a:p>
          <a:p>
            <a:r>
              <a:t>      "row_count": "4765",</a:t>
            </a:r>
          </a:p>
          <a:p>
            <a:r>
              <a:t>      "positive_rate": "0.05036726128016789",</a:t>
            </a:r>
          </a:p>
          <a:p>
            <a:r>
              <a:t>      "metrics_path": "artifacts/cluster-run/all/results/model/words_15/RF/baseline/metrics.json"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"15",</a:t>
            </a:r>
          </a:p>
          <a:p>
            <a:r>
              <a:t>      "model": "RF",</a:t>
            </a:r>
          </a:p>
          <a:p>
            <a:r>
              <a:t>      "variant": "refactored",</a:t>
            </a:r>
          </a:p>
          <a:p>
            <a:r>
              <a:t>      "auc_prc": "0.08376238571707453",</a:t>
            </a:r>
          </a:p>
          <a:p>
            <a:r>
              <a:t>      "average_precision": "0.08543392068095307",</a:t>
            </a:r>
          </a:p>
          <a:p>
            <a:r>
              <a:t>      "accuracy": "0.8856243441762854",</a:t>
            </a:r>
          </a:p>
          <a:p>
            <a:r>
              <a:t>      "roc_auc": "0.6761726519337017",</a:t>
            </a:r>
          </a:p>
          <a:p>
            <a:r>
              <a:t>      "precision": "0.08672086720867209",</a:t>
            </a:r>
          </a:p>
          <a:p>
            <a:r>
              <a:t>      "recall": "0.13333333333333333",</a:t>
            </a:r>
          </a:p>
          <a:p>
            <a:r>
              <a:t>      "f1": "0.10509031198686372",</a:t>
            </a:r>
          </a:p>
          <a:p>
            <a:r>
              <a:t>      "row_count": "4765",</a:t>
            </a:r>
          </a:p>
          <a:p>
            <a:r>
              <a:t>      "positive_rate": "0.05036726128016789",</a:t>
            </a:r>
          </a:p>
          <a:p>
            <a:r>
              <a:t>      "metrics_path": "artifacts/cluster-run/all/results/model/words_15/RF/refactored/metrics.json"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"15",</a:t>
            </a:r>
          </a:p>
          <a:p>
            <a:r>
              <a:t>      "model": "XGboost",</a:t>
            </a:r>
          </a:p>
          <a:p>
            <a:r>
              <a:t>      "variant": "baseline",</a:t>
            </a:r>
          </a:p>
          <a:p>
            <a:r>
              <a:t>      "auc_prc": "0.07575253362559936",</a:t>
            </a:r>
          </a:p>
          <a:p>
            <a:r>
              <a:t>      "average_precision": "0.07743454453312912",</a:t>
            </a:r>
          </a:p>
          <a:p>
            <a:r>
              <a:t>      "accuracy": "0.8621196222455404",</a:t>
            </a:r>
          </a:p>
          <a:p>
            <a:r>
              <a:t>      "roc_auc": "0.6626680478821363",</a:t>
            </a:r>
          </a:p>
          <a:p>
            <a:r>
              <a:t>      "precision": "0.05919661733615222",</a:t>
            </a:r>
          </a:p>
          <a:p>
            <a:r>
              <a:t>      "recall": "0.11666666666666667",</a:t>
            </a:r>
          </a:p>
          <a:p>
            <a:r>
              <a:t>      "f1": "0.0785413744740533",</a:t>
            </a:r>
          </a:p>
          <a:p>
            <a:r>
              <a:t>      "row_count": "4765",</a:t>
            </a:r>
          </a:p>
          <a:p>
            <a:r>
              <a:t>      "positive_rate": "0.05036726128016789",</a:t>
            </a:r>
          </a:p>
          <a:p>
            <a:r>
              <a:t>      "metrics_path": "artifacts/cluster-run/all/results/model/words_15/XGboost/baseline/metrics.json"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"15",</a:t>
            </a:r>
          </a:p>
          <a:p>
            <a:r>
              <a:t>      "model": "XGboost",</a:t>
            </a:r>
          </a:p>
          <a:p>
            <a:r>
              <a:t>      "variant": "refactored",</a:t>
            </a:r>
          </a:p>
          <a:p>
            <a:r>
              <a:t>      "auc_prc": "0.08560305222275916",</a:t>
            </a:r>
          </a:p>
          <a:p>
            <a:r>
              <a:t>      "average_precision": "0.08681663884197519",</a:t>
            </a:r>
          </a:p>
          <a:p>
            <a:r>
              <a:t>      "accuracy": "0.9152151101783841",</a:t>
            </a:r>
          </a:p>
          <a:p>
            <a:r>
              <a:t>      "roc_auc": "0.6809562615101289",</a:t>
            </a:r>
          </a:p>
          <a:p>
            <a:r>
              <a:t>      "precision": "0.07731958762886598",</a:t>
            </a:r>
          </a:p>
          <a:p>
            <a:r>
              <a:t>      "recall": "0.0625",</a:t>
            </a:r>
          </a:p>
          <a:p>
            <a:r>
              <a:t>      "f1": "0.06912442396313365",</a:t>
            </a:r>
          </a:p>
          <a:p>
            <a:r>
              <a:t>      "row_count": "4765",</a:t>
            </a:r>
          </a:p>
          <a:p>
            <a:r>
              <a:t>      "positive_rate": "0.05036726128016789",</a:t>
            </a:r>
          </a:p>
          <a:p>
            <a:r>
              <a:t>      "metrics_path": "artifacts/cluster-run/all/results/model/words_15/XGboost/refactored/metrics.json"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"15",</a:t>
            </a:r>
          </a:p>
          <a:p>
            <a:r>
              <a:t>      "model": "NN",</a:t>
            </a:r>
          </a:p>
          <a:p>
            <a:r>
              <a:t>      "variant": "baseline",</a:t>
            </a:r>
          </a:p>
          <a:p>
            <a:r>
              <a:t>      "auc_prc": "0.07547260464725383",</a:t>
            </a:r>
          </a:p>
          <a:p>
            <a:r>
              <a:t>      "average_precision": "0.07711960056751868",</a:t>
            </a:r>
          </a:p>
          <a:p>
            <a:r>
              <a:t>      "accuracy": "0.8560335781741868",</a:t>
            </a:r>
          </a:p>
          <a:p>
            <a:r>
              <a:t>      "roc_auc": "0.5940165745856354",</a:t>
            </a:r>
          </a:p>
          <a:p>
            <a:r>
              <a:t>      "precision": "0.07924528301886792",</a:t>
            </a:r>
          </a:p>
          <a:p>
            <a:r>
              <a:t>      "recall": "0.175",</a:t>
            </a:r>
          </a:p>
          <a:p>
            <a:r>
              <a:t>      "f1": "0.10909090909090909",</a:t>
            </a:r>
          </a:p>
          <a:p>
            <a:r>
              <a:t>      "row_count": "4765",</a:t>
            </a:r>
          </a:p>
          <a:p>
            <a:r>
              <a:t>      "positive_rate": "0.05036726128016789",</a:t>
            </a:r>
          </a:p>
          <a:p>
            <a:r>
              <a:t>      "metrics_path": "artifacts/cluster-run/all/results/model/words_15/NN/baseline/metrics.json"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"15",</a:t>
            </a:r>
          </a:p>
          <a:p>
            <a:r>
              <a:t>      "model": "NN",</a:t>
            </a:r>
          </a:p>
          <a:p>
            <a:r>
              <a:t>      "variant": "refactored",</a:t>
            </a:r>
          </a:p>
          <a:p>
            <a:r>
              <a:t>      "auc_prc": "0.07731807106926766",</a:t>
            </a:r>
          </a:p>
          <a:p>
            <a:r>
              <a:t>      "average_precision": "0.07832704944253258",</a:t>
            </a:r>
          </a:p>
          <a:p>
            <a:r>
              <a:t>      "accuracy": "0.8818467995802728",</a:t>
            </a:r>
          </a:p>
          <a:p>
            <a:r>
              <a:t>      "roc_auc": "0.5780497237569061",</a:t>
            </a:r>
          </a:p>
          <a:p>
            <a:r>
              <a:t>      "precision": "0.07611548556430446",</a:t>
            </a:r>
          </a:p>
          <a:p>
            <a:r>
              <a:t>      "recall": "0.12083333333333333",</a:t>
            </a:r>
          </a:p>
          <a:p>
            <a:r>
              <a:t>      "f1": "0.09339774557165861",</a:t>
            </a:r>
          </a:p>
          <a:p>
            <a:r>
              <a:t>      "row_count": "4765",</a:t>
            </a:r>
          </a:p>
          <a:p>
            <a:r>
              <a:t>      "positive_rate": "0.05036726128016789",</a:t>
            </a:r>
          </a:p>
          <a:p>
            <a:r>
              <a:t>      "metrics_path": "artifacts/cluster-run/all/results/model/words_15/NN/refactored/metrics.json"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"20",</a:t>
            </a:r>
          </a:p>
          <a:p>
            <a:r>
              <a:t>      "model": "RF",</a:t>
            </a:r>
          </a:p>
          <a:p>
            <a:r>
              <a:t>      "variant": "baseline",</a:t>
            </a:r>
          </a:p>
          <a:p>
            <a:r>
              <a:t>      "auc_prc": "0.07747347765366824",</a:t>
            </a:r>
          </a:p>
          <a:p>
            <a:r>
              <a:t>      "average_precision": "0.07894981726166406",</a:t>
            </a:r>
          </a:p>
          <a:p>
            <a:r>
              <a:t>      "accuracy": "0.9353620146904512",</a:t>
            </a:r>
          </a:p>
          <a:p>
            <a:r>
              <a:t>      "roc_auc": "0.6674620035392396",</a:t>
            </a:r>
          </a:p>
          <a:p>
            <a:r>
              <a:t>      "precision": "0.11258278145695365",</a:t>
            </a:r>
          </a:p>
          <a:p>
            <a:r>
              <a:t>      "recall": "0.08900523560209424",</a:t>
            </a:r>
          </a:p>
          <a:p>
            <a:r>
              <a:t>      "f1": "0.09941520467836258",</a:t>
            </a:r>
          </a:p>
          <a:p>
            <a:r>
              <a:t>      "row_count": "4765",</a:t>
            </a:r>
          </a:p>
          <a:p>
            <a:r>
              <a:t>      "positive_rate": "0.04008394543546694",</a:t>
            </a:r>
          </a:p>
          <a:p>
            <a:r>
              <a:t>      "metrics_path": "artifacts/cluster-run/all/results/model/words_20/RF/baseline/metrics.json"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"20",</a:t>
            </a:r>
          </a:p>
          <a:p>
            <a:r>
              <a:t>      "model": "RF",</a:t>
            </a:r>
          </a:p>
          <a:p>
            <a:r>
              <a:t>      "variant": "refactored",</a:t>
            </a:r>
          </a:p>
          <a:p>
            <a:r>
              <a:t>      "auc_prc": "0.07649396658360672",</a:t>
            </a:r>
          </a:p>
          <a:p>
            <a:r>
              <a:t>      "average_precision": "0.07806557777502035",</a:t>
            </a:r>
          </a:p>
          <a:p>
            <a:r>
              <a:t>      "accuracy": "0.9273871983210913",</a:t>
            </a:r>
          </a:p>
          <a:p>
            <a:r>
              <a:t>      "roc_auc": "0.682131762271157",</a:t>
            </a:r>
          </a:p>
          <a:p>
            <a:r>
              <a:t>      "precision": "0.08994708994708994",</a:t>
            </a:r>
          </a:p>
          <a:p>
            <a:r>
              <a:t>      "recall": "0.08900523560209424",</a:t>
            </a:r>
          </a:p>
          <a:p>
            <a:r>
              <a:t>      "f1": "0.08947368421052632",</a:t>
            </a:r>
          </a:p>
          <a:p>
            <a:r>
              <a:t>      "row_count": "4765",</a:t>
            </a:r>
          </a:p>
          <a:p>
            <a:r>
              <a:t>      "positive_rate": "0.04008394543546694",</a:t>
            </a:r>
          </a:p>
          <a:p>
            <a:r>
              <a:t>      "metrics_path": "artifacts/cluster-run/all/results/model/words_20/RF/refactored/metrics.json"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"20",</a:t>
            </a:r>
          </a:p>
          <a:p>
            <a:r>
              <a:t>      "model": "XGboost",</a:t>
            </a:r>
          </a:p>
          <a:p>
            <a:r>
              <a:t>      "variant": "baseline",</a:t>
            </a:r>
          </a:p>
          <a:p>
            <a:r>
              <a:t>      "auc_prc": "0.07672378503169253",</a:t>
            </a:r>
          </a:p>
          <a:p>
            <a:r>
              <a:t>      "average_precision": "0.07931628612203584",</a:t>
            </a:r>
          </a:p>
          <a:p>
            <a:r>
              <a:t>      "accuracy": "0.9137460650577125",</a:t>
            </a:r>
          </a:p>
          <a:p>
            <a:r>
              <a:t>      "roc_auc": "0.7027158970461315",</a:t>
            </a:r>
          </a:p>
          <a:p>
            <a:r>
              <a:t>      "precision": "0.09854014598540146",</a:t>
            </a:r>
          </a:p>
          <a:p>
            <a:r>
              <a:t>      "recall": "0.14136125654450263",</a:t>
            </a:r>
          </a:p>
          <a:p>
            <a:r>
              <a:t>      "f1": "0.11612903225806451",</a:t>
            </a:r>
          </a:p>
          <a:p>
            <a:r>
              <a:t>      "row_count": "4765",</a:t>
            </a:r>
          </a:p>
          <a:p>
            <a:r>
              <a:t>      "positive_rate": "0.04008394543546694",</a:t>
            </a:r>
          </a:p>
          <a:p>
            <a:r>
              <a:t>      "metrics_path": "artifacts/cluster-run/all/results/model/words_20/XGboost/baseline/metrics.json"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"20",</a:t>
            </a:r>
          </a:p>
          <a:p>
            <a:r>
              <a:t>      "model": "XGboost",</a:t>
            </a:r>
          </a:p>
          <a:p>
            <a:r>
              <a:t>      "variant": "refactored",</a:t>
            </a:r>
          </a:p>
          <a:p>
            <a:r>
              <a:t>      "auc_prc": "0.07357004958455021",</a:t>
            </a:r>
          </a:p>
          <a:p>
            <a:r>
              <a:t>      "average_precision": "0.07574870743845265",</a:t>
            </a:r>
          </a:p>
          <a:p>
            <a:r>
              <a:t>      "accuracy": "0.910598111227702",</a:t>
            </a:r>
          </a:p>
          <a:p>
            <a:r>
              <a:t>      "roc_auc": "0.6904704945091422",</a:t>
            </a:r>
          </a:p>
          <a:p>
            <a:r>
              <a:t>      "precision": "0.09059233449477352",</a:t>
            </a:r>
          </a:p>
          <a:p>
            <a:r>
              <a:t>      "recall": "0.13612565445026178",</a:t>
            </a:r>
          </a:p>
          <a:p>
            <a:r>
              <a:t>      "f1": "0.1087866108786611",</a:t>
            </a:r>
          </a:p>
          <a:p>
            <a:r>
              <a:t>      "row_count": "4765",</a:t>
            </a:r>
          </a:p>
          <a:p>
            <a:r>
              <a:t>      "positive_rate": "0.04008394543546694",</a:t>
            </a:r>
          </a:p>
          <a:p>
            <a:r>
              <a:t>      "metrics_path": "artifacts/cluster-run/all/results/model/words_20/XGboost/refactored/metrics.json"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"20",</a:t>
            </a:r>
          </a:p>
          <a:p>
            <a:r>
              <a:t>      "model": "NN",</a:t>
            </a:r>
          </a:p>
          <a:p>
            <a:r>
              <a:t>      "variant": "baseline",</a:t>
            </a:r>
          </a:p>
          <a:p>
            <a:r>
              <a:t>      "auc_prc": "0.07671668436431352",</a:t>
            </a:r>
          </a:p>
          <a:p>
            <a:r>
              <a:t>      "average_precision": "0.07946063233877934",</a:t>
            </a:r>
          </a:p>
          <a:p>
            <a:r>
              <a:t>      "accuracy": "0.9137460650577125",</a:t>
            </a:r>
          </a:p>
          <a:p>
            <a:r>
              <a:t>      "roc_auc": "0.6514844889278577",</a:t>
            </a:r>
          </a:p>
          <a:p>
            <a:r>
              <a:t>      "precision": "0.0703125",</a:t>
            </a:r>
          </a:p>
          <a:p>
            <a:r>
              <a:t>      "recall": "0.09424083769633508",</a:t>
            </a:r>
          </a:p>
          <a:p>
            <a:r>
              <a:t>      "f1": "0.08053691275167786",</a:t>
            </a:r>
          </a:p>
          <a:p>
            <a:r>
              <a:t>      "row_count": "4765",</a:t>
            </a:r>
          </a:p>
          <a:p>
            <a:r>
              <a:t>      "positive_rate": "0.04008394543546694",</a:t>
            </a:r>
          </a:p>
          <a:p>
            <a:r>
              <a:t>      "metrics_path": "artifacts/cluster-run/all/results/model/words_20/NN/baseline/metrics.json"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"20",</a:t>
            </a:r>
          </a:p>
          <a:p>
            <a:r>
              <a:t>      "model": "NN",</a:t>
            </a:r>
          </a:p>
          <a:p>
            <a:r>
              <a:t>      "variant": "refactored",</a:t>
            </a:r>
          </a:p>
          <a:p>
            <a:r>
              <a:t>      "auc_prc": "0.06608198374296814",</a:t>
            </a:r>
          </a:p>
          <a:p>
            <a:r>
              <a:t>      "average_precision": "0.06754279774853031",</a:t>
            </a:r>
          </a:p>
          <a:p>
            <a:r>
              <a:t>      "accuracy": "0.9147953830010493",</a:t>
            </a:r>
          </a:p>
          <a:p>
            <a:r>
              <a:t>      "roc_auc": "0.6269456088018552",</a:t>
            </a:r>
          </a:p>
          <a:p>
            <a:r>
              <a:t>      "precision": "0.09125475285171103",</a:t>
            </a:r>
          </a:p>
          <a:p>
            <a:r>
              <a:t>      "recall": "0.1256544502617801",</a:t>
            </a:r>
          </a:p>
          <a:p>
            <a:r>
              <a:t>      "f1": "0.10572687224669602",</a:t>
            </a:r>
          </a:p>
          <a:p>
            <a:r>
              <a:t>      "row_count": "4765",</a:t>
            </a:r>
          </a:p>
          <a:p>
            <a:r>
              <a:t>      "positive_rate": "0.04008394543546694",</a:t>
            </a:r>
          </a:p>
          <a:p>
            <a:r>
              <a:t>      "metrics_path": "artifacts/cluster-run/all/results/model/words_20/NN/refactored/metrics.json"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"spec": {</a:t>
            </a:r>
          </a:p>
          <a:p>
            <a:r>
              <a:t>    "experiment": "Pooled chronological comparison (#358)",</a:t>
            </a:r>
          </a:p>
          <a:p>
            <a:r>
              <a:t>    "task": "Train a single pooled model per family and level using six repositories; compare unweighted training with balancing on the same future test rows.",</a:t>
            </a:r>
          </a:p>
          <a:p>
            <a:r>
              <a:t>    "why": [</a:t>
            </a:r>
          </a:p>
          <a:p>
            <a:r>
              <a:t>      "Global chronological split, not a separate split per repository.",</a:t>
            </a:r>
          </a:p>
          <a:p>
            <a:r>
              <a:t>      "Levels 5, 10, 15 and 20; RF, legacy boosting and NN; two variants.",</a:t>
            </a:r>
          </a:p>
          <a:p>
            <a:r>
              <a:t>      "One grouped job succeeded: all 24 outputs present.",</a:t>
            </a:r>
          </a:p>
          <a:p>
            <a:r>
              <a:t>      "Existing CSV data; different evaluation population from #357 and #360."</a:t>
            </a:r>
          </a:p>
          <a:p>
            <a:r>
              <a:t>    ],</a:t>
            </a:r>
          </a:p>
          <a:p>
            <a:r>
              <a:t>    "conclusions": {</a:t>
            </a:r>
          </a:p>
          <a:p>
            <a:r>
              <a:t>      "findings": [</a:t>
            </a:r>
          </a:p>
          <a:p>
            <a:r>
              <a:t>        "Balancing wins 5/12 paired AUC-PRC comparisons and loses 7/12.",</a:t>
            </a:r>
          </a:p>
          <a:p>
            <a:r>
              <a:t>        "Mean across 12 model/level scores: 0.09807 to 0.09801. Essentially unchanged descriptively.",</a:t>
            </a:r>
          </a:p>
          <a:p>
            <a:r>
              <a:t>        "Best: baseline legacy boosting, level 5 = 0.1470 AUC-PRC; ROC AUC 0.6138.",</a:t>
            </a:r>
          </a:p>
          <a:p>
            <a:r>
              <a:t>        "Test positives: 504 / 325 / 240 / 191 at levels 5 / 10 / 15 / 20."</a:t>
            </a:r>
          </a:p>
          <a:p>
            <a:r>
              <a:t>      ],</a:t>
            </a:r>
          </a:p>
          <a:p>
            <a:r>
              <a:t>      "next_steps": [</a:t>
            </a:r>
          </a:p>
          <a:p>
            <a:r>
              <a:t>        "Qt and Apache supply 94.6% of test rows; Hyperledger and IntelDAOS have no test rows.",</a:t>
            </a:r>
          </a:p>
          <a:p>
            <a:r>
              <a:t>        "Keep unweighted candidates. Balancing has mixed effects, not a consistent gain.",</a:t>
            </a:r>
          </a:p>
          <a:p>
            <a:r>
              <a:t>        "Pooled scores are not six-project macro means; do not rank protocols as matched experiments.",</a:t>
            </a:r>
          </a:p>
          <a:p>
            <a:r>
              <a:t>        "No original rich-feature replay. Legacy 'XGboost' is GradientBoostingClassifier."</a:t>
            </a:r>
          </a:p>
          <a:p>
            <a:r>
              <a:t>      ]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"split_manifest": {</a:t>
            </a:r>
          </a:p>
          <a:p>
            <a:r>
              <a:t>    "baseline_definition": "unweighted model-family rerun, not the published old pipeline",</a:t>
            </a:r>
          </a:p>
          <a:p>
            <a:r>
              <a:t>    "feature_policy": "same_pre_sprint_transform_for_both_variants",</a:t>
            </a:r>
          </a:p>
          <a:p>
            <a:r>
              <a:t>    "historical_pipeline_replayed": false,</a:t>
            </a:r>
          </a:p>
          <a:p>
            <a:r>
              <a:t>    "partitions": {</a:t>
            </a:r>
          </a:p>
          <a:p>
            <a:r>
              <a:t>      "test": {</a:t>
            </a:r>
          </a:p>
          <a:p>
            <a:r>
              <a:t>        "first_sprint_entry": "2021-09-29 05:43:37",</a:t>
            </a:r>
          </a:p>
          <a:p>
            <a:r>
              <a:t>        "last_sprint_entry": "2023-04-27 18:22:56",</a:t>
            </a:r>
          </a:p>
          <a:p>
            <a:r>
              <a:t>        "positive_counts": {</a:t>
            </a:r>
          </a:p>
          <a:p>
            <a:r>
              <a:t>          "10": 325,</a:t>
            </a:r>
          </a:p>
          <a:p>
            <a:r>
              <a:t>          "15": 240,</a:t>
            </a:r>
          </a:p>
          <a:p>
            <a:r>
              <a:t>          "20": 191,</a:t>
            </a:r>
          </a:p>
          <a:p>
            <a:r>
              <a:t>          "5": 504</a:t>
            </a:r>
          </a:p>
          <a:p>
            <a:r>
              <a:t>        },</a:t>
            </a:r>
          </a:p>
          <a:p>
            <a:r>
              <a:t>        "row_ids_sha256": "181521dbae0ae27219420d0a5f878caae34cbec6dc080320464dd70b99ea709f",</a:t>
            </a:r>
          </a:p>
          <a:p>
            <a:r>
              <a:t>        "rows": 4765,</a:t>
            </a:r>
          </a:p>
          <a:p>
            <a:r>
              <a:t>        "source_counts": {</a:t>
            </a:r>
          </a:p>
          <a:p>
            <a:r>
              <a:t>          "Apache": 1841,</a:t>
            </a:r>
          </a:p>
          <a:p>
            <a:r>
              <a:t>          "Jira": 16,</a:t>
            </a:r>
          </a:p>
          <a:p>
            <a:r>
              <a:t>          "MariaDB": 239,</a:t>
            </a:r>
          </a:p>
          <a:p>
            <a:r>
              <a:t>          "Qt": 2669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"train": {</a:t>
            </a:r>
          </a:p>
          <a:p>
            <a:r>
              <a:t>        "first_sprint_entry": "2006-08-23 06:57:12",</a:t>
            </a:r>
          </a:p>
          <a:p>
            <a:r>
              <a:t>        "last_sprint_entry": "2019-12-16 10:53:39",</a:t>
            </a:r>
          </a:p>
          <a:p>
            <a:r>
              <a:t>        "positive_counts": {</a:t>
            </a:r>
          </a:p>
          <a:p>
            <a:r>
              <a:t>          "10": 1703,</a:t>
            </a:r>
          </a:p>
          <a:p>
            <a:r>
              <a:t>          "15": 1452,</a:t>
            </a:r>
          </a:p>
          <a:p>
            <a:r>
              <a:t>          "20": 999,</a:t>
            </a:r>
          </a:p>
          <a:p>
            <a:r>
              <a:t>          "5": 2114</a:t>
            </a:r>
          </a:p>
          <a:p>
            <a:r>
              <a:t>        },</a:t>
            </a:r>
          </a:p>
          <a:p>
            <a:r>
              <a:t>        "row_ids_sha256": "a5e2cca916f9797ce249d69ca0e280048d80b5b9f8d5b4fc37edbaeb0d958d7c",</a:t>
            </a:r>
          </a:p>
          <a:p>
            <a:r>
              <a:t>        "rows": 14293,</a:t>
            </a:r>
          </a:p>
          <a:p>
            <a:r>
              <a:t>        "source_counts": {</a:t>
            </a:r>
          </a:p>
          <a:p>
            <a:r>
              <a:t>          "Apache": 5006,</a:t>
            </a:r>
          </a:p>
          <a:p>
            <a:r>
              <a:t>          "Hyperledger": 4380,</a:t>
            </a:r>
          </a:p>
          <a:p>
            <a:r>
              <a:t>          "IntelDAOS": 1258,</a:t>
            </a:r>
          </a:p>
          <a:p>
            <a:r>
              <a:t>          "Jira": 1530,</a:t>
            </a:r>
          </a:p>
          <a:p>
            <a:r>
              <a:t>          "MariaDB": 1365,</a:t>
            </a:r>
          </a:p>
          <a:p>
            <a:r>
              <a:t>          "Qt": 754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"validation": {</a:t>
            </a:r>
          </a:p>
          <a:p>
            <a:r>
              <a:t>        "first_sprint_entry": "2019-12-16 12:37:11",</a:t>
            </a:r>
          </a:p>
          <a:p>
            <a:r>
              <a:t>        "last_sprint_entry": "2021-09-29 05:39:56",</a:t>
            </a:r>
          </a:p>
          <a:p>
            <a:r>
              <a:t>        "positive_counts": {</a:t>
            </a:r>
          </a:p>
          <a:p>
            <a:r>
              <a:t>          "10": 451,</a:t>
            </a:r>
          </a:p>
          <a:p>
            <a:r>
              <a:t>          "15": 364,</a:t>
            </a:r>
          </a:p>
          <a:p>
            <a:r>
              <a:t>          "20": 311,</a:t>
            </a:r>
          </a:p>
          <a:p>
            <a:r>
              <a:t>          "5": 572</a:t>
            </a:r>
          </a:p>
          <a:p>
            <a:r>
              <a:t>        },</a:t>
            </a:r>
          </a:p>
          <a:p>
            <a:r>
              <a:t>        "row_ids_sha256": "1ee57e9c7f89b88b487e016294a3f96d5b54651b80e646f445fefb2602a7baf7",</a:t>
            </a:r>
          </a:p>
          <a:p>
            <a:r>
              <a:t>        "rows": 4764,</a:t>
            </a:r>
          </a:p>
          <a:p>
            <a:r>
              <a:t>        "source_counts": {</a:t>
            </a:r>
          </a:p>
          <a:p>
            <a:r>
              <a:t>          "Apache": 825,</a:t>
            </a:r>
          </a:p>
          <a:p>
            <a:r>
              <a:t>          "Hyperledger": 436,</a:t>
            </a:r>
          </a:p>
          <a:p>
            <a:r>
              <a:t>          "IntelDAOS": 408,</a:t>
            </a:r>
          </a:p>
          <a:p>
            <a:r>
              <a:t>          "Jira": 28,</a:t>
            </a:r>
          </a:p>
          <a:p>
            <a:r>
              <a:t>          "MariaDB": 379,</a:t>
            </a:r>
          </a:p>
          <a:p>
            <a:r>
              <a:t>          "Qt": 2688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"project": "all",</a:t>
            </a:r>
          </a:p>
          <a:p>
            <a:r>
              <a:t>    "protocol": "pooled",</a:t>
            </a:r>
          </a:p>
          <a:p>
            <a:r>
              <a:t>    "selection_metric": "validation_auc_prc",</a:t>
            </a:r>
          </a:p>
          <a:p>
            <a:r>
              <a:t>    "test_weights": "none",</a:t>
            </a:r>
          </a:p>
          <a:p>
            <a:r>
              <a:t>    "versions": {</a:t>
            </a:r>
          </a:p>
          <a:p>
            <a:r>
              <a:t>      "numpy": "1.23.5",</a:t>
            </a:r>
          </a:p>
          <a:p>
            <a:r>
              <a:t>      "pandas": "2.0.1",</a:t>
            </a:r>
          </a:p>
          <a:p>
            <a:r>
              <a:t>      "sklearn": "1.2.2"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https://github.com/yakovelmaleh/Master/pull/358</a:t>
            </a:r>
          </a:p>
          <a:p>
            <a:r>
              <a:t>Artifact commit: 613d77153bb4f3f00c8111290caa2a767302309e</a:t>
            </a:r>
          </a:p>
          <a:p>
            <a:r>
              <a:t>Bundle: Tasks/task-summaries/verify-refactored-instability-model-20260927-134800</a:t>
            </a:r>
          </a:p>
          <a:p>
            <a:r>
              <a:t>Cluster run: 20260924-212306-286254; appended September 27, 2026.</a:t>
            </a:r>
          </a:p>
          <a:p>
            <a:r>
              <a:t>RESULTS.csv supplies reported metrics; split_manifest.json supplies counts and dates; verification_manifest.json records success. All 24 run_metadata.json files were checked for matching test hashes, unweighted tests, selection policy and training balancing.</a:t>
            </a:r>
          </a:p>
          <a:p>
            <a:r>
              <a:t>Scores were aggregated, not independently rescored from predictions. The overall mean equally weights 12 model/level scores, not six projects. It is descriptive, not evidence of statistical equivalence or significance. Level-5 test prevalence: 504/4765 = 10.58%; always-stable accuracy = 89.42%, versus the best-AUC-PRC model's reported accuracy of 80.90%.</a:t>
            </a:r>
          </a:p>
          <a:p>
            <a:r>
              <a:t>{</a:t>
            </a:r>
          </a:p>
          <a:p>
            <a:r>
              <a:t>  "overall": {</a:t>
            </a:r>
          </a:p>
          <a:p>
            <a:r>
              <a:t>    "baseline": 0.09806660107080348,</a:t>
            </a:r>
          </a:p>
          <a:p>
            <a:r>
              <a:t>    "refactored": 0.09801082368465057</a:t>
            </a:r>
          </a:p>
          <a:p>
            <a:r>
              <a:t>  },</a:t>
            </a:r>
          </a:p>
          <a:p>
            <a:r>
              <a:t>  "wins": 5,</a:t>
            </a:r>
          </a:p>
          <a:p>
            <a:r>
              <a:t>  "ties": 0,</a:t>
            </a:r>
          </a:p>
          <a:p>
            <a:r>
              <a:t>  "results": [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"5",</a:t>
            </a:r>
          </a:p>
          <a:p>
            <a:r>
              <a:t>      "model": "RF",</a:t>
            </a:r>
          </a:p>
          <a:p>
            <a:r>
              <a:t>      "variant": "baseline",</a:t>
            </a:r>
          </a:p>
          <a:p>
            <a:r>
              <a:t>      "auc_prc": "0.13408669194339468",</a:t>
            </a:r>
          </a:p>
          <a:p>
            <a:r>
              <a:t>      "average_precision": "0.13521031398765176",</a:t>
            </a:r>
          </a:p>
          <a:p>
            <a:r>
              <a:t>      "accuracy": "0.7863588667366211",</a:t>
            </a:r>
          </a:p>
          <a:p>
            <a:r>
              <a:t>      "roc_auc": "0.5857209444835589",</a:t>
            </a:r>
          </a:p>
          <a:p>
            <a:r>
              <a:t>      "precision": "0.12861271676300579",</a:t>
            </a:r>
          </a:p>
          <a:p>
            <a:r>
              <a:t>      "recall": "0.1765873015873016",</a:t>
            </a:r>
          </a:p>
          <a:p>
            <a:r>
              <a:t>      "f1": "0.14882943143812707",</a:t>
            </a:r>
          </a:p>
          <a:p>
            <a:r>
              <a:t>      "row_count": "4765",</a:t>
            </a:r>
          </a:p>
          <a:p>
            <a:r>
              <a:t>      "positive_rate": "0.10577124868835257",</a:t>
            </a:r>
          </a:p>
          <a:p>
            <a:r>
              <a:t>      "metrics_path": "artifacts/cluster-run/all/results/model/words_5/RF/baseline/metrics.json"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"5",</a:t>
            </a:r>
          </a:p>
          <a:p>
            <a:r>
              <a:t>      "model": "RF",</a:t>
            </a:r>
          </a:p>
          <a:p>
            <a:r>
              <a:t>      "variant": "refactored",</a:t>
            </a:r>
          </a:p>
          <a:p>
            <a:r>
              <a:t>      "auc_prc": "0.14320106957613504",</a:t>
            </a:r>
          </a:p>
          <a:p>
            <a:r>
              <a:t>      "average_precision": "0.14442457223522223",</a:t>
            </a:r>
          </a:p>
          <a:p>
            <a:r>
              <a:t>      "accuracy": "0.8182581322140609",</a:t>
            </a:r>
          </a:p>
          <a:p>
            <a:r>
              <a:t>      "roc_auc": "0.5950364695670962",</a:t>
            </a:r>
          </a:p>
          <a:p>
            <a:r>
              <a:t>      "precision": "0.14785992217898833",</a:t>
            </a:r>
          </a:p>
          <a:p>
            <a:r>
              <a:t>      "recall": "0.15079365079365079",</a:t>
            </a:r>
          </a:p>
          <a:p>
            <a:r>
              <a:t>      "f1": "0.14931237721021612",</a:t>
            </a:r>
          </a:p>
          <a:p>
            <a:r>
              <a:t>      "row_count": "4765",</a:t>
            </a:r>
          </a:p>
          <a:p>
            <a:r>
              <a:t>      "positive_rate": "0.10577124868835257",</a:t>
            </a:r>
          </a:p>
          <a:p>
            <a:r>
              <a:t>      "metrics_path": "artifacts/cluster-run/all/results/model/words_5/RF/refactored/metrics.json"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"5",</a:t>
            </a:r>
          </a:p>
          <a:p>
            <a:r>
              <a:t>      "model": "XGboost",</a:t>
            </a:r>
          </a:p>
          <a:p>
            <a:r>
              <a:t>      "variant": "baseline",</a:t>
            </a:r>
          </a:p>
          <a:p>
            <a:r>
              <a:t>      "auc_prc": "0.14701492467332153",</a:t>
            </a:r>
          </a:p>
          <a:p>
            <a:r>
              <a:t>      "average_precision": "0.1484012515400372",</a:t>
            </a:r>
          </a:p>
          <a:p>
            <a:r>
              <a:t>      "accuracy": "0.8090241343126967",</a:t>
            </a:r>
          </a:p>
          <a:p>
            <a:r>
              <a:t>      "roc_auc": "0.6137916149797163",</a:t>
            </a:r>
          </a:p>
          <a:p>
            <a:r>
              <a:t>      "precision": "0.15593220338983052",</a:t>
            </a:r>
          </a:p>
          <a:p>
            <a:r>
              <a:t>      "recall": "0.18253968253968253",</a:t>
            </a:r>
          </a:p>
          <a:p>
            <a:r>
              <a:t>      "f1": "0.16819012797074953",</a:t>
            </a:r>
          </a:p>
          <a:p>
            <a:r>
              <a:t>      "row_count": "4765",</a:t>
            </a:r>
          </a:p>
          <a:p>
            <a:r>
              <a:t>      "positive_rate": "0.10577124868835257",</a:t>
            </a:r>
          </a:p>
          <a:p>
            <a:r>
              <a:t>      "metrics_path": "artifacts/cluster-run/all/results/model/words_5/XGboost/baseline/metrics.json"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"5",</a:t>
            </a:r>
          </a:p>
          <a:p>
            <a:r>
              <a:t>      "model": "XGboost",</a:t>
            </a:r>
          </a:p>
          <a:p>
            <a:r>
              <a:t>      "variant": "refactored",</a:t>
            </a:r>
          </a:p>
          <a:p>
            <a:r>
              <a:t>      "auc_prc": "0.14522604359063926",</a:t>
            </a:r>
          </a:p>
          <a:p>
            <a:r>
              <a:t>      "average_precision": "0.14622709303586773",</a:t>
            </a:r>
          </a:p>
          <a:p>
            <a:r>
              <a:t>      "accuracy": "0.6923399790136411",</a:t>
            </a:r>
          </a:p>
          <a:p>
            <a:r>
              <a:t>      "roc_auc": "0.6173724496448035",</a:t>
            </a:r>
          </a:p>
          <a:p>
            <a:r>
              <a:t>      "precision": "0.1463235294117647",</a:t>
            </a:r>
          </a:p>
          <a:p>
            <a:r>
              <a:t>      "recall": "0.3948412698412698",</a:t>
            </a:r>
          </a:p>
          <a:p>
            <a:r>
              <a:t>      "f1": "0.21351931330472104",</a:t>
            </a:r>
          </a:p>
          <a:p>
            <a:r>
              <a:t>      "row_count": "4765",</a:t>
            </a:r>
          </a:p>
          <a:p>
            <a:r>
              <a:t>      "positive_rate": "0.10577124868835257",</a:t>
            </a:r>
          </a:p>
          <a:p>
            <a:r>
              <a:t>      "metrics_path": "artifacts/cluster-run/all/results/model/words_5/XGboost/refactored/metrics.json"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"5",</a:t>
            </a:r>
          </a:p>
          <a:p>
            <a:r>
              <a:t>      "model": "NN",</a:t>
            </a:r>
          </a:p>
          <a:p>
            <a:r>
              <a:t>      "variant": "baseline",</a:t>
            </a:r>
          </a:p>
          <a:p>
            <a:r>
              <a:t>      "auc_prc": "0.1298112950092397",</a:t>
            </a:r>
          </a:p>
          <a:p>
            <a:r>
              <a:t>      "average_precision": "0.13064705003265728",</a:t>
            </a:r>
          </a:p>
          <a:p>
            <a:r>
              <a:t>      "accuracy": "0.7922350472193075",</a:t>
            </a:r>
          </a:p>
          <a:p>
            <a:r>
              <a:t>      "roc_auc": "0.507740004395719",</a:t>
            </a:r>
          </a:p>
          <a:p>
            <a:r>
              <a:t>      "precision": "0.125",</a:t>
            </a:r>
          </a:p>
          <a:p>
            <a:r>
              <a:t>      "recall": "0.16071428571428573",</a:t>
            </a:r>
          </a:p>
          <a:p>
            <a:r>
              <a:t>      "f1": "0.14062500000000003",</a:t>
            </a:r>
          </a:p>
          <a:p>
            <a:r>
              <a:t>      "row_count": "4765",</a:t>
            </a:r>
          </a:p>
          <a:p>
            <a:r>
              <a:t>      "positive_rate": "0.10577124868835257",</a:t>
            </a:r>
          </a:p>
          <a:p>
            <a:r>
              <a:t>      "metrics_path": "artifacts/cluster-run/all/results/model/words_5/NN/baseline/metrics.json"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"5",</a:t>
            </a:r>
          </a:p>
          <a:p>
            <a:r>
              <a:t>      "model": "NN",</a:t>
            </a:r>
          </a:p>
          <a:p>
            <a:r>
              <a:t>      "variant": "refactored",</a:t>
            </a:r>
          </a:p>
          <a:p>
            <a:r>
              <a:t>      "auc_prc": "0.11496473692606904",</a:t>
            </a:r>
          </a:p>
          <a:p>
            <a:r>
              <a:t>      "average_precision": "0.11581459997500092",</a:t>
            </a:r>
          </a:p>
          <a:p>
            <a:r>
              <a:t>      "accuracy": "0.7429171038824763",</a:t>
            </a:r>
          </a:p>
          <a:p>
            <a:r>
              <a:t>      "roc_auc": "0.4997974430325991",</a:t>
            </a:r>
          </a:p>
          <a:p>
            <a:r>
              <a:t>      "precision": "0.12092534174553102",</a:t>
            </a:r>
          </a:p>
          <a:p>
            <a:r>
              <a:t>      "recall": "0.22817460317460317",</a:t>
            </a:r>
          </a:p>
          <a:p>
            <a:r>
              <a:t>      "f1": "0.15807560137457044",</a:t>
            </a:r>
          </a:p>
          <a:p>
            <a:r>
              <a:t>      "row_count": "4765",</a:t>
            </a:r>
          </a:p>
          <a:p>
            <a:r>
              <a:t>      "positive_rate": "0.10577124868835257",</a:t>
            </a:r>
          </a:p>
          <a:p>
            <a:r>
              <a:t>      "metrics_path": "artifacts/cluster-run/all/results/model/words_5/NN/refactored/metrics.json"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"10",</a:t>
            </a:r>
          </a:p>
          <a:p>
            <a:r>
              <a:t>      "model": "RF",</a:t>
            </a:r>
          </a:p>
          <a:p>
            <a:r>
              <a:t>      "variant": "baseline",</a:t>
            </a:r>
          </a:p>
          <a:p>
            <a:r>
              <a:t>      "auc_prc": "0.09986088969719606",</a:t>
            </a:r>
          </a:p>
          <a:p>
            <a:r>
              <a:t>      "average_precision": "0.10141718745393818",</a:t>
            </a:r>
          </a:p>
          <a:p>
            <a:r>
              <a:t>      "accuracy": "0.8679958027282266",</a:t>
            </a:r>
          </a:p>
          <a:p>
            <a:r>
              <a:t>      "roc_auc": "0.6248582813582814",</a:t>
            </a:r>
          </a:p>
          <a:p>
            <a:r>
              <a:t>      "precision": "0.1",</a:t>
            </a:r>
          </a:p>
          <a:p>
            <a:r>
              <a:t>      "recall": "0.11692307692307692",</a:t>
            </a:r>
          </a:p>
          <a:p>
            <a:r>
              <a:t>      "f1": "0.1078014184397163",</a:t>
            </a:r>
          </a:p>
          <a:p>
            <a:r>
              <a:t>      "row_count": "4765",</a:t>
            </a:r>
          </a:p>
          <a:p>
            <a:r>
              <a:t>      "positive_rate": "0.06820566631689402",</a:t>
            </a:r>
          </a:p>
          <a:p>
            <a:r>
              <a:t>      "metrics_path": "artifacts/cluster-run/all/results/model/words_10/RF/baseline/metrics.json"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"10",</a:t>
            </a:r>
          </a:p>
          <a:p>
            <a:r>
              <a:t>      "model": "RF",</a:t>
            </a:r>
          </a:p>
          <a:p>
            <a:r>
              <a:t>      "variant": "refactored",</a:t>
            </a:r>
          </a:p>
          <a:p>
            <a:r>
              <a:t>      "auc_prc": "0.10341875564121582",</a:t>
            </a:r>
          </a:p>
          <a:p>
            <a:r>
              <a:t>      "average_precision": "0.10504356784098379",</a:t>
            </a:r>
          </a:p>
          <a:p>
            <a:r>
              <a:t>      "accuracy": "0.8654774396642183",</a:t>
            </a:r>
          </a:p>
          <a:p>
            <a:r>
              <a:t>      "roc_auc": "0.6411344421344422",</a:t>
            </a:r>
          </a:p>
          <a:p>
            <a:r>
              <a:t>      "precision": "0.11083743842364532",</a:t>
            </a:r>
          </a:p>
          <a:p>
            <a:r>
              <a:t>      "recall": "0.13846153846153847",</a:t>
            </a:r>
          </a:p>
          <a:p>
            <a:r>
              <a:t>      "f1": "0.12311901504787963",</a:t>
            </a:r>
          </a:p>
          <a:p>
            <a:r>
              <a:t>      "row_count": "4765",</a:t>
            </a:r>
          </a:p>
          <a:p>
            <a:r>
              <a:t>      "positive_rate": "0.06820566631689402",</a:t>
            </a:r>
          </a:p>
          <a:p>
            <a:r>
              <a:t>      "metrics_path": "artifacts/cluster-run/all/results/model/words_10/RF/refactored/metrics.json"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"10",</a:t>
            </a:r>
          </a:p>
          <a:p>
            <a:r>
              <a:t>      "model": "XGboost",</a:t>
            </a:r>
          </a:p>
          <a:p>
            <a:r>
              <a:t>      "variant": "baseline",</a:t>
            </a:r>
          </a:p>
          <a:p>
            <a:r>
              <a:t>      "auc_prc": "0.10736579881972057",</a:t>
            </a:r>
          </a:p>
          <a:p>
            <a:r>
              <a:t>      "average_precision": "0.10852167417007821",</a:t>
            </a:r>
          </a:p>
          <a:p>
            <a:r>
              <a:t>      "accuracy": "0.8537250786988457",</a:t>
            </a:r>
          </a:p>
          <a:p>
            <a:r>
              <a:t>      "roc_auc": "0.6472813582813582",</a:t>
            </a:r>
          </a:p>
          <a:p>
            <a:r>
              <a:t>      "precision": "0.11885245901639344",</a:t>
            </a:r>
          </a:p>
          <a:p>
            <a:r>
              <a:t>      "recall": "0.17846153846153845",</a:t>
            </a:r>
          </a:p>
          <a:p>
            <a:r>
              <a:t>      "f1": "0.14268142681426815",</a:t>
            </a:r>
          </a:p>
          <a:p>
            <a:r>
              <a:t>      "row_count": "4765",</a:t>
            </a:r>
          </a:p>
          <a:p>
            <a:r>
              <a:t>      "positive_rate": "0.06820566631689402",</a:t>
            </a:r>
          </a:p>
          <a:p>
            <a:r>
              <a:t>      "metrics_path": "artifacts/cluster-run/all/results/model/words_10/XGboost/baseline/metrics.json"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"10",</a:t>
            </a:r>
          </a:p>
          <a:p>
            <a:r>
              <a:t>      "model": "XGboost",</a:t>
            </a:r>
          </a:p>
          <a:p>
            <a:r>
              <a:t>      "variant": "refactored",</a:t>
            </a:r>
          </a:p>
          <a:p>
            <a:r>
              <a:t>      "auc_prc": "0.10153897637795058",</a:t>
            </a:r>
          </a:p>
          <a:p>
            <a:r>
              <a:t>      "average_precision": "0.10317826680478742",</a:t>
            </a:r>
          </a:p>
          <a:p>
            <a:r>
              <a:t>      "accuracy": "0.8379853095487932",</a:t>
            </a:r>
          </a:p>
          <a:p>
            <a:r>
              <a:t>      "roc_auc": "0.6469258489258489",</a:t>
            </a:r>
          </a:p>
          <a:p>
            <a:r>
              <a:t>      "precision": "0.08990825688073395",</a:t>
            </a:r>
          </a:p>
          <a:p>
            <a:r>
              <a:t>      "recall": "0.15076923076923077",</a:t>
            </a:r>
          </a:p>
          <a:p>
            <a:r>
              <a:t>      "f1": "0.11264367816091954",</a:t>
            </a:r>
          </a:p>
          <a:p>
            <a:r>
              <a:t>      "row_count": "4765",</a:t>
            </a:r>
          </a:p>
          <a:p>
            <a:r>
              <a:t>      "positive_rate": "0.06820566631689402",</a:t>
            </a:r>
          </a:p>
          <a:p>
            <a:r>
              <a:t>      "metrics_path": "artifacts/cluster-run/all/results/model/words_10/XGboost/refactored/metrics.json"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"10",</a:t>
            </a:r>
          </a:p>
          <a:p>
            <a:r>
              <a:t>      "model": "NN",</a:t>
            </a:r>
          </a:p>
          <a:p>
            <a:r>
              <a:t>      "variant": "baseline",</a:t>
            </a:r>
          </a:p>
          <a:p>
            <a:r>
              <a:t>      "auc_prc": "0.09132900204735339",</a:t>
            </a:r>
          </a:p>
          <a:p>
            <a:r>
              <a:t>      "average_precision": "0.09309775381815072",</a:t>
            </a:r>
          </a:p>
          <a:p>
            <a:r>
              <a:t>      "accuracy": "0.8472193074501574",</a:t>
            </a:r>
          </a:p>
          <a:p>
            <a:r>
              <a:t>      "roc_auc": "0.5721212751212751",</a:t>
            </a:r>
          </a:p>
          <a:p>
            <a:r>
              <a:t>      "precision": "0.11324376199616124",</a:t>
            </a:r>
          </a:p>
          <a:p>
            <a:r>
              <a:t>      "recall": "0.18153846153846154",</a:t>
            </a:r>
          </a:p>
          <a:p>
            <a:r>
              <a:t>      "f1": "0.13947990543735223",</a:t>
            </a:r>
          </a:p>
          <a:p>
            <a:r>
              <a:t>      "row_count": "4765",</a:t>
            </a:r>
          </a:p>
          <a:p>
            <a:r>
              <a:t>      "positive_rate": "0.06820566631689402",</a:t>
            </a:r>
          </a:p>
          <a:p>
            <a:r>
              <a:t>      "metrics_path": "artifacts/cluster-run/all/results/model/words_10/NN/baseline/metrics.json"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"10",</a:t>
            </a:r>
          </a:p>
          <a:p>
            <a:r>
              <a:t>      "model": "NN",</a:t>
            </a:r>
          </a:p>
          <a:p>
            <a:r>
              <a:t>      "variant": "refactored",</a:t>
            </a:r>
          </a:p>
          <a:p>
            <a:r>
              <a:t>      "auc_prc": "0.1049507931835707",</a:t>
            </a:r>
          </a:p>
          <a:p>
            <a:r>
              <a:t>      "average_precision": "0.1065345021729594",</a:t>
            </a:r>
          </a:p>
          <a:p>
            <a:r>
              <a:t>      "accuracy": "0.8732423924449108",</a:t>
            </a:r>
          </a:p>
          <a:p>
            <a:r>
              <a:t>      "roc_auc": "0.60197920997921",</a:t>
            </a:r>
          </a:p>
          <a:p>
            <a:r>
              <a:t>      "precision": "0.11989100817438691",</a:t>
            </a:r>
          </a:p>
          <a:p>
            <a:r>
              <a:t>      "recall": "0.13538461538461538",</a:t>
            </a:r>
          </a:p>
          <a:p>
            <a:r>
              <a:t>      "f1": "0.12716763005780346",</a:t>
            </a:r>
          </a:p>
          <a:p>
            <a:r>
              <a:t>      "row_count": "4765",</a:t>
            </a:r>
          </a:p>
          <a:p>
            <a:r>
              <a:t>      "positive_rate": "0.06820566631689402",</a:t>
            </a:r>
          </a:p>
          <a:p>
            <a:r>
              <a:t>      "metrics_path": "artifacts/cluster-run/all/results/model/words_10/NN/refactored/metrics.json"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"15",</a:t>
            </a:r>
          </a:p>
          <a:p>
            <a:r>
              <a:t>      "model": "RF",</a:t>
            </a:r>
          </a:p>
          <a:p>
            <a:r>
              <a:t>      "variant": "baseline",</a:t>
            </a:r>
          </a:p>
          <a:p>
            <a:r>
              <a:t>      "auc_prc": "0.08519152533688826",</a:t>
            </a:r>
          </a:p>
          <a:p>
            <a:r>
              <a:t>      "average_precision": "0.08678919973563928",</a:t>
            </a:r>
          </a:p>
          <a:p>
            <a:r>
              <a:t>      "accuracy": "0.8799580272822666",</a:t>
            </a:r>
          </a:p>
          <a:p>
            <a:r>
              <a:t>      "roc_auc": "0.6695193370165746",</a:t>
            </a:r>
          </a:p>
          <a:p>
            <a:r>
              <a:t>      "precision": "0.0891089108910891",</a:t>
            </a:r>
          </a:p>
          <a:p>
            <a:r>
              <a:t>      "recall": "0.15",</a:t>
            </a:r>
          </a:p>
          <a:p>
            <a:r>
              <a:t>      "f1": "0.11180124223602485",</a:t>
            </a:r>
          </a:p>
          <a:p>
            <a:r>
              <a:t>      "row_count": "4765",</a:t>
            </a:r>
          </a:p>
          <a:p>
            <a:r>
              <a:t>      "positive_rate": "0.05036726128016789",</a:t>
            </a:r>
          </a:p>
          <a:p>
            <a:r>
              <a:t>      "metrics_path": "artifacts/cluster-run/all/results/model/words_15/RF/baseline/metrics.json"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"15",</a:t>
            </a:r>
          </a:p>
          <a:p>
            <a:r>
              <a:t>      "model": "RF",</a:t>
            </a:r>
          </a:p>
          <a:p>
            <a:r>
              <a:t>      "variant": "refactored",</a:t>
            </a:r>
          </a:p>
          <a:p>
            <a:r>
              <a:t>      "auc_prc": "0.08376238571707453",</a:t>
            </a:r>
          </a:p>
          <a:p>
            <a:r>
              <a:t>      "average_precision": "0.08543392068095307",</a:t>
            </a:r>
          </a:p>
          <a:p>
            <a:r>
              <a:t>      "accuracy": "0.8856243441762854",</a:t>
            </a:r>
          </a:p>
          <a:p>
            <a:r>
              <a:t>      "roc_auc": "0.6761726519337017",</a:t>
            </a:r>
          </a:p>
          <a:p>
            <a:r>
              <a:t>      "precision": "0.08672086720867209",</a:t>
            </a:r>
          </a:p>
          <a:p>
            <a:r>
              <a:t>      "recall": "0.13333333333333333",</a:t>
            </a:r>
          </a:p>
          <a:p>
            <a:r>
              <a:t>      "f1": "0.10509031198686372",</a:t>
            </a:r>
          </a:p>
          <a:p>
            <a:r>
              <a:t>      "row_count": "4765",</a:t>
            </a:r>
          </a:p>
          <a:p>
            <a:r>
              <a:t>      "positive_rate": "0.05036726128016789",</a:t>
            </a:r>
          </a:p>
          <a:p>
            <a:r>
              <a:t>      "metrics_path": "artifacts/cluster-run/all/results/model/words_15/RF/refactored/metrics.json"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"15",</a:t>
            </a:r>
          </a:p>
          <a:p>
            <a:r>
              <a:t>      "model": "XGboost",</a:t>
            </a:r>
          </a:p>
          <a:p>
            <a:r>
              <a:t>      "variant": "baseline",</a:t>
            </a:r>
          </a:p>
          <a:p>
            <a:r>
              <a:t>      "auc_prc": "0.07575253362559936",</a:t>
            </a:r>
          </a:p>
          <a:p>
            <a:r>
              <a:t>      "average_precision": "0.07743454453312912",</a:t>
            </a:r>
          </a:p>
          <a:p>
            <a:r>
              <a:t>      "accuracy": "0.8621196222455404",</a:t>
            </a:r>
          </a:p>
          <a:p>
            <a:r>
              <a:t>      "roc_auc": "0.6626680478821363",</a:t>
            </a:r>
          </a:p>
          <a:p>
            <a:r>
              <a:t>      "precision": "0.05919661733615222",</a:t>
            </a:r>
          </a:p>
          <a:p>
            <a:r>
              <a:t>      "recall": "0.11666666666666667",</a:t>
            </a:r>
          </a:p>
          <a:p>
            <a:r>
              <a:t>      "f1": "0.0785413744740533",</a:t>
            </a:r>
          </a:p>
          <a:p>
            <a:r>
              <a:t>      "row_count": "4765",</a:t>
            </a:r>
          </a:p>
          <a:p>
            <a:r>
              <a:t>      "positive_rate": "0.05036726128016789",</a:t>
            </a:r>
          </a:p>
          <a:p>
            <a:r>
              <a:t>      "metrics_path": "artifacts/cluster-run/all/results/model/words_15/XGboost/baseline/metrics.json"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"15",</a:t>
            </a:r>
          </a:p>
          <a:p>
            <a:r>
              <a:t>      "model": "XGboost",</a:t>
            </a:r>
          </a:p>
          <a:p>
            <a:r>
              <a:t>      "variant": "refactored",</a:t>
            </a:r>
          </a:p>
          <a:p>
            <a:r>
              <a:t>      "auc_prc": "0.08560305222275916",</a:t>
            </a:r>
          </a:p>
          <a:p>
            <a:r>
              <a:t>      "average_precision": "0.08681663884197519",</a:t>
            </a:r>
          </a:p>
          <a:p>
            <a:r>
              <a:t>      "accuracy": "0.9152151101783841",</a:t>
            </a:r>
          </a:p>
          <a:p>
            <a:r>
              <a:t>      "roc_auc": "0.6809562615101289",</a:t>
            </a:r>
          </a:p>
          <a:p>
            <a:r>
              <a:t>      "precision": "0.07731958762886598",</a:t>
            </a:r>
          </a:p>
          <a:p>
            <a:r>
              <a:t>      "recall": "0.0625",</a:t>
            </a:r>
          </a:p>
          <a:p>
            <a:r>
              <a:t>      "f1": "0.06912442396313365",</a:t>
            </a:r>
          </a:p>
          <a:p>
            <a:r>
              <a:t>      "row_count": "4765",</a:t>
            </a:r>
          </a:p>
          <a:p>
            <a:r>
              <a:t>      "positive_rate": "0.05036726128016789",</a:t>
            </a:r>
          </a:p>
          <a:p>
            <a:r>
              <a:t>      "metrics_path": "artifacts/cluster-run/all/results/model/words_15/XGboost/refactored/metrics.json"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"15",</a:t>
            </a:r>
          </a:p>
          <a:p>
            <a:r>
              <a:t>      "model": "NN",</a:t>
            </a:r>
          </a:p>
          <a:p>
            <a:r>
              <a:t>      "variant": "baseline",</a:t>
            </a:r>
          </a:p>
          <a:p>
            <a:r>
              <a:t>      "auc_prc": "0.07547260464725383",</a:t>
            </a:r>
          </a:p>
          <a:p>
            <a:r>
              <a:t>      "average_precision": "0.07711960056751868",</a:t>
            </a:r>
          </a:p>
          <a:p>
            <a:r>
              <a:t>      "accuracy": "0.8560335781741868",</a:t>
            </a:r>
          </a:p>
          <a:p>
            <a:r>
              <a:t>      "roc_auc": "0.5940165745856354",</a:t>
            </a:r>
          </a:p>
          <a:p>
            <a:r>
              <a:t>      "precision": "0.07924528301886792",</a:t>
            </a:r>
          </a:p>
          <a:p>
            <a:r>
              <a:t>      "recall": "0.175",</a:t>
            </a:r>
          </a:p>
          <a:p>
            <a:r>
              <a:t>      "f1": "0.10909090909090909",</a:t>
            </a:r>
          </a:p>
          <a:p>
            <a:r>
              <a:t>      "row_count": "4765",</a:t>
            </a:r>
          </a:p>
          <a:p>
            <a:r>
              <a:t>      "positive_rate": "0.05036726128016789",</a:t>
            </a:r>
          </a:p>
          <a:p>
            <a:r>
              <a:t>      "metrics_path": "artifacts/cluster-run/all/results/model/words_15/NN/baseline/metrics.json"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"15",</a:t>
            </a:r>
          </a:p>
          <a:p>
            <a:r>
              <a:t>      "model": "NN",</a:t>
            </a:r>
          </a:p>
          <a:p>
            <a:r>
              <a:t>      "variant": "refactored",</a:t>
            </a:r>
          </a:p>
          <a:p>
            <a:r>
              <a:t>      "auc_prc": "0.07731807106926766",</a:t>
            </a:r>
          </a:p>
          <a:p>
            <a:r>
              <a:t>      "average_precision": "0.07832704944253258",</a:t>
            </a:r>
          </a:p>
          <a:p>
            <a:r>
              <a:t>      "accuracy": "0.8818467995802728",</a:t>
            </a:r>
          </a:p>
          <a:p>
            <a:r>
              <a:t>      "roc_auc": "0.5780497237569061",</a:t>
            </a:r>
          </a:p>
          <a:p>
            <a:r>
              <a:t>      "precision": "0.07611548556430446",</a:t>
            </a:r>
          </a:p>
          <a:p>
            <a:r>
              <a:t>      "recall": "0.12083333333333333",</a:t>
            </a:r>
          </a:p>
          <a:p>
            <a:r>
              <a:t>      "f1": "0.09339774557165861",</a:t>
            </a:r>
          </a:p>
          <a:p>
            <a:r>
              <a:t>      "row_count": "4765",</a:t>
            </a:r>
          </a:p>
          <a:p>
            <a:r>
              <a:t>      "positive_rate": "0.05036726128016789",</a:t>
            </a:r>
          </a:p>
          <a:p>
            <a:r>
              <a:t>      "metrics_path": "artifacts/cluster-run/all/results/model/words_15/NN/refactored/metrics.json"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"20",</a:t>
            </a:r>
          </a:p>
          <a:p>
            <a:r>
              <a:t>      "model": "RF",</a:t>
            </a:r>
          </a:p>
          <a:p>
            <a:r>
              <a:t>      "variant": "baseline",</a:t>
            </a:r>
          </a:p>
          <a:p>
            <a:r>
              <a:t>      "auc_prc": "0.07747347765366824",</a:t>
            </a:r>
          </a:p>
          <a:p>
            <a:r>
              <a:t>      "average_precision": "0.07894981726166406",</a:t>
            </a:r>
          </a:p>
          <a:p>
            <a:r>
              <a:t>      "accuracy": "0.9353620146904512",</a:t>
            </a:r>
          </a:p>
          <a:p>
            <a:r>
              <a:t>      "roc_auc": "0.6674620035392396",</a:t>
            </a:r>
          </a:p>
          <a:p>
            <a:r>
              <a:t>      "precision": "0.11258278145695365",</a:t>
            </a:r>
          </a:p>
          <a:p>
            <a:r>
              <a:t>      "recall": "0.08900523560209424",</a:t>
            </a:r>
          </a:p>
          <a:p>
            <a:r>
              <a:t>      "f1": "0.09941520467836258",</a:t>
            </a:r>
          </a:p>
          <a:p>
            <a:r>
              <a:t>      "row_count": "4765",</a:t>
            </a:r>
          </a:p>
          <a:p>
            <a:r>
              <a:t>      "positive_rate": "0.04008394543546694",</a:t>
            </a:r>
          </a:p>
          <a:p>
            <a:r>
              <a:t>      "metrics_path": "artifacts/cluster-run/all/results/model/words_20/RF/baseline/metrics.json"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"20",</a:t>
            </a:r>
          </a:p>
          <a:p>
            <a:r>
              <a:t>      "model": "RF",</a:t>
            </a:r>
          </a:p>
          <a:p>
            <a:r>
              <a:t>      "variant": "refactored",</a:t>
            </a:r>
          </a:p>
          <a:p>
            <a:r>
              <a:t>      "auc_prc": "0.07649396658360672",</a:t>
            </a:r>
          </a:p>
          <a:p>
            <a:r>
              <a:t>      "average_precision": "0.07806557777502035",</a:t>
            </a:r>
          </a:p>
          <a:p>
            <a:r>
              <a:t>      "accuracy": "0.9273871983210913",</a:t>
            </a:r>
          </a:p>
          <a:p>
            <a:r>
              <a:t>      "roc_auc": "0.682131762271157",</a:t>
            </a:r>
          </a:p>
          <a:p>
            <a:r>
              <a:t>      "precision": "0.08994708994708994",</a:t>
            </a:r>
          </a:p>
          <a:p>
            <a:r>
              <a:t>      "recall": "0.08900523560209424",</a:t>
            </a:r>
          </a:p>
          <a:p>
            <a:r>
              <a:t>      "f1": "0.08947368421052632",</a:t>
            </a:r>
          </a:p>
          <a:p>
            <a:r>
              <a:t>      "row_count": "4765",</a:t>
            </a:r>
          </a:p>
          <a:p>
            <a:r>
              <a:t>      "positive_rate": "0.04008394543546694",</a:t>
            </a:r>
          </a:p>
          <a:p>
            <a:r>
              <a:t>      "metrics_path": "artifacts/cluster-run/all/results/model/words_20/RF/refactored/metrics.json"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"20",</a:t>
            </a:r>
          </a:p>
          <a:p>
            <a:r>
              <a:t>      "model": "XGboost",</a:t>
            </a:r>
          </a:p>
          <a:p>
            <a:r>
              <a:t>      "variant": "baseline",</a:t>
            </a:r>
          </a:p>
          <a:p>
            <a:r>
              <a:t>      "auc_prc": "0.07672378503169253",</a:t>
            </a:r>
          </a:p>
          <a:p>
            <a:r>
              <a:t>      "average_precision": "0.07931628612203584",</a:t>
            </a:r>
          </a:p>
          <a:p>
            <a:r>
              <a:t>      "accuracy": "0.9137460650577125",</a:t>
            </a:r>
          </a:p>
          <a:p>
            <a:r>
              <a:t>      "roc_auc": "0.7027158970461315",</a:t>
            </a:r>
          </a:p>
          <a:p>
            <a:r>
              <a:t>      "precision": "0.09854014598540146",</a:t>
            </a:r>
          </a:p>
          <a:p>
            <a:r>
              <a:t>      "recall": "0.14136125654450263",</a:t>
            </a:r>
          </a:p>
          <a:p>
            <a:r>
              <a:t>      "f1": "0.11612903225806451",</a:t>
            </a:r>
          </a:p>
          <a:p>
            <a:r>
              <a:t>      "row_count": "4765",</a:t>
            </a:r>
          </a:p>
          <a:p>
            <a:r>
              <a:t>      "positive_rate": "0.04008394543546694",</a:t>
            </a:r>
          </a:p>
          <a:p>
            <a:r>
              <a:t>      "metrics_path": "artifacts/cluster-run/all/results/model/words_20/XGboost/baseline/metrics.json"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"20",</a:t>
            </a:r>
          </a:p>
          <a:p>
            <a:r>
              <a:t>      "model": "XGboost",</a:t>
            </a:r>
          </a:p>
          <a:p>
            <a:r>
              <a:t>      "variant": "refactored",</a:t>
            </a:r>
          </a:p>
          <a:p>
            <a:r>
              <a:t>      "auc_prc": "0.07357004958455021",</a:t>
            </a:r>
          </a:p>
          <a:p>
            <a:r>
              <a:t>      "average_precision": "0.07574870743845265",</a:t>
            </a:r>
          </a:p>
          <a:p>
            <a:r>
              <a:t>      "accuracy": "0.910598111227702",</a:t>
            </a:r>
          </a:p>
          <a:p>
            <a:r>
              <a:t>      "roc_auc": "0.6904704945091422",</a:t>
            </a:r>
          </a:p>
          <a:p>
            <a:r>
              <a:t>      "precision": "0.09059233449477352",</a:t>
            </a:r>
          </a:p>
          <a:p>
            <a:r>
              <a:t>      "recall": "0.13612565445026178",</a:t>
            </a:r>
          </a:p>
          <a:p>
            <a:r>
              <a:t>      "f1": "0.1087866108786611",</a:t>
            </a:r>
          </a:p>
          <a:p>
            <a:r>
              <a:t>      "row_count": "4765",</a:t>
            </a:r>
          </a:p>
          <a:p>
            <a:r>
              <a:t>      "positive_rate": "0.04008394543546694",</a:t>
            </a:r>
          </a:p>
          <a:p>
            <a:r>
              <a:t>      "metrics_path": "artifacts/cluster-run/all/results/model/words_20/XGboost/refactored/metrics.json"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"20",</a:t>
            </a:r>
          </a:p>
          <a:p>
            <a:r>
              <a:t>      "model": "NN",</a:t>
            </a:r>
          </a:p>
          <a:p>
            <a:r>
              <a:t>      "variant": "baseline",</a:t>
            </a:r>
          </a:p>
          <a:p>
            <a:r>
              <a:t>      "auc_prc": "0.07671668436431352",</a:t>
            </a:r>
          </a:p>
          <a:p>
            <a:r>
              <a:t>      "average_precision": "0.07946063233877934",</a:t>
            </a:r>
          </a:p>
          <a:p>
            <a:r>
              <a:t>      "accuracy": "0.9137460650577125",</a:t>
            </a:r>
          </a:p>
          <a:p>
            <a:r>
              <a:t>      "roc_auc": "0.6514844889278577",</a:t>
            </a:r>
          </a:p>
          <a:p>
            <a:r>
              <a:t>      "precision": "0.0703125",</a:t>
            </a:r>
          </a:p>
          <a:p>
            <a:r>
              <a:t>      "recall": "0.09424083769633508",</a:t>
            </a:r>
          </a:p>
          <a:p>
            <a:r>
              <a:t>      "f1": "0.08053691275167786",</a:t>
            </a:r>
          </a:p>
          <a:p>
            <a:r>
              <a:t>      "row_count": "4765",</a:t>
            </a:r>
          </a:p>
          <a:p>
            <a:r>
              <a:t>      "positive_rate": "0.04008394543546694",</a:t>
            </a:r>
          </a:p>
          <a:p>
            <a:r>
              <a:t>      "metrics_path": "artifacts/cluster-run/all/results/model/words_20/NN/baseline/metrics.json"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"20",</a:t>
            </a:r>
          </a:p>
          <a:p>
            <a:r>
              <a:t>      "model": "NN",</a:t>
            </a:r>
          </a:p>
          <a:p>
            <a:r>
              <a:t>      "variant": "refactored",</a:t>
            </a:r>
          </a:p>
          <a:p>
            <a:r>
              <a:t>      "auc_prc": "0.06608198374296814",</a:t>
            </a:r>
          </a:p>
          <a:p>
            <a:r>
              <a:t>      "average_precision": "0.06754279774853031",</a:t>
            </a:r>
          </a:p>
          <a:p>
            <a:r>
              <a:t>      "accuracy": "0.9147953830010493",</a:t>
            </a:r>
          </a:p>
          <a:p>
            <a:r>
              <a:t>      "roc_auc": "0.6269456088018552",</a:t>
            </a:r>
          </a:p>
          <a:p>
            <a:r>
              <a:t>      "precision": "0.09125475285171103",</a:t>
            </a:r>
          </a:p>
          <a:p>
            <a:r>
              <a:t>      "recall": "0.1256544502617801",</a:t>
            </a:r>
          </a:p>
          <a:p>
            <a:r>
              <a:t>      "f1": "0.10572687224669602",</a:t>
            </a:r>
          </a:p>
          <a:p>
            <a:r>
              <a:t>      "row_count": "4765",</a:t>
            </a:r>
          </a:p>
          <a:p>
            <a:r>
              <a:t>      "positive_rate": "0.04008394543546694",</a:t>
            </a:r>
          </a:p>
          <a:p>
            <a:r>
              <a:t>      "metrics_path": "artifacts/cluster-run/all/results/model/words_20/NN/refactored/metrics.json"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"spec": {</a:t>
            </a:r>
          </a:p>
          <a:p>
            <a:r>
              <a:t>    "experiment": "Pooled chronological comparison (#358)",</a:t>
            </a:r>
          </a:p>
          <a:p>
            <a:r>
              <a:t>    "task": "Train a single pooled model per family and level using six repositories; compare unweighted training with balancing on the same future test rows.",</a:t>
            </a:r>
          </a:p>
          <a:p>
            <a:r>
              <a:t>    "why": [</a:t>
            </a:r>
          </a:p>
          <a:p>
            <a:r>
              <a:t>      "Global chronological split, not a separate split per repository.",</a:t>
            </a:r>
          </a:p>
          <a:p>
            <a:r>
              <a:t>      "Levels 5, 10, 15 and 20; RF, legacy boosting and NN; two variants.",</a:t>
            </a:r>
          </a:p>
          <a:p>
            <a:r>
              <a:t>      "One grouped job succeeded: all 24 outputs present.",</a:t>
            </a:r>
          </a:p>
          <a:p>
            <a:r>
              <a:t>      "Existing CSV data; different evaluation population from #357 and #360."</a:t>
            </a:r>
          </a:p>
          <a:p>
            <a:r>
              <a:t>    ],</a:t>
            </a:r>
          </a:p>
          <a:p>
            <a:r>
              <a:t>    "conclusions": {</a:t>
            </a:r>
          </a:p>
          <a:p>
            <a:r>
              <a:t>      "findings": [</a:t>
            </a:r>
          </a:p>
          <a:p>
            <a:r>
              <a:t>        "Balancing wins 5/12 paired AUC-PRC comparisons and loses 7/12.",</a:t>
            </a:r>
          </a:p>
          <a:p>
            <a:r>
              <a:t>        "Mean across 12 model/level scores: 0.09807 to 0.09801. Essentially unchanged descriptively.",</a:t>
            </a:r>
          </a:p>
          <a:p>
            <a:r>
              <a:t>        "Best: baseline legacy boosting, level 5 = 0.1470 AUC-PRC; ROC AUC 0.6138.",</a:t>
            </a:r>
          </a:p>
          <a:p>
            <a:r>
              <a:t>        "Test positives: 504 / 325 / 240 / 191 at levels 5 / 10 / 15 / 20."</a:t>
            </a:r>
          </a:p>
          <a:p>
            <a:r>
              <a:t>      ],</a:t>
            </a:r>
          </a:p>
          <a:p>
            <a:r>
              <a:t>      "next_steps": [</a:t>
            </a:r>
          </a:p>
          <a:p>
            <a:r>
              <a:t>        "Qt and Apache supply 94.6% of test rows; Hyperledger and IntelDAOS have no test rows.",</a:t>
            </a:r>
          </a:p>
          <a:p>
            <a:r>
              <a:t>        "Keep unweighted candidates. Balancing has mixed effects, not a consistent gain.",</a:t>
            </a:r>
          </a:p>
          <a:p>
            <a:r>
              <a:t>        "Pooled scores are not six-project macro means; do not rank protocols as matched experiments.",</a:t>
            </a:r>
          </a:p>
          <a:p>
            <a:r>
              <a:t>        "No original rich-feature replay. Legacy 'XGboost' is GradientBoostingClassifier."</a:t>
            </a:r>
          </a:p>
          <a:p>
            <a:r>
              <a:t>      ]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"split_manifest": {</a:t>
            </a:r>
          </a:p>
          <a:p>
            <a:r>
              <a:t>    "baseline_definition": "unweighted model-family rerun, not the published old pipeline",</a:t>
            </a:r>
          </a:p>
          <a:p>
            <a:r>
              <a:t>    "feature_policy": "same_pre_sprint_transform_for_both_variants",</a:t>
            </a:r>
          </a:p>
          <a:p>
            <a:r>
              <a:t>    "historical_pipeline_replayed": false,</a:t>
            </a:r>
          </a:p>
          <a:p>
            <a:r>
              <a:t>    "partitions": {</a:t>
            </a:r>
          </a:p>
          <a:p>
            <a:r>
              <a:t>      "test": {</a:t>
            </a:r>
          </a:p>
          <a:p>
            <a:r>
              <a:t>        "first_sprint_entry": "2021-09-29 05:43:37",</a:t>
            </a:r>
          </a:p>
          <a:p>
            <a:r>
              <a:t>        "last_sprint_entry": "2023-04-27 18:22:56",</a:t>
            </a:r>
          </a:p>
          <a:p>
            <a:r>
              <a:t>        "positive_counts": {</a:t>
            </a:r>
          </a:p>
          <a:p>
            <a:r>
              <a:t>          "10": 325,</a:t>
            </a:r>
          </a:p>
          <a:p>
            <a:r>
              <a:t>          "15": 240,</a:t>
            </a:r>
          </a:p>
          <a:p>
            <a:r>
              <a:t>          "20": 191,</a:t>
            </a:r>
          </a:p>
          <a:p>
            <a:r>
              <a:t>          "5": 504</a:t>
            </a:r>
          </a:p>
          <a:p>
            <a:r>
              <a:t>        },</a:t>
            </a:r>
          </a:p>
          <a:p>
            <a:r>
              <a:t>        "row_ids_sha256": "181521dbae0ae27219420d0a5f878caae34cbec6dc080320464dd70b99ea709f",</a:t>
            </a:r>
          </a:p>
          <a:p>
            <a:r>
              <a:t>        "rows": 4765,</a:t>
            </a:r>
          </a:p>
          <a:p>
            <a:r>
              <a:t>        "source_counts": {</a:t>
            </a:r>
          </a:p>
          <a:p>
            <a:r>
              <a:t>          "Apache": 1841,</a:t>
            </a:r>
          </a:p>
          <a:p>
            <a:r>
              <a:t>          "Jira": 16,</a:t>
            </a:r>
          </a:p>
          <a:p>
            <a:r>
              <a:t>          "MariaDB": 239,</a:t>
            </a:r>
          </a:p>
          <a:p>
            <a:r>
              <a:t>          "Qt": 2669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"train": {</a:t>
            </a:r>
          </a:p>
          <a:p>
            <a:r>
              <a:t>        "first_sprint_entry": "2006-08-23 06:57:12",</a:t>
            </a:r>
          </a:p>
          <a:p>
            <a:r>
              <a:t>        "last_sprint_entry": "2019-12-16 10:53:39",</a:t>
            </a:r>
          </a:p>
          <a:p>
            <a:r>
              <a:t>        "positive_counts": {</a:t>
            </a:r>
          </a:p>
          <a:p>
            <a:r>
              <a:t>          "10": 1703,</a:t>
            </a:r>
          </a:p>
          <a:p>
            <a:r>
              <a:t>          "15": 1452,</a:t>
            </a:r>
          </a:p>
          <a:p>
            <a:r>
              <a:t>          "20": 999,</a:t>
            </a:r>
          </a:p>
          <a:p>
            <a:r>
              <a:t>          "5": 2114</a:t>
            </a:r>
          </a:p>
          <a:p>
            <a:r>
              <a:t>        },</a:t>
            </a:r>
          </a:p>
          <a:p>
            <a:r>
              <a:t>        "row_ids_sha256": "a5e2cca916f9797ce249d69ca0e280048d80b5b9f8d5b4fc37edbaeb0d958d7c",</a:t>
            </a:r>
          </a:p>
          <a:p>
            <a:r>
              <a:t>        "rows": 14293,</a:t>
            </a:r>
          </a:p>
          <a:p>
            <a:r>
              <a:t>        "source_counts": {</a:t>
            </a:r>
          </a:p>
          <a:p>
            <a:r>
              <a:t>          "Apache": 5006,</a:t>
            </a:r>
          </a:p>
          <a:p>
            <a:r>
              <a:t>          "Hyperledger": 4380,</a:t>
            </a:r>
          </a:p>
          <a:p>
            <a:r>
              <a:t>          "IntelDAOS": 1258,</a:t>
            </a:r>
          </a:p>
          <a:p>
            <a:r>
              <a:t>          "Jira": 1530,</a:t>
            </a:r>
          </a:p>
          <a:p>
            <a:r>
              <a:t>          "MariaDB": 1365,</a:t>
            </a:r>
          </a:p>
          <a:p>
            <a:r>
              <a:t>          "Qt": 754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"validation": {</a:t>
            </a:r>
          </a:p>
          <a:p>
            <a:r>
              <a:t>        "first_sprint_entry": "2019-12-16 12:37:11",</a:t>
            </a:r>
          </a:p>
          <a:p>
            <a:r>
              <a:t>        "last_sprint_entry": "2021-09-29 05:39:56",</a:t>
            </a:r>
          </a:p>
          <a:p>
            <a:r>
              <a:t>        "positive_counts": {</a:t>
            </a:r>
          </a:p>
          <a:p>
            <a:r>
              <a:t>          "10": 451,</a:t>
            </a:r>
          </a:p>
          <a:p>
            <a:r>
              <a:t>          "15": 364,</a:t>
            </a:r>
          </a:p>
          <a:p>
            <a:r>
              <a:t>          "20": 311,</a:t>
            </a:r>
          </a:p>
          <a:p>
            <a:r>
              <a:t>          "5": 572</a:t>
            </a:r>
          </a:p>
          <a:p>
            <a:r>
              <a:t>        },</a:t>
            </a:r>
          </a:p>
          <a:p>
            <a:r>
              <a:t>        "row_ids_sha256": "1ee57e9c7f89b88b487e016294a3f96d5b54651b80e646f445fefb2602a7baf7",</a:t>
            </a:r>
          </a:p>
          <a:p>
            <a:r>
              <a:t>        "rows": 4764,</a:t>
            </a:r>
          </a:p>
          <a:p>
            <a:r>
              <a:t>        "source_counts": {</a:t>
            </a:r>
          </a:p>
          <a:p>
            <a:r>
              <a:t>          "Apache": 825,</a:t>
            </a:r>
          </a:p>
          <a:p>
            <a:r>
              <a:t>          "Hyperledger": 436,</a:t>
            </a:r>
          </a:p>
          <a:p>
            <a:r>
              <a:t>          "IntelDAOS": 408,</a:t>
            </a:r>
          </a:p>
          <a:p>
            <a:r>
              <a:t>          "Jira": 28,</a:t>
            </a:r>
          </a:p>
          <a:p>
            <a:r>
              <a:t>          "MariaDB": 379,</a:t>
            </a:r>
          </a:p>
          <a:p>
            <a:r>
              <a:t>          "Qt": 2688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"project": "all",</a:t>
            </a:r>
          </a:p>
          <a:p>
            <a:r>
              <a:t>    "protocol": "pooled",</a:t>
            </a:r>
          </a:p>
          <a:p>
            <a:r>
              <a:t>    "selection_metric": "validation_auc_prc",</a:t>
            </a:r>
          </a:p>
          <a:p>
            <a:r>
              <a:t>    "test_weights": "none",</a:t>
            </a:r>
          </a:p>
          <a:p>
            <a:r>
              <a:t>    "versions": {</a:t>
            </a:r>
          </a:p>
          <a:p>
            <a:r>
              <a:t>      "numpy": "1.23.5",</a:t>
            </a:r>
          </a:p>
          <a:p>
            <a:r>
              <a:t>      "pandas": "2.0.1",</a:t>
            </a:r>
          </a:p>
          <a:p>
            <a:r>
              <a:t>      "sklearn": "1.2.2"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https://github.com/yakovelmaleh/Master/pull/358</a:t>
            </a:r>
          </a:p>
          <a:p>
            <a:r>
              <a:t>Artifact commit: 613d77153bb4f3f00c8111290caa2a767302309e</a:t>
            </a:r>
          </a:p>
          <a:p>
            <a:r>
              <a:t>Bundle: Tasks/task-summaries/verify-refactored-instability-model-20260927-134800</a:t>
            </a:r>
          </a:p>
          <a:p>
            <a:r>
              <a:t>Cluster run: 20260924-212306-286254; appended September 27, 2026.</a:t>
            </a:r>
          </a:p>
          <a:p>
            <a:r>
              <a:t>RESULTS.csv supplies reported metrics; split_manifest.json supplies counts and dates; verification_manifest.json records success. All 24 run_metadata.json files were checked for matching test hashes, unweighted tests, selection policy and training balancing.</a:t>
            </a:r>
          </a:p>
          <a:p>
            <a:r>
              <a:t>Scores were aggregated, not independently rescored from predictions. The overall mean equally weights 12 model/level scores, not six projects. It is descriptive, not evidence of statistical equivalence or significance. Level-5 test prevalence: 504/4765 = 10.58%; always-stable accuracy = 89.42%, versus the best-AUC-PRC model's reported accuracy of 80.90%.</a:t>
            </a:r>
          </a:p>
          <a:p>
            <a:r>
              <a:t>{</a:t>
            </a:r>
          </a:p>
          <a:p>
            <a:r>
              <a:t>  "overall": {</a:t>
            </a:r>
          </a:p>
          <a:p>
            <a:r>
              <a:t>    "baseline": 0.09806660107080348,</a:t>
            </a:r>
          </a:p>
          <a:p>
            <a:r>
              <a:t>    "refactored": 0.09801082368465057</a:t>
            </a:r>
          </a:p>
          <a:p>
            <a:r>
              <a:t>  },</a:t>
            </a:r>
          </a:p>
          <a:p>
            <a:r>
              <a:t>  "wins": 5,</a:t>
            </a:r>
          </a:p>
          <a:p>
            <a:r>
              <a:t>  "ties": 0,</a:t>
            </a:r>
          </a:p>
          <a:p>
            <a:r>
              <a:t>  "results": [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"5",</a:t>
            </a:r>
          </a:p>
          <a:p>
            <a:r>
              <a:t>      "model": "RF",</a:t>
            </a:r>
          </a:p>
          <a:p>
            <a:r>
              <a:t>      "variant": "baseline",</a:t>
            </a:r>
          </a:p>
          <a:p>
            <a:r>
              <a:t>      "auc_prc": "0.13408669194339468",</a:t>
            </a:r>
          </a:p>
          <a:p>
            <a:r>
              <a:t>      "average_precision": "0.13521031398765176",</a:t>
            </a:r>
          </a:p>
          <a:p>
            <a:r>
              <a:t>      "accuracy": "0.7863588667366211",</a:t>
            </a:r>
          </a:p>
          <a:p>
            <a:r>
              <a:t>      "roc_auc": "0.5857209444835589",</a:t>
            </a:r>
          </a:p>
          <a:p>
            <a:r>
              <a:t>      "precision": "0.12861271676300579",</a:t>
            </a:r>
          </a:p>
          <a:p>
            <a:r>
              <a:t>      "recall": "0.1765873015873016",</a:t>
            </a:r>
          </a:p>
          <a:p>
            <a:r>
              <a:t>      "f1": "0.14882943143812707",</a:t>
            </a:r>
          </a:p>
          <a:p>
            <a:r>
              <a:t>      "row_count": "4765",</a:t>
            </a:r>
          </a:p>
          <a:p>
            <a:r>
              <a:t>      "positive_rate": "0.10577124868835257",</a:t>
            </a:r>
          </a:p>
          <a:p>
            <a:r>
              <a:t>      "metrics_path": "artifacts/cluster-run/all/results/model/words_5/RF/baseline/metrics.json"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"5",</a:t>
            </a:r>
          </a:p>
          <a:p>
            <a:r>
              <a:t>      "model": "RF",</a:t>
            </a:r>
          </a:p>
          <a:p>
            <a:r>
              <a:t>      "variant": "refactored",</a:t>
            </a:r>
          </a:p>
          <a:p>
            <a:r>
              <a:t>      "auc_prc": "0.14320106957613504",</a:t>
            </a:r>
          </a:p>
          <a:p>
            <a:r>
              <a:t>      "average_precision": "0.14442457223522223",</a:t>
            </a:r>
          </a:p>
          <a:p>
            <a:r>
              <a:t>      "accuracy": "0.8182581322140609",</a:t>
            </a:r>
          </a:p>
          <a:p>
            <a:r>
              <a:t>      "roc_auc": "0.5950364695670962",</a:t>
            </a:r>
          </a:p>
          <a:p>
            <a:r>
              <a:t>      "precision": "0.14785992217898833",</a:t>
            </a:r>
          </a:p>
          <a:p>
            <a:r>
              <a:t>      "recall": "0.15079365079365079",</a:t>
            </a:r>
          </a:p>
          <a:p>
            <a:r>
              <a:t>      "f1": "0.14931237721021612",</a:t>
            </a:r>
          </a:p>
          <a:p>
            <a:r>
              <a:t>      "row_count": "4765",</a:t>
            </a:r>
          </a:p>
          <a:p>
            <a:r>
              <a:t>      "positive_rate": "0.10577124868835257",</a:t>
            </a:r>
          </a:p>
          <a:p>
            <a:r>
              <a:t>      "metrics_path": "artifacts/cluster-run/all/results/model/words_5/RF/refactored/metrics.json"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"5",</a:t>
            </a:r>
          </a:p>
          <a:p>
            <a:r>
              <a:t>      "model": "XGboost",</a:t>
            </a:r>
          </a:p>
          <a:p>
            <a:r>
              <a:t>      "variant": "baseline",</a:t>
            </a:r>
          </a:p>
          <a:p>
            <a:r>
              <a:t>      "auc_prc": "0.14701492467332153",</a:t>
            </a:r>
          </a:p>
          <a:p>
            <a:r>
              <a:t>      "average_precision": "0.1484012515400372",</a:t>
            </a:r>
          </a:p>
          <a:p>
            <a:r>
              <a:t>      "accuracy": "0.8090241343126967",</a:t>
            </a:r>
          </a:p>
          <a:p>
            <a:r>
              <a:t>      "roc_auc": "0.6137916149797163",</a:t>
            </a:r>
          </a:p>
          <a:p>
            <a:r>
              <a:t>      "precision": "0.15593220338983052",</a:t>
            </a:r>
          </a:p>
          <a:p>
            <a:r>
              <a:t>      "recall": "0.18253968253968253",</a:t>
            </a:r>
          </a:p>
          <a:p>
            <a:r>
              <a:t>      "f1": "0.16819012797074953",</a:t>
            </a:r>
          </a:p>
          <a:p>
            <a:r>
              <a:t>      "row_count": "4765",</a:t>
            </a:r>
          </a:p>
          <a:p>
            <a:r>
              <a:t>      "positive_rate": "0.10577124868835257",</a:t>
            </a:r>
          </a:p>
          <a:p>
            <a:r>
              <a:t>      "metrics_path": "artifacts/cluster-run/all/results/model/words_5/XGboost/baseline/metrics.json"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"5",</a:t>
            </a:r>
          </a:p>
          <a:p>
            <a:r>
              <a:t>      "model": "XGboost",</a:t>
            </a:r>
          </a:p>
          <a:p>
            <a:r>
              <a:t>      "variant": "refactored",</a:t>
            </a:r>
          </a:p>
          <a:p>
            <a:r>
              <a:t>      "auc_prc": "0.14522604359063926",</a:t>
            </a:r>
          </a:p>
          <a:p>
            <a:r>
              <a:t>      "average_precision": "0.14622709303586773",</a:t>
            </a:r>
          </a:p>
          <a:p>
            <a:r>
              <a:t>      "accuracy": "0.6923399790136411",</a:t>
            </a:r>
          </a:p>
          <a:p>
            <a:r>
              <a:t>      "roc_auc": "0.6173724496448035",</a:t>
            </a:r>
          </a:p>
          <a:p>
            <a:r>
              <a:t>      "precision": "0.1463235294117647",</a:t>
            </a:r>
          </a:p>
          <a:p>
            <a:r>
              <a:t>      "recall": "0.3948412698412698",</a:t>
            </a:r>
          </a:p>
          <a:p>
            <a:r>
              <a:t>      "f1": "0.21351931330472104",</a:t>
            </a:r>
          </a:p>
          <a:p>
            <a:r>
              <a:t>      "row_count": "4765",</a:t>
            </a:r>
          </a:p>
          <a:p>
            <a:r>
              <a:t>      "positive_rate": "0.10577124868835257",</a:t>
            </a:r>
          </a:p>
          <a:p>
            <a:r>
              <a:t>      "metrics_path": "artifacts/cluster-run/all/results/model/words_5/XGboost/refactored/metrics.json"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"5",</a:t>
            </a:r>
          </a:p>
          <a:p>
            <a:r>
              <a:t>      "model": "NN",</a:t>
            </a:r>
          </a:p>
          <a:p>
            <a:r>
              <a:t>      "variant": "baseline",</a:t>
            </a:r>
          </a:p>
          <a:p>
            <a:r>
              <a:t>      "auc_prc": "0.1298112950092397",</a:t>
            </a:r>
          </a:p>
          <a:p>
            <a:r>
              <a:t>      "average_precision": "0.13064705003265728",</a:t>
            </a:r>
          </a:p>
          <a:p>
            <a:r>
              <a:t>      "accuracy": "0.7922350472193075",</a:t>
            </a:r>
          </a:p>
          <a:p>
            <a:r>
              <a:t>      "roc_auc": "0.507740004395719",</a:t>
            </a:r>
          </a:p>
          <a:p>
            <a:r>
              <a:t>      "precision": "0.125",</a:t>
            </a:r>
          </a:p>
          <a:p>
            <a:r>
              <a:t>      "recall": "0.16071428571428573",</a:t>
            </a:r>
          </a:p>
          <a:p>
            <a:r>
              <a:t>      "f1": "0.14062500000000003",</a:t>
            </a:r>
          </a:p>
          <a:p>
            <a:r>
              <a:t>      "row_count": "4765",</a:t>
            </a:r>
          </a:p>
          <a:p>
            <a:r>
              <a:t>      "positive_rate": "0.10577124868835257",</a:t>
            </a:r>
          </a:p>
          <a:p>
            <a:r>
              <a:t>      "metrics_path": "artifacts/cluster-run/all/results/model/words_5/NN/baseline/metrics.json"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"5",</a:t>
            </a:r>
          </a:p>
          <a:p>
            <a:r>
              <a:t>      "model": "NN",</a:t>
            </a:r>
          </a:p>
          <a:p>
            <a:r>
              <a:t>      "variant": "refactored",</a:t>
            </a:r>
          </a:p>
          <a:p>
            <a:r>
              <a:t>      "auc_prc": "0.11496473692606904",</a:t>
            </a:r>
          </a:p>
          <a:p>
            <a:r>
              <a:t>      "average_precision": "0.11581459997500092",</a:t>
            </a:r>
          </a:p>
          <a:p>
            <a:r>
              <a:t>      "accuracy": "0.7429171038824763",</a:t>
            </a:r>
          </a:p>
          <a:p>
            <a:r>
              <a:t>      "roc_auc": "0.4997974430325991",</a:t>
            </a:r>
          </a:p>
          <a:p>
            <a:r>
              <a:t>      "precision": "0.12092534174553102",</a:t>
            </a:r>
          </a:p>
          <a:p>
            <a:r>
              <a:t>      "recall": "0.22817460317460317",</a:t>
            </a:r>
          </a:p>
          <a:p>
            <a:r>
              <a:t>      "f1": "0.15807560137457044",</a:t>
            </a:r>
          </a:p>
          <a:p>
            <a:r>
              <a:t>      "row_count": "4765",</a:t>
            </a:r>
          </a:p>
          <a:p>
            <a:r>
              <a:t>      "positive_rate": "0.10577124868835257",</a:t>
            </a:r>
          </a:p>
          <a:p>
            <a:r>
              <a:t>      "metrics_path": "artifacts/cluster-run/all/results/model/words_5/NN/refactored/metrics.json"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"10",</a:t>
            </a:r>
          </a:p>
          <a:p>
            <a:r>
              <a:t>      "model": "RF",</a:t>
            </a:r>
          </a:p>
          <a:p>
            <a:r>
              <a:t>      "variant": "baseline",</a:t>
            </a:r>
          </a:p>
          <a:p>
            <a:r>
              <a:t>      "auc_prc": "0.09986088969719606",</a:t>
            </a:r>
          </a:p>
          <a:p>
            <a:r>
              <a:t>      "average_precision": "0.10141718745393818",</a:t>
            </a:r>
          </a:p>
          <a:p>
            <a:r>
              <a:t>      "accuracy": "0.8679958027282266",</a:t>
            </a:r>
          </a:p>
          <a:p>
            <a:r>
              <a:t>      "roc_auc": "0.6248582813582814",</a:t>
            </a:r>
          </a:p>
          <a:p>
            <a:r>
              <a:t>      "precision": "0.1",</a:t>
            </a:r>
          </a:p>
          <a:p>
            <a:r>
              <a:t>      "recall": "0.11692307692307692",</a:t>
            </a:r>
          </a:p>
          <a:p>
            <a:r>
              <a:t>      "f1": "0.1078014184397163",</a:t>
            </a:r>
          </a:p>
          <a:p>
            <a:r>
              <a:t>      "row_count": "4765",</a:t>
            </a:r>
          </a:p>
          <a:p>
            <a:r>
              <a:t>      "positive_rate": "0.06820566631689402",</a:t>
            </a:r>
          </a:p>
          <a:p>
            <a:r>
              <a:t>      "metrics_path": "artifacts/cluster-run/all/results/model/words_10/RF/baseline/metrics.json"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"10",</a:t>
            </a:r>
          </a:p>
          <a:p>
            <a:r>
              <a:t>      "model": "RF",</a:t>
            </a:r>
          </a:p>
          <a:p>
            <a:r>
              <a:t>      "variant": "refactored",</a:t>
            </a:r>
          </a:p>
          <a:p>
            <a:r>
              <a:t>      "auc_prc": "0.10341875564121582",</a:t>
            </a:r>
          </a:p>
          <a:p>
            <a:r>
              <a:t>      "average_precision": "0.10504356784098379",</a:t>
            </a:r>
          </a:p>
          <a:p>
            <a:r>
              <a:t>      "accuracy": "0.8654774396642183",</a:t>
            </a:r>
          </a:p>
          <a:p>
            <a:r>
              <a:t>      "roc_auc": "0.6411344421344422",</a:t>
            </a:r>
          </a:p>
          <a:p>
            <a:r>
              <a:t>      "precision": "0.11083743842364532",</a:t>
            </a:r>
          </a:p>
          <a:p>
            <a:r>
              <a:t>      "recall": "0.13846153846153847",</a:t>
            </a:r>
          </a:p>
          <a:p>
            <a:r>
              <a:t>      "f1": "0.12311901504787963",</a:t>
            </a:r>
          </a:p>
          <a:p>
            <a:r>
              <a:t>      "row_count": "4765",</a:t>
            </a:r>
          </a:p>
          <a:p>
            <a:r>
              <a:t>      "positive_rate": "0.06820566631689402",</a:t>
            </a:r>
          </a:p>
          <a:p>
            <a:r>
              <a:t>      "metrics_path": "artifacts/cluster-run/all/results/model/words_10/RF/refactored/metrics.json"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"10",</a:t>
            </a:r>
          </a:p>
          <a:p>
            <a:r>
              <a:t>      "model": "XGboost",</a:t>
            </a:r>
          </a:p>
          <a:p>
            <a:r>
              <a:t>      "variant": "baseline",</a:t>
            </a:r>
          </a:p>
          <a:p>
            <a:r>
              <a:t>      "auc_prc": "0.10736579881972057",</a:t>
            </a:r>
          </a:p>
          <a:p>
            <a:r>
              <a:t>      "average_precision": "0.10852167417007821",</a:t>
            </a:r>
          </a:p>
          <a:p>
            <a:r>
              <a:t>      "accuracy": "0.8537250786988457",</a:t>
            </a:r>
          </a:p>
          <a:p>
            <a:r>
              <a:t>      "roc_auc": "0.6472813582813582",</a:t>
            </a:r>
          </a:p>
          <a:p>
            <a:r>
              <a:t>      "precision": "0.11885245901639344",</a:t>
            </a:r>
          </a:p>
          <a:p>
            <a:r>
              <a:t>      "recall": "0.17846153846153845",</a:t>
            </a:r>
          </a:p>
          <a:p>
            <a:r>
              <a:t>      "f1": "0.14268142681426815",</a:t>
            </a:r>
          </a:p>
          <a:p>
            <a:r>
              <a:t>      "row_count": "4765",</a:t>
            </a:r>
          </a:p>
          <a:p>
            <a:r>
              <a:t>      "positive_rate": "0.06820566631689402",</a:t>
            </a:r>
          </a:p>
          <a:p>
            <a:r>
              <a:t>      "metrics_path": "artifacts/cluster-run/all/results/model/words_10/XGboost/baseline/metrics.json"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"10",</a:t>
            </a:r>
          </a:p>
          <a:p>
            <a:r>
              <a:t>      "model": "XGboost",</a:t>
            </a:r>
          </a:p>
          <a:p>
            <a:r>
              <a:t>      "variant": "refactored",</a:t>
            </a:r>
          </a:p>
          <a:p>
            <a:r>
              <a:t>      "auc_prc": "0.10153897637795058",</a:t>
            </a:r>
          </a:p>
          <a:p>
            <a:r>
              <a:t>      "average_precision": "0.10317826680478742",</a:t>
            </a:r>
          </a:p>
          <a:p>
            <a:r>
              <a:t>      "accuracy": "0.8379853095487932",</a:t>
            </a:r>
          </a:p>
          <a:p>
            <a:r>
              <a:t>      "roc_auc": "0.6469258489258489",</a:t>
            </a:r>
          </a:p>
          <a:p>
            <a:r>
              <a:t>      "precision": "0.08990825688073395",</a:t>
            </a:r>
          </a:p>
          <a:p>
            <a:r>
              <a:t>      "recall": "0.15076923076923077",</a:t>
            </a:r>
          </a:p>
          <a:p>
            <a:r>
              <a:t>      "f1": "0.11264367816091954",</a:t>
            </a:r>
          </a:p>
          <a:p>
            <a:r>
              <a:t>      "row_count": "4765",</a:t>
            </a:r>
          </a:p>
          <a:p>
            <a:r>
              <a:t>      "positive_rate": "0.06820566631689402",</a:t>
            </a:r>
          </a:p>
          <a:p>
            <a:r>
              <a:t>      "metrics_path": "artifacts/cluster-run/all/results/model/words_10/XGboost/refactored/metrics.json"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"10",</a:t>
            </a:r>
          </a:p>
          <a:p>
            <a:r>
              <a:t>      "model": "NN",</a:t>
            </a:r>
          </a:p>
          <a:p>
            <a:r>
              <a:t>      "variant": "baseline",</a:t>
            </a:r>
          </a:p>
          <a:p>
            <a:r>
              <a:t>      "auc_prc": "0.09132900204735339",</a:t>
            </a:r>
          </a:p>
          <a:p>
            <a:r>
              <a:t>      "average_precision": "0.09309775381815072",</a:t>
            </a:r>
          </a:p>
          <a:p>
            <a:r>
              <a:t>      "accuracy": "0.8472193074501574",</a:t>
            </a:r>
          </a:p>
          <a:p>
            <a:r>
              <a:t>      "roc_auc": "0.5721212751212751",</a:t>
            </a:r>
          </a:p>
          <a:p>
            <a:r>
              <a:t>      "precision": "0.11324376199616124",</a:t>
            </a:r>
          </a:p>
          <a:p>
            <a:r>
              <a:t>      "recall": "0.18153846153846154",</a:t>
            </a:r>
          </a:p>
          <a:p>
            <a:r>
              <a:t>      "f1": "0.13947990543735223",</a:t>
            </a:r>
          </a:p>
          <a:p>
            <a:r>
              <a:t>      "row_count": "4765",</a:t>
            </a:r>
          </a:p>
          <a:p>
            <a:r>
              <a:t>      "positive_rate": "0.06820566631689402",</a:t>
            </a:r>
          </a:p>
          <a:p>
            <a:r>
              <a:t>      "metrics_path": "artifacts/cluster-run/all/results/model/words_10/NN/baseline/metrics.json"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"10",</a:t>
            </a:r>
          </a:p>
          <a:p>
            <a:r>
              <a:t>      "model": "NN",</a:t>
            </a:r>
          </a:p>
          <a:p>
            <a:r>
              <a:t>      "variant": "refactored",</a:t>
            </a:r>
          </a:p>
          <a:p>
            <a:r>
              <a:t>      "auc_prc": "0.1049507931835707",</a:t>
            </a:r>
          </a:p>
          <a:p>
            <a:r>
              <a:t>      "average_precision": "0.1065345021729594",</a:t>
            </a:r>
          </a:p>
          <a:p>
            <a:r>
              <a:t>      "accuracy": "0.8732423924449108",</a:t>
            </a:r>
          </a:p>
          <a:p>
            <a:r>
              <a:t>      "roc_auc": "0.60197920997921",</a:t>
            </a:r>
          </a:p>
          <a:p>
            <a:r>
              <a:t>      "precision": "0.11989100817438691",</a:t>
            </a:r>
          </a:p>
          <a:p>
            <a:r>
              <a:t>      "recall": "0.13538461538461538",</a:t>
            </a:r>
          </a:p>
          <a:p>
            <a:r>
              <a:t>      "f1": "0.12716763005780346",</a:t>
            </a:r>
          </a:p>
          <a:p>
            <a:r>
              <a:t>      "row_count": "4765",</a:t>
            </a:r>
          </a:p>
          <a:p>
            <a:r>
              <a:t>      "positive_rate": "0.06820566631689402",</a:t>
            </a:r>
          </a:p>
          <a:p>
            <a:r>
              <a:t>      "metrics_path": "artifacts/cluster-run/all/results/model/words_10/NN/refactored/metrics.json"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"15",</a:t>
            </a:r>
          </a:p>
          <a:p>
            <a:r>
              <a:t>      "model": "RF",</a:t>
            </a:r>
          </a:p>
          <a:p>
            <a:r>
              <a:t>      "variant": "baseline",</a:t>
            </a:r>
          </a:p>
          <a:p>
            <a:r>
              <a:t>      "auc_prc": "0.08519152533688826",</a:t>
            </a:r>
          </a:p>
          <a:p>
            <a:r>
              <a:t>      "average_precision": "0.08678919973563928",</a:t>
            </a:r>
          </a:p>
          <a:p>
            <a:r>
              <a:t>      "accuracy": "0.8799580272822666",</a:t>
            </a:r>
          </a:p>
          <a:p>
            <a:r>
              <a:t>      "roc_auc": "0.6695193370165746",</a:t>
            </a:r>
          </a:p>
          <a:p>
            <a:r>
              <a:t>      "precision": "0.0891089108910891",</a:t>
            </a:r>
          </a:p>
          <a:p>
            <a:r>
              <a:t>      "recall": "0.15",</a:t>
            </a:r>
          </a:p>
          <a:p>
            <a:r>
              <a:t>      "f1": "0.11180124223602485",</a:t>
            </a:r>
          </a:p>
          <a:p>
            <a:r>
              <a:t>      "row_count": "4765",</a:t>
            </a:r>
          </a:p>
          <a:p>
            <a:r>
              <a:t>      "positive_rate": "0.05036726128016789",</a:t>
            </a:r>
          </a:p>
          <a:p>
            <a:r>
              <a:t>      "metrics_path": "artifacts/cluster-run/all/results/model/words_15/RF/baseline/metrics.json"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"15",</a:t>
            </a:r>
          </a:p>
          <a:p>
            <a:r>
              <a:t>      "model": "RF",</a:t>
            </a:r>
          </a:p>
          <a:p>
            <a:r>
              <a:t>      "variant": "refactored",</a:t>
            </a:r>
          </a:p>
          <a:p>
            <a:r>
              <a:t>      "auc_prc": "0.08376238571707453",</a:t>
            </a:r>
          </a:p>
          <a:p>
            <a:r>
              <a:t>      "average_precision": "0.08543392068095307",</a:t>
            </a:r>
          </a:p>
          <a:p>
            <a:r>
              <a:t>      "accuracy": "0.8856243441762854",</a:t>
            </a:r>
          </a:p>
          <a:p>
            <a:r>
              <a:t>      "roc_auc": "0.6761726519337017",</a:t>
            </a:r>
          </a:p>
          <a:p>
            <a:r>
              <a:t>      "precision": "0.08672086720867209",</a:t>
            </a:r>
          </a:p>
          <a:p>
            <a:r>
              <a:t>      "recall": "0.13333333333333333",</a:t>
            </a:r>
          </a:p>
          <a:p>
            <a:r>
              <a:t>      "f1": "0.10509031198686372",</a:t>
            </a:r>
          </a:p>
          <a:p>
            <a:r>
              <a:t>      "row_count": "4765",</a:t>
            </a:r>
          </a:p>
          <a:p>
            <a:r>
              <a:t>      "positive_rate": "0.05036726128016789",</a:t>
            </a:r>
          </a:p>
          <a:p>
            <a:r>
              <a:t>      "metrics_path": "artifacts/cluster-run/all/results/model/words_15/RF/refactored/metrics.json"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"15",</a:t>
            </a:r>
          </a:p>
          <a:p>
            <a:r>
              <a:t>      "model": "XGboost",</a:t>
            </a:r>
          </a:p>
          <a:p>
            <a:r>
              <a:t>      "variant": "baseline",</a:t>
            </a:r>
          </a:p>
          <a:p>
            <a:r>
              <a:t>      "auc_prc": "0.07575253362559936",</a:t>
            </a:r>
          </a:p>
          <a:p>
            <a:r>
              <a:t>      "average_precision": "0.07743454453312912",</a:t>
            </a:r>
          </a:p>
          <a:p>
            <a:r>
              <a:t>      "accuracy": "0.8621196222455404",</a:t>
            </a:r>
          </a:p>
          <a:p>
            <a:r>
              <a:t>      "roc_auc": "0.6626680478821363",</a:t>
            </a:r>
          </a:p>
          <a:p>
            <a:r>
              <a:t>      "precision": "0.05919661733615222",</a:t>
            </a:r>
          </a:p>
          <a:p>
            <a:r>
              <a:t>      "recall": "0.11666666666666667",</a:t>
            </a:r>
          </a:p>
          <a:p>
            <a:r>
              <a:t>      "f1": "0.0785413744740533",</a:t>
            </a:r>
          </a:p>
          <a:p>
            <a:r>
              <a:t>      "row_count": "4765",</a:t>
            </a:r>
          </a:p>
          <a:p>
            <a:r>
              <a:t>      "positive_rate": "0.05036726128016789",</a:t>
            </a:r>
          </a:p>
          <a:p>
            <a:r>
              <a:t>      "metrics_path": "artifacts/cluster-run/all/results/model/words_15/XGboost/baseline/metrics.json"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"15",</a:t>
            </a:r>
          </a:p>
          <a:p>
            <a:r>
              <a:t>      "model": "XGboost",</a:t>
            </a:r>
          </a:p>
          <a:p>
            <a:r>
              <a:t>      "variant": "refactored",</a:t>
            </a:r>
          </a:p>
          <a:p>
            <a:r>
              <a:t>      "auc_prc": "0.08560305222275916",</a:t>
            </a:r>
          </a:p>
          <a:p>
            <a:r>
              <a:t>      "average_precision": "0.08681663884197519",</a:t>
            </a:r>
          </a:p>
          <a:p>
            <a:r>
              <a:t>      "accuracy": "0.9152151101783841",</a:t>
            </a:r>
          </a:p>
          <a:p>
            <a:r>
              <a:t>      "roc_auc": "0.6809562615101289",</a:t>
            </a:r>
          </a:p>
          <a:p>
            <a:r>
              <a:t>      "precision": "0.07731958762886598",</a:t>
            </a:r>
          </a:p>
          <a:p>
            <a:r>
              <a:t>      "recall": "0.0625",</a:t>
            </a:r>
          </a:p>
          <a:p>
            <a:r>
              <a:t>      "f1": "0.06912442396313365",</a:t>
            </a:r>
          </a:p>
          <a:p>
            <a:r>
              <a:t>      "row_count": "4765",</a:t>
            </a:r>
          </a:p>
          <a:p>
            <a:r>
              <a:t>      "positive_rate": "0.05036726128016789",</a:t>
            </a:r>
          </a:p>
          <a:p>
            <a:r>
              <a:t>      "metrics_path": "artifacts/cluster-run/all/results/model/words_15/XGboost/refactored/metrics.json"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"15",</a:t>
            </a:r>
          </a:p>
          <a:p>
            <a:r>
              <a:t>      "model": "NN",</a:t>
            </a:r>
          </a:p>
          <a:p>
            <a:r>
              <a:t>      "variant": "baseline",</a:t>
            </a:r>
          </a:p>
          <a:p>
            <a:r>
              <a:t>      "auc_prc": "0.07547260464725383",</a:t>
            </a:r>
          </a:p>
          <a:p>
            <a:r>
              <a:t>      "average_precision": "0.07711960056751868",</a:t>
            </a:r>
          </a:p>
          <a:p>
            <a:r>
              <a:t>      "accuracy": "0.8560335781741868",</a:t>
            </a:r>
          </a:p>
          <a:p>
            <a:r>
              <a:t>      "roc_auc": "0.5940165745856354",</a:t>
            </a:r>
          </a:p>
          <a:p>
            <a:r>
              <a:t>      "precision": "0.07924528301886792",</a:t>
            </a:r>
          </a:p>
          <a:p>
            <a:r>
              <a:t>      "recall": "0.175",</a:t>
            </a:r>
          </a:p>
          <a:p>
            <a:r>
              <a:t>      "f1": "0.10909090909090909",</a:t>
            </a:r>
          </a:p>
          <a:p>
            <a:r>
              <a:t>      "row_count": "4765",</a:t>
            </a:r>
          </a:p>
          <a:p>
            <a:r>
              <a:t>      "positive_rate": "0.05036726128016789",</a:t>
            </a:r>
          </a:p>
          <a:p>
            <a:r>
              <a:t>      "metrics_path": "artifacts/cluster-run/all/results/model/words_15/NN/baseline/metrics.json"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"15",</a:t>
            </a:r>
          </a:p>
          <a:p>
            <a:r>
              <a:t>      "model": "NN",</a:t>
            </a:r>
          </a:p>
          <a:p>
            <a:r>
              <a:t>      "variant": "refactored",</a:t>
            </a:r>
          </a:p>
          <a:p>
            <a:r>
              <a:t>      "auc_prc": "0.07731807106926766",</a:t>
            </a:r>
          </a:p>
          <a:p>
            <a:r>
              <a:t>      "average_precision": "0.07832704944253258",</a:t>
            </a:r>
          </a:p>
          <a:p>
            <a:r>
              <a:t>      "accuracy": "0.8818467995802728",</a:t>
            </a:r>
          </a:p>
          <a:p>
            <a:r>
              <a:t>      "roc_auc": "0.5780497237569061",</a:t>
            </a:r>
          </a:p>
          <a:p>
            <a:r>
              <a:t>      "precision": "0.07611548556430446",</a:t>
            </a:r>
          </a:p>
          <a:p>
            <a:r>
              <a:t>      "recall": "0.12083333333333333",</a:t>
            </a:r>
          </a:p>
          <a:p>
            <a:r>
              <a:t>      "f1": "0.09339774557165861",</a:t>
            </a:r>
          </a:p>
          <a:p>
            <a:r>
              <a:t>      "row_count": "4765",</a:t>
            </a:r>
          </a:p>
          <a:p>
            <a:r>
              <a:t>      "positive_rate": "0.05036726128016789",</a:t>
            </a:r>
          </a:p>
          <a:p>
            <a:r>
              <a:t>      "metrics_path": "artifacts/cluster-run/all/results/model/words_15/NN/refactored/metrics.json"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"20",</a:t>
            </a:r>
          </a:p>
          <a:p>
            <a:r>
              <a:t>      "model": "RF",</a:t>
            </a:r>
          </a:p>
          <a:p>
            <a:r>
              <a:t>      "variant": "baseline",</a:t>
            </a:r>
          </a:p>
          <a:p>
            <a:r>
              <a:t>      "auc_prc": "0.07747347765366824",</a:t>
            </a:r>
          </a:p>
          <a:p>
            <a:r>
              <a:t>      "average_precision": "0.07894981726166406",</a:t>
            </a:r>
          </a:p>
          <a:p>
            <a:r>
              <a:t>      "accuracy": "0.9353620146904512",</a:t>
            </a:r>
          </a:p>
          <a:p>
            <a:r>
              <a:t>      "roc_auc": "0.6674620035392396",</a:t>
            </a:r>
          </a:p>
          <a:p>
            <a:r>
              <a:t>      "precision": "0.11258278145695365",</a:t>
            </a:r>
          </a:p>
          <a:p>
            <a:r>
              <a:t>      "recall": "0.08900523560209424",</a:t>
            </a:r>
          </a:p>
          <a:p>
            <a:r>
              <a:t>      "f1": "0.09941520467836258",</a:t>
            </a:r>
          </a:p>
          <a:p>
            <a:r>
              <a:t>      "row_count": "4765",</a:t>
            </a:r>
          </a:p>
          <a:p>
            <a:r>
              <a:t>      "positive_rate": "0.04008394543546694",</a:t>
            </a:r>
          </a:p>
          <a:p>
            <a:r>
              <a:t>      "metrics_path": "artifacts/cluster-run/all/results/model/words_20/RF/baseline/metrics.json"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"20",</a:t>
            </a:r>
          </a:p>
          <a:p>
            <a:r>
              <a:t>      "model": "RF",</a:t>
            </a:r>
          </a:p>
          <a:p>
            <a:r>
              <a:t>      "variant": "refactored",</a:t>
            </a:r>
          </a:p>
          <a:p>
            <a:r>
              <a:t>      "auc_prc": "0.07649396658360672",</a:t>
            </a:r>
          </a:p>
          <a:p>
            <a:r>
              <a:t>      "average_precision": "0.07806557777502035",</a:t>
            </a:r>
          </a:p>
          <a:p>
            <a:r>
              <a:t>      "accuracy": "0.9273871983210913",</a:t>
            </a:r>
          </a:p>
          <a:p>
            <a:r>
              <a:t>      "roc_auc": "0.682131762271157",</a:t>
            </a:r>
          </a:p>
          <a:p>
            <a:r>
              <a:t>      "precision": "0.08994708994708994",</a:t>
            </a:r>
          </a:p>
          <a:p>
            <a:r>
              <a:t>      "recall": "0.08900523560209424",</a:t>
            </a:r>
          </a:p>
          <a:p>
            <a:r>
              <a:t>      "f1": "0.08947368421052632",</a:t>
            </a:r>
          </a:p>
          <a:p>
            <a:r>
              <a:t>      "row_count": "4765",</a:t>
            </a:r>
          </a:p>
          <a:p>
            <a:r>
              <a:t>      "positive_rate": "0.04008394543546694",</a:t>
            </a:r>
          </a:p>
          <a:p>
            <a:r>
              <a:t>      "metrics_path": "artifacts/cluster-run/all/results/model/words_20/RF/refactored/metrics.json"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"20",</a:t>
            </a:r>
          </a:p>
          <a:p>
            <a:r>
              <a:t>      "model": "XGboost",</a:t>
            </a:r>
          </a:p>
          <a:p>
            <a:r>
              <a:t>      "variant": "baseline",</a:t>
            </a:r>
          </a:p>
          <a:p>
            <a:r>
              <a:t>      "auc_prc": "0.07672378503169253",</a:t>
            </a:r>
          </a:p>
          <a:p>
            <a:r>
              <a:t>      "average_precision": "0.07931628612203584",</a:t>
            </a:r>
          </a:p>
          <a:p>
            <a:r>
              <a:t>      "accuracy": "0.9137460650577125",</a:t>
            </a:r>
          </a:p>
          <a:p>
            <a:r>
              <a:t>      "roc_auc": "0.7027158970461315",</a:t>
            </a:r>
          </a:p>
          <a:p>
            <a:r>
              <a:t>      "precision": "0.09854014598540146",</a:t>
            </a:r>
          </a:p>
          <a:p>
            <a:r>
              <a:t>      "recall": "0.14136125654450263",</a:t>
            </a:r>
          </a:p>
          <a:p>
            <a:r>
              <a:t>      "f1": "0.11612903225806451",</a:t>
            </a:r>
          </a:p>
          <a:p>
            <a:r>
              <a:t>      "row_count": "4765",</a:t>
            </a:r>
          </a:p>
          <a:p>
            <a:r>
              <a:t>      "positive_rate": "0.04008394543546694",</a:t>
            </a:r>
          </a:p>
          <a:p>
            <a:r>
              <a:t>      "metrics_path": "artifacts/cluster-run/all/results/model/words_20/XGboost/baseline/metrics.json"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"20",</a:t>
            </a:r>
          </a:p>
          <a:p>
            <a:r>
              <a:t>      "model": "XGboost",</a:t>
            </a:r>
          </a:p>
          <a:p>
            <a:r>
              <a:t>      "variant": "refactored",</a:t>
            </a:r>
          </a:p>
          <a:p>
            <a:r>
              <a:t>      "auc_prc": "0.07357004958455021",</a:t>
            </a:r>
          </a:p>
          <a:p>
            <a:r>
              <a:t>      "average_precision": "0.07574870743845265",</a:t>
            </a:r>
          </a:p>
          <a:p>
            <a:r>
              <a:t>      "accuracy": "0.910598111227702",</a:t>
            </a:r>
          </a:p>
          <a:p>
            <a:r>
              <a:t>      "roc_auc": "0.6904704945091422",</a:t>
            </a:r>
          </a:p>
          <a:p>
            <a:r>
              <a:t>      "precision": "0.09059233449477352",</a:t>
            </a:r>
          </a:p>
          <a:p>
            <a:r>
              <a:t>      "recall": "0.13612565445026178",</a:t>
            </a:r>
          </a:p>
          <a:p>
            <a:r>
              <a:t>      "f1": "0.1087866108786611",</a:t>
            </a:r>
          </a:p>
          <a:p>
            <a:r>
              <a:t>      "row_count": "4765",</a:t>
            </a:r>
          </a:p>
          <a:p>
            <a:r>
              <a:t>      "positive_rate": "0.04008394543546694",</a:t>
            </a:r>
          </a:p>
          <a:p>
            <a:r>
              <a:t>      "metrics_path": "artifacts/cluster-run/all/results/model/words_20/XGboost/refactored/metrics.json"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"20",</a:t>
            </a:r>
          </a:p>
          <a:p>
            <a:r>
              <a:t>      "model": "NN",</a:t>
            </a:r>
          </a:p>
          <a:p>
            <a:r>
              <a:t>      "variant": "baseline",</a:t>
            </a:r>
          </a:p>
          <a:p>
            <a:r>
              <a:t>      "auc_prc": "0.07671668436431352",</a:t>
            </a:r>
          </a:p>
          <a:p>
            <a:r>
              <a:t>      "average_precision": "0.07946063233877934",</a:t>
            </a:r>
          </a:p>
          <a:p>
            <a:r>
              <a:t>      "accuracy": "0.9137460650577125",</a:t>
            </a:r>
          </a:p>
          <a:p>
            <a:r>
              <a:t>      "roc_auc": "0.6514844889278577",</a:t>
            </a:r>
          </a:p>
          <a:p>
            <a:r>
              <a:t>      "precision": "0.0703125",</a:t>
            </a:r>
          </a:p>
          <a:p>
            <a:r>
              <a:t>      "recall": "0.09424083769633508",</a:t>
            </a:r>
          </a:p>
          <a:p>
            <a:r>
              <a:t>      "f1": "0.08053691275167786",</a:t>
            </a:r>
          </a:p>
          <a:p>
            <a:r>
              <a:t>      "row_count": "4765",</a:t>
            </a:r>
          </a:p>
          <a:p>
            <a:r>
              <a:t>      "positive_rate": "0.04008394543546694",</a:t>
            </a:r>
          </a:p>
          <a:p>
            <a:r>
              <a:t>      "metrics_path": "artifacts/cluster-run/all/results/model/words_20/NN/baseline/metrics.json"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"20",</a:t>
            </a:r>
          </a:p>
          <a:p>
            <a:r>
              <a:t>      "model": "NN",</a:t>
            </a:r>
          </a:p>
          <a:p>
            <a:r>
              <a:t>      "variant": "refactored",</a:t>
            </a:r>
          </a:p>
          <a:p>
            <a:r>
              <a:t>      "auc_prc": "0.06608198374296814",</a:t>
            </a:r>
          </a:p>
          <a:p>
            <a:r>
              <a:t>      "average_precision": "0.06754279774853031",</a:t>
            </a:r>
          </a:p>
          <a:p>
            <a:r>
              <a:t>      "accuracy": "0.9147953830010493",</a:t>
            </a:r>
          </a:p>
          <a:p>
            <a:r>
              <a:t>      "roc_auc": "0.6269456088018552",</a:t>
            </a:r>
          </a:p>
          <a:p>
            <a:r>
              <a:t>      "precision": "0.09125475285171103",</a:t>
            </a:r>
          </a:p>
          <a:p>
            <a:r>
              <a:t>      "recall": "0.1256544502617801",</a:t>
            </a:r>
          </a:p>
          <a:p>
            <a:r>
              <a:t>      "f1": "0.10572687224669602",</a:t>
            </a:r>
          </a:p>
          <a:p>
            <a:r>
              <a:t>      "row_count": "4765",</a:t>
            </a:r>
          </a:p>
          <a:p>
            <a:r>
              <a:t>      "positive_rate": "0.04008394543546694",</a:t>
            </a:r>
          </a:p>
          <a:p>
            <a:r>
              <a:t>      "metrics_path": "artifacts/cluster-run/all/results/model/words_20/NN/refactored/metrics.json"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"spec": {</a:t>
            </a:r>
          </a:p>
          <a:p>
            <a:r>
              <a:t>    "experiment": "Pooled chronological comparison (#358)",</a:t>
            </a:r>
          </a:p>
          <a:p>
            <a:r>
              <a:t>    "task": "Train a single pooled model per family and level using six repositories; compare unweighted training with balancing on the same future test rows.",</a:t>
            </a:r>
          </a:p>
          <a:p>
            <a:r>
              <a:t>    "why": [</a:t>
            </a:r>
          </a:p>
          <a:p>
            <a:r>
              <a:t>      "Global chronological split, not a separate split per repository.",</a:t>
            </a:r>
          </a:p>
          <a:p>
            <a:r>
              <a:t>      "Levels 5, 10, 15 and 20; RF, legacy boosting and NN; two variants.",</a:t>
            </a:r>
          </a:p>
          <a:p>
            <a:r>
              <a:t>      "One grouped job succeeded: all 24 outputs present.",</a:t>
            </a:r>
          </a:p>
          <a:p>
            <a:r>
              <a:t>      "Existing CSV data; different evaluation population from #357 and #360."</a:t>
            </a:r>
          </a:p>
          <a:p>
            <a:r>
              <a:t>    ],</a:t>
            </a:r>
          </a:p>
          <a:p>
            <a:r>
              <a:t>    "conclusions": {</a:t>
            </a:r>
          </a:p>
          <a:p>
            <a:r>
              <a:t>      "findings": [</a:t>
            </a:r>
          </a:p>
          <a:p>
            <a:r>
              <a:t>        "Balancing wins 5/12 paired AUC-PRC comparisons and loses 7/12.",</a:t>
            </a:r>
          </a:p>
          <a:p>
            <a:r>
              <a:t>        "Mean across 12 model/level scores: 0.09807 to 0.09801. Essentially unchanged descriptively.",</a:t>
            </a:r>
          </a:p>
          <a:p>
            <a:r>
              <a:t>        "Best: baseline legacy boosting, level 5 = 0.1470 AUC-PRC; ROC AUC 0.6138.",</a:t>
            </a:r>
          </a:p>
          <a:p>
            <a:r>
              <a:t>        "Test positives: 504 / 325 / 240 / 191 at levels 5 / 10 / 15 / 20."</a:t>
            </a:r>
          </a:p>
          <a:p>
            <a:r>
              <a:t>      ],</a:t>
            </a:r>
          </a:p>
          <a:p>
            <a:r>
              <a:t>      "next_steps": [</a:t>
            </a:r>
          </a:p>
          <a:p>
            <a:r>
              <a:t>        "Qt and Apache supply 94.6% of test rows; Hyperledger and IntelDAOS have no test rows.",</a:t>
            </a:r>
          </a:p>
          <a:p>
            <a:r>
              <a:t>        "Keep unweighted candidates. Balancing has mixed effects, not a consistent gain.",</a:t>
            </a:r>
          </a:p>
          <a:p>
            <a:r>
              <a:t>        "Pooled scores are not six-project macro means; do not rank protocols as matched experiments.",</a:t>
            </a:r>
          </a:p>
          <a:p>
            <a:r>
              <a:t>        "No original rich-feature replay. Legacy 'XGboost' is GradientBoostingClassifier."</a:t>
            </a:r>
          </a:p>
          <a:p>
            <a:r>
              <a:t>      ]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"split_manifest": {</a:t>
            </a:r>
          </a:p>
          <a:p>
            <a:r>
              <a:t>    "baseline_definition": "unweighted model-family rerun, not the published old pipeline",</a:t>
            </a:r>
          </a:p>
          <a:p>
            <a:r>
              <a:t>    "feature_policy": "same_pre_sprint_transform_for_both_variants",</a:t>
            </a:r>
          </a:p>
          <a:p>
            <a:r>
              <a:t>    "historical_pipeline_replayed": false,</a:t>
            </a:r>
          </a:p>
          <a:p>
            <a:r>
              <a:t>    "partitions": {</a:t>
            </a:r>
          </a:p>
          <a:p>
            <a:r>
              <a:t>      "test": {</a:t>
            </a:r>
          </a:p>
          <a:p>
            <a:r>
              <a:t>        "first_sprint_entry": "2021-09-29 05:43:37",</a:t>
            </a:r>
          </a:p>
          <a:p>
            <a:r>
              <a:t>        "last_sprint_entry": "2023-04-27 18:22:56",</a:t>
            </a:r>
          </a:p>
          <a:p>
            <a:r>
              <a:t>        "positive_counts": {</a:t>
            </a:r>
          </a:p>
          <a:p>
            <a:r>
              <a:t>          "10": 325,</a:t>
            </a:r>
          </a:p>
          <a:p>
            <a:r>
              <a:t>          "15": 240,</a:t>
            </a:r>
          </a:p>
          <a:p>
            <a:r>
              <a:t>          "20": 191,</a:t>
            </a:r>
          </a:p>
          <a:p>
            <a:r>
              <a:t>          "5": 504</a:t>
            </a:r>
          </a:p>
          <a:p>
            <a:r>
              <a:t>        },</a:t>
            </a:r>
          </a:p>
          <a:p>
            <a:r>
              <a:t>        "row_ids_sha256": "181521dbae0ae27219420d0a5f878caae34cbec6dc080320464dd70b99ea709f",</a:t>
            </a:r>
          </a:p>
          <a:p>
            <a:r>
              <a:t>        "rows": 4765,</a:t>
            </a:r>
          </a:p>
          <a:p>
            <a:r>
              <a:t>        "source_counts": {</a:t>
            </a:r>
          </a:p>
          <a:p>
            <a:r>
              <a:t>          "Apache": 1841,</a:t>
            </a:r>
          </a:p>
          <a:p>
            <a:r>
              <a:t>          "Jira": 16,</a:t>
            </a:r>
          </a:p>
          <a:p>
            <a:r>
              <a:t>          "MariaDB": 239,</a:t>
            </a:r>
          </a:p>
          <a:p>
            <a:r>
              <a:t>          "Qt": 2669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"train": {</a:t>
            </a:r>
          </a:p>
          <a:p>
            <a:r>
              <a:t>        "first_sprint_entry": "2006-08-23 06:57:12",</a:t>
            </a:r>
          </a:p>
          <a:p>
            <a:r>
              <a:t>        "last_sprint_entry": "2019-12-16 10:53:39",</a:t>
            </a:r>
          </a:p>
          <a:p>
            <a:r>
              <a:t>        "positive_counts": {</a:t>
            </a:r>
          </a:p>
          <a:p>
            <a:r>
              <a:t>          "10": 1703,</a:t>
            </a:r>
          </a:p>
          <a:p>
            <a:r>
              <a:t>          "15": 1452,</a:t>
            </a:r>
          </a:p>
          <a:p>
            <a:r>
              <a:t>          "20": 999,</a:t>
            </a:r>
          </a:p>
          <a:p>
            <a:r>
              <a:t>          "5": 2114</a:t>
            </a:r>
          </a:p>
          <a:p>
            <a:r>
              <a:t>        },</a:t>
            </a:r>
          </a:p>
          <a:p>
            <a:r>
              <a:t>        "row_ids_sha256": "a5e2cca916f9797ce249d69ca0e280048d80b5b9f8d5b4fc37edbaeb0d958d7c",</a:t>
            </a:r>
          </a:p>
          <a:p>
            <a:r>
              <a:t>        "rows": 14293,</a:t>
            </a:r>
          </a:p>
          <a:p>
            <a:r>
              <a:t>        "source_counts": {</a:t>
            </a:r>
          </a:p>
          <a:p>
            <a:r>
              <a:t>          "Apache": 5006,</a:t>
            </a:r>
          </a:p>
          <a:p>
            <a:r>
              <a:t>          "Hyperledger": 4380,</a:t>
            </a:r>
          </a:p>
          <a:p>
            <a:r>
              <a:t>          "IntelDAOS": 1258,</a:t>
            </a:r>
          </a:p>
          <a:p>
            <a:r>
              <a:t>          "Jira": 1530,</a:t>
            </a:r>
          </a:p>
          <a:p>
            <a:r>
              <a:t>          "MariaDB": 1365,</a:t>
            </a:r>
          </a:p>
          <a:p>
            <a:r>
              <a:t>          "Qt": 754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"validation": {</a:t>
            </a:r>
          </a:p>
          <a:p>
            <a:r>
              <a:t>        "first_sprint_entry": "2019-12-16 12:37:11",</a:t>
            </a:r>
          </a:p>
          <a:p>
            <a:r>
              <a:t>        "last_sprint_entry": "2021-09-29 05:39:56",</a:t>
            </a:r>
          </a:p>
          <a:p>
            <a:r>
              <a:t>        "positive_counts": {</a:t>
            </a:r>
          </a:p>
          <a:p>
            <a:r>
              <a:t>          "10": 451,</a:t>
            </a:r>
          </a:p>
          <a:p>
            <a:r>
              <a:t>          "15": 364,</a:t>
            </a:r>
          </a:p>
          <a:p>
            <a:r>
              <a:t>          "20": 311,</a:t>
            </a:r>
          </a:p>
          <a:p>
            <a:r>
              <a:t>          "5": 572</a:t>
            </a:r>
          </a:p>
          <a:p>
            <a:r>
              <a:t>        },</a:t>
            </a:r>
          </a:p>
          <a:p>
            <a:r>
              <a:t>        "row_ids_sha256": "1ee57e9c7f89b88b487e016294a3f96d5b54651b80e646f445fefb2602a7baf7",</a:t>
            </a:r>
          </a:p>
          <a:p>
            <a:r>
              <a:t>        "rows": 4764,</a:t>
            </a:r>
          </a:p>
          <a:p>
            <a:r>
              <a:t>        "source_counts": {</a:t>
            </a:r>
          </a:p>
          <a:p>
            <a:r>
              <a:t>          "Apache": 825,</a:t>
            </a:r>
          </a:p>
          <a:p>
            <a:r>
              <a:t>          "Hyperledger": 436,</a:t>
            </a:r>
          </a:p>
          <a:p>
            <a:r>
              <a:t>          "IntelDAOS": 408,</a:t>
            </a:r>
          </a:p>
          <a:p>
            <a:r>
              <a:t>          "Jira": 28,</a:t>
            </a:r>
          </a:p>
          <a:p>
            <a:r>
              <a:t>          "MariaDB": 379,</a:t>
            </a:r>
          </a:p>
          <a:p>
            <a:r>
              <a:t>          "Qt": 2688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"project": "all",</a:t>
            </a:r>
          </a:p>
          <a:p>
            <a:r>
              <a:t>    "protocol": "pooled",</a:t>
            </a:r>
          </a:p>
          <a:p>
            <a:r>
              <a:t>    "selection_metric": "validation_auc_prc",</a:t>
            </a:r>
          </a:p>
          <a:p>
            <a:r>
              <a:t>    "test_weights": "none",</a:t>
            </a:r>
          </a:p>
          <a:p>
            <a:r>
              <a:t>    "versions": {</a:t>
            </a:r>
          </a:p>
          <a:p>
            <a:r>
              <a:t>      "numpy": "1.23.5",</a:t>
            </a:r>
          </a:p>
          <a:p>
            <a:r>
              <a:t>      "pandas": "2.0.1",</a:t>
            </a:r>
          </a:p>
          <a:p>
            <a:r>
              <a:t>      "sklearn": "1.2.2"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https://github.com/yakovelmaleh/Master/pull/365</a:t>
            </a:r>
          </a:p>
          <a:p>
            <a:r>
              <a:t>Artifact commit: 05384024a0abf96b2b60f786f4e5a63ba584aa7e</a:t>
            </a:r>
          </a:p>
          <a:p>
            <a:r>
              <a:t>Bundle: Tasks/task-summaries/evaluate-logistic-instability-model-20260927-144611</a:t>
            </a:r>
          </a:p>
          <a:p>
            <a:r>
              <a:t>Cluster run: 20260924-212357-961761; appended September 27, 2026.</a:t>
            </a:r>
          </a:p>
          <a:p>
            <a:r>
              <a:t>RESULTS.csv and per-level metrics.json provide reported metrics. Bundled unstable_model/model.py confirms class-weighted training AND balanced validation log loss for selecting the saved iterate. Reported validation/test metrics are unweighted. This is not training-only weighting for model selection.</a:t>
            </a:r>
          </a:p>
          <a:p>
            <a:r>
              <a:t>Compared each level's validation/test prediction issue-key and label sequence with #358's row files and checked feature_transformer.json equality. Metrics were not independently recomputed from predictions.</a:t>
            </a:r>
          </a:p>
          <a:p>
            <a:r>
              <a:t>{</a:t>
            </a:r>
          </a:p>
          <a:p>
            <a:r>
              <a:t>  "results": [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"5",</a:t>
            </a:r>
          </a:p>
          <a:p>
            <a:r>
              <a:t>      "model": "Logistic",</a:t>
            </a:r>
          </a:p>
          <a:p>
            <a:r>
              <a:t>      "variant": "logistic",</a:t>
            </a:r>
          </a:p>
          <a:p>
            <a:r>
              <a:t>      "auc_prc": "0.14535984147275113",</a:t>
            </a:r>
          </a:p>
          <a:p>
            <a:r>
              <a:t>      "average_precision": "0.14625514307800166",</a:t>
            </a:r>
          </a:p>
          <a:p>
            <a:r>
              <a:t>      "accuracy": "0.5603357817418678",</a:t>
            </a:r>
          </a:p>
          <a:p>
            <a:r>
              <a:t>      "roc_auc": "0.5933284719661157",</a:t>
            </a:r>
          </a:p>
          <a:p>
            <a:r>
              <a:t>      "precision": "0.1312007417709782",</a:t>
            </a:r>
          </a:p>
          <a:p>
            <a:r>
              <a:t>      "recall": "0.5615079365079365",</a:t>
            </a:r>
          </a:p>
          <a:p>
            <a:r>
              <a:t>      "f1": "0.2127019917324314",</a:t>
            </a:r>
          </a:p>
          <a:p>
            <a:r>
              <a:t>      "row_count": "4765",</a:t>
            </a:r>
          </a:p>
          <a:p>
            <a:r>
              <a:t>      "positive_rate": "0.10577124868835257",</a:t>
            </a:r>
          </a:p>
          <a:p>
            <a:r>
              <a:t>      "metrics_path": "artifacts/cluster-run/all/results/model/words_5/Logistic/logistic/all_words_5/metrics.json"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"10",</a:t>
            </a:r>
          </a:p>
          <a:p>
            <a:r>
              <a:t>      "model": "Logistic",</a:t>
            </a:r>
          </a:p>
          <a:p>
            <a:r>
              <a:t>      "variant": "logistic",</a:t>
            </a:r>
          </a:p>
          <a:p>
            <a:r>
              <a:t>      "auc_prc": "0.11572853001254729",</a:t>
            </a:r>
          </a:p>
          <a:p>
            <a:r>
              <a:t>      "average_precision": "0.11713403217536625",</a:t>
            </a:r>
          </a:p>
          <a:p>
            <a:r>
              <a:t>      "accuracy": "0.8451206715634837",</a:t>
            </a:r>
          </a:p>
          <a:p>
            <a:r>
              <a:t>      "roc_auc": "0.6493049203049203",</a:t>
            </a:r>
          </a:p>
          <a:p>
            <a:r>
              <a:t>      "precision": "0.11829944547134935",</a:t>
            </a:r>
          </a:p>
          <a:p>
            <a:r>
              <a:t>      "recall": "0.19692307692307692",</a:t>
            </a:r>
          </a:p>
          <a:p>
            <a:r>
              <a:t>      "f1": "0.14780600461893764",</a:t>
            </a:r>
          </a:p>
          <a:p>
            <a:r>
              <a:t>      "row_count": "4765",</a:t>
            </a:r>
          </a:p>
          <a:p>
            <a:r>
              <a:t>      "positive_rate": "0.06820566631689402",</a:t>
            </a:r>
          </a:p>
          <a:p>
            <a:r>
              <a:t>      "metrics_path": "artifacts/cluster-run/all/results/model/words_10/Logistic/logistic/all_words_10/metrics.json"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"15",</a:t>
            </a:r>
          </a:p>
          <a:p>
            <a:r>
              <a:t>      "model": "Logistic",</a:t>
            </a:r>
          </a:p>
          <a:p>
            <a:r>
              <a:t>      "variant": "logistic",</a:t>
            </a:r>
          </a:p>
          <a:p>
            <a:r>
              <a:t>      "auc_prc": "0.102745000742449",</a:t>
            </a:r>
          </a:p>
          <a:p>
            <a:r>
              <a:t>      "average_precision": "0.10440552662302127",</a:t>
            </a:r>
          </a:p>
          <a:p>
            <a:r>
              <a:t>      "accuracy": "0.8627492130115425",</a:t>
            </a:r>
          </a:p>
          <a:p>
            <a:r>
              <a:t>      "roc_auc": "0.6911620626151013",</a:t>
            </a:r>
          </a:p>
          <a:p>
            <a:r>
              <a:t>      "precision": "0.10646387832699619",</a:t>
            </a:r>
          </a:p>
          <a:p>
            <a:r>
              <a:t>      "recall": "0.23333333333333334",</a:t>
            </a:r>
          </a:p>
          <a:p>
            <a:r>
              <a:t>      "f1": "0.1462140992167102",</a:t>
            </a:r>
          </a:p>
          <a:p>
            <a:r>
              <a:t>      "row_count": "4765",</a:t>
            </a:r>
          </a:p>
          <a:p>
            <a:r>
              <a:t>      "positive_rate": "0.05036726128016789",</a:t>
            </a:r>
          </a:p>
          <a:p>
            <a:r>
              <a:t>      "metrics_path": "artifacts/cluster-run/all/results/model/words_15/Logistic/logistic/all_words_15/metrics.json"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"20",</a:t>
            </a:r>
          </a:p>
          <a:p>
            <a:r>
              <a:t>      "model": "Logistic",</a:t>
            </a:r>
          </a:p>
          <a:p>
            <a:r>
              <a:t>      "variant": "logistic",</a:t>
            </a:r>
          </a:p>
          <a:p>
            <a:r>
              <a:t>      "auc_prc": "0.0820352506791452",</a:t>
            </a:r>
          </a:p>
          <a:p>
            <a:r>
              <a:t>      "average_precision": "0.084115513616915",</a:t>
            </a:r>
          </a:p>
          <a:p>
            <a:r>
              <a:t>      "accuracy": "0.8891920251836306",</a:t>
            </a:r>
          </a:p>
          <a:p>
            <a:r>
              <a:t>      "roc_auc": "0.6778788371331702",</a:t>
            </a:r>
          </a:p>
          <a:p>
            <a:r>
              <a:t>      "precision": "0.09785202863961814",</a:t>
            </a:r>
          </a:p>
          <a:p>
            <a:r>
              <a:t>      "recall": "0.21465968586387435",</a:t>
            </a:r>
          </a:p>
          <a:p>
            <a:r>
              <a:t>      "f1": "0.13442622950819674",</a:t>
            </a:r>
          </a:p>
          <a:p>
            <a:r>
              <a:t>      "row_count": "4765",</a:t>
            </a:r>
          </a:p>
          <a:p>
            <a:r>
              <a:t>      "positive_rate": "0.04008394543546694",</a:t>
            </a:r>
          </a:p>
          <a:p>
            <a:r>
              <a:t>      "metrics_path": "artifacts/cluster-run/all/results/model/words_20/Logistic/logistic/all_words_20/metrics.json"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"details": {</a:t>
            </a:r>
          </a:p>
          <a:p>
            <a:r>
              <a:t>    "5": {</a:t>
            </a:r>
          </a:p>
          <a:p>
            <a:r>
              <a:t>      "metrics": {</a:t>
            </a:r>
          </a:p>
          <a:p>
            <a:r>
              <a:t>        "test": {</a:t>
            </a:r>
          </a:p>
          <a:p>
            <a:r>
              <a:t>          "accuracy": 0.5603357817418678,</a:t>
            </a:r>
          </a:p>
          <a:p>
            <a:r>
              <a:t>          "auc_prc": 0.14535984147275113,</a:t>
            </a:r>
          </a:p>
          <a:p>
            <a:r>
              <a:t>          "average_precision": 0.14625514307800166,</a:t>
            </a:r>
          </a:p>
          <a:p>
            <a:r>
              <a:t>          "balanced_accuracy": 0.5608525366651393,</a:t>
            </a:r>
          </a:p>
          <a:p>
            <a:r>
              <a:t>          "confusion_matrix": [</a:t>
            </a:r>
          </a:p>
          <a:p>
            <a:r>
              <a:t>            [</a:t>
            </a:r>
          </a:p>
          <a:p>
            <a:r>
              <a:t>              2387,</a:t>
            </a:r>
          </a:p>
          <a:p>
            <a:r>
              <a:t>              1874</a:t>
            </a:r>
          </a:p>
          <a:p>
            <a:r>
              <a:t>            ],</a:t>
            </a:r>
          </a:p>
          <a:p>
            <a:r>
              <a:t>            [</a:t>
            </a:r>
          </a:p>
          <a:p>
            <a:r>
              <a:t>              221,</a:t>
            </a:r>
          </a:p>
          <a:p>
            <a:r>
              <a:t>              283</a:t>
            </a:r>
          </a:p>
          <a:p>
            <a:r>
              <a:t>            ]</a:t>
            </a:r>
          </a:p>
          <a:p>
            <a:r>
              <a:t>          ],</a:t>
            </a:r>
          </a:p>
          <a:p>
            <a:r>
              <a:t>          "f1": 0.2127019917324314,</a:t>
            </a:r>
          </a:p>
          <a:p>
            <a:r>
              <a:t>          "first_sprint_entry": "2021-09-29T05:43:37",</a:t>
            </a:r>
          </a:p>
          <a:p>
            <a:r>
              <a:t>          "last_sprint_entry": "2023-04-27T18:22:56",</a:t>
            </a:r>
          </a:p>
          <a:p>
            <a:r>
              <a:t>          "positive_count": 504,</a:t>
            </a:r>
          </a:p>
          <a:p>
            <a:r>
              <a:t>          "positive_rate": 0.10577124868835257,</a:t>
            </a:r>
          </a:p>
          <a:p>
            <a:r>
              <a:t>          "precision": 0.1312007417709782,</a:t>
            </a:r>
          </a:p>
          <a:p>
            <a:r>
              <a:t>          "recall": 0.5615079365079365,</a:t>
            </a:r>
          </a:p>
          <a:p>
            <a:r>
              <a:t>          "roc_auc": 0.5933284719661157,</a:t>
            </a:r>
          </a:p>
          <a:p>
            <a:r>
              <a:t>          "row_count": 4765,</a:t>
            </a:r>
          </a:p>
          <a:p>
            <a:r>
              <a:t>          "threshold": 0.43999999999999995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"accuracy": 0.5380256069404603,</a:t>
            </a:r>
          </a:p>
          <a:p>
            <a:r>
              <a:t>          "auc_prc": 0.3094541536421892,</a:t>
            </a:r>
          </a:p>
          <a:p>
            <a:r>
              <a:t>          "average_precision": 0.3098333425789474,</a:t>
            </a:r>
          </a:p>
          <a:p>
            <a:r>
              <a:t>          "balanced_accuracy": 0.6421325368674757,</a:t>
            </a:r>
          </a:p>
          <a:p>
            <a:r>
              <a:t>          "confusion_matrix": [</a:t>
            </a:r>
          </a:p>
          <a:p>
            <a:r>
              <a:t>            [</a:t>
            </a:r>
          </a:p>
          <a:p>
            <a:r>
              <a:t>              6020,</a:t>
            </a:r>
          </a:p>
          <a:p>
            <a:r>
              <a:t>              6159</a:t>
            </a:r>
          </a:p>
          <a:p>
            <a:r>
              <a:t>            ],</a:t>
            </a:r>
          </a:p>
          <a:p>
            <a:r>
              <a:t>            [</a:t>
            </a:r>
          </a:p>
          <a:p>
            <a:r>
              <a:t>              444,</a:t>
            </a:r>
          </a:p>
          <a:p>
            <a:r>
              <a:t>              1670</a:t>
            </a:r>
          </a:p>
          <a:p>
            <a:r>
              <a:t>            ]</a:t>
            </a:r>
          </a:p>
          <a:p>
            <a:r>
              <a:t>          ],</a:t>
            </a:r>
          </a:p>
          <a:p>
            <a:r>
              <a:t>          "f1": 0.33591471386905364,</a:t>
            </a:r>
          </a:p>
          <a:p>
            <a:r>
              <a:t>          "first_sprint_entry": "2006-08-23T06:57:12",</a:t>
            </a:r>
          </a:p>
          <a:p>
            <a:r>
              <a:t>          "last_sprint_entry": "2019-12-16T10:53:39",</a:t>
            </a:r>
          </a:p>
          <a:p>
            <a:r>
              <a:t>          "positive_count": 2114,</a:t>
            </a:r>
          </a:p>
          <a:p>
            <a:r>
              <a:t>          "positive_rate": 0.1479045686699783,</a:t>
            </a:r>
          </a:p>
          <a:p>
            <a:r>
              <a:t>          "precision": 0.21330949035636734,</a:t>
            </a:r>
          </a:p>
          <a:p>
            <a:r>
              <a:t>          "recall": 0.7899716177861873,</a:t>
            </a:r>
          </a:p>
          <a:p>
            <a:r>
              <a:t>          "roc_auc": 0.7137426870375617,</a:t>
            </a:r>
          </a:p>
          <a:p>
            <a:r>
              <a:t>          "row_count": 14293,</a:t>
            </a:r>
          </a:p>
          <a:p>
            <a:r>
              <a:t>          "threshold": 0.43999999999999995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"accuracy": 0.49727120067170444,</a:t>
            </a:r>
          </a:p>
          <a:p>
            <a:r>
              <a:t>          "auc_prc": 0.19501192951004834,</a:t>
            </a:r>
          </a:p>
          <a:p>
            <a:r>
              <a:t>          "average_precision": 0.1959651311767903,</a:t>
            </a:r>
          </a:p>
          <a:p>
            <a:r>
              <a:t>          "balanced_accuracy": 0.6199804489403726,</a:t>
            </a:r>
          </a:p>
          <a:p>
            <a:r>
              <a:t>          "confusion_matrix": [</a:t>
            </a:r>
          </a:p>
          <a:p>
            <a:r>
              <a:t>            [</a:t>
            </a:r>
          </a:p>
          <a:p>
            <a:r>
              <a:t>              1922,</a:t>
            </a:r>
          </a:p>
          <a:p>
            <a:r>
              <a:t>              2270</a:t>
            </a:r>
          </a:p>
          <a:p>
            <a:r>
              <a:t>            ],</a:t>
            </a:r>
          </a:p>
          <a:p>
            <a:r>
              <a:t>            [</a:t>
            </a:r>
          </a:p>
          <a:p>
            <a:r>
              <a:t>              125,</a:t>
            </a:r>
          </a:p>
          <a:p>
            <a:r>
              <a:t>              447</a:t>
            </a:r>
          </a:p>
          <a:p>
            <a:r>
              <a:t>            ]</a:t>
            </a:r>
          </a:p>
          <a:p>
            <a:r>
              <a:t>          ],</a:t>
            </a:r>
          </a:p>
          <a:p>
            <a:r>
              <a:t>          "f1": 0.2718151413803588,</a:t>
            </a:r>
          </a:p>
          <a:p>
            <a:r>
              <a:t>          "first_sprint_entry": "2019-12-16T12:37:11",</a:t>
            </a:r>
          </a:p>
          <a:p>
            <a:r>
              <a:t>          "last_sprint_entry": "2021-09-29T05:39:56",</a:t>
            </a:r>
          </a:p>
          <a:p>
            <a:r>
              <a:t>          "positive_count": 572,</a:t>
            </a:r>
          </a:p>
          <a:p>
            <a:r>
              <a:t>          "positive_rate": 0.1200671704450042,</a:t>
            </a:r>
          </a:p>
          <a:p>
            <a:r>
              <a:t>          "precision": 0.16451969083548032,</a:t>
            </a:r>
          </a:p>
          <a:p>
            <a:r>
              <a:t>          "recall": 0.7814685314685315,</a:t>
            </a:r>
          </a:p>
          <a:p>
            <a:r>
              <a:t>          "roc_auc": 0.6575549331393797,</a:t>
            </a:r>
          </a:p>
          <a:p>
            <a:r>
              <a:t>          "row_count": 4764,</a:t>
            </a:r>
          </a:p>
          <a:p>
            <a:r>
              <a:t>          "threshold": 0.43999999999999995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"metadata": {</a:t>
            </a:r>
          </a:p>
          <a:p>
            <a:r>
              <a:t>        "best_validation_log_loss": 0.6588614183993736,</a:t>
            </a:r>
          </a:p>
          <a:p>
            <a:r>
              <a:t>        "created_at_utc": "2026-09-24T18:24:19.373813+00:00",</a:t>
            </a:r>
          </a:p>
          <a:p>
            <a:r>
              <a:t>        "data_root": "/home/yakovelm/Master/Tasks/evaluate-logistic-instability-model/cluster_runs/20260924-212357-961761/all/results/input_layout",</a:t>
            </a:r>
          </a:p>
          <a:p>
            <a:r>
              <a:t>        "feature_policy": "pre_sprint_only",</a:t>
            </a:r>
          </a:p>
          <a:p>
            <a:r>
              <a:t>        "label_column": "is_change_text_num_words_5",</a:t>
            </a:r>
          </a:p>
          <a:p>
            <a:r>
              <a:t>        "model": "dependency_light_logistic_regression",</a:t>
            </a:r>
          </a:p>
          <a:p>
            <a:r>
              <a:t>        "project": "all",</a:t>
            </a:r>
          </a:p>
          <a:p>
            <a:r>
              <a:t>        "selected_threshold": 0.43999999999999995,</a:t>
            </a:r>
          </a:p>
          <a:p>
            <a:r>
              <a:t>        "split_strategy": "chronological_60_20_20",</a:t>
            </a:r>
          </a:p>
          <a:p>
            <a:r>
              <a:t>        "threshold_strategy": "maximum_validation_f1",</a:t>
            </a:r>
          </a:p>
          <a:p>
            <a:r>
              <a:t>        "training_iterations": 2000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"10": {</a:t>
            </a:r>
          </a:p>
          <a:p>
            <a:r>
              <a:t>      "metrics": {</a:t>
            </a:r>
          </a:p>
          <a:p>
            <a:r>
              <a:t>        "test": {</a:t>
            </a:r>
          </a:p>
          <a:p>
            <a:r>
              <a:t>          "accuracy": 0.8451206715634837,</a:t>
            </a:r>
          </a:p>
          <a:p>
            <a:r>
              <a:t>          "auc_prc": 0.11572853001254729,</a:t>
            </a:r>
          </a:p>
          <a:p>
            <a:r>
              <a:t>          "average_precision": 0.11713403217536625,</a:t>
            </a:r>
          </a:p>
          <a:p>
            <a:r>
              <a:t>          "balanced_accuracy": 0.5447453222453222,</a:t>
            </a:r>
          </a:p>
          <a:p>
            <a:r>
              <a:t>          "confusion_matrix": [</a:t>
            </a:r>
          </a:p>
          <a:p>
            <a:r>
              <a:t>            [</a:t>
            </a:r>
          </a:p>
          <a:p>
            <a:r>
              <a:t>              3963,</a:t>
            </a:r>
          </a:p>
          <a:p>
            <a:r>
              <a:t>              477</a:t>
            </a:r>
          </a:p>
          <a:p>
            <a:r>
              <a:t>            ],</a:t>
            </a:r>
          </a:p>
          <a:p>
            <a:r>
              <a:t>            [</a:t>
            </a:r>
          </a:p>
          <a:p>
            <a:r>
              <a:t>              261,</a:t>
            </a:r>
          </a:p>
          <a:p>
            <a:r>
              <a:t>              64</a:t>
            </a:r>
          </a:p>
          <a:p>
            <a:r>
              <a:t>            ]</a:t>
            </a:r>
          </a:p>
          <a:p>
            <a:r>
              <a:t>          ],</a:t>
            </a:r>
          </a:p>
          <a:p>
            <a:r>
              <a:t>          "f1": 0.14780600461893764,</a:t>
            </a:r>
          </a:p>
          <a:p>
            <a:r>
              <a:t>          "first_sprint_entry": "2021-09-29T05:43:37",</a:t>
            </a:r>
          </a:p>
          <a:p>
            <a:r>
              <a:t>          "last_sprint_entry": "2023-04-27T18:22:56",</a:t>
            </a:r>
          </a:p>
          <a:p>
            <a:r>
              <a:t>          "positive_count": 325,</a:t>
            </a:r>
          </a:p>
          <a:p>
            <a:r>
              <a:t>          "positive_rate": 0.06820566631689402,</a:t>
            </a:r>
          </a:p>
          <a:p>
            <a:r>
              <a:t>          "precision": 0.11829944547134935,</a:t>
            </a:r>
          </a:p>
          <a:p>
            <a:r>
              <a:t>          "recall": 0.19692307692307692,</a:t>
            </a:r>
          </a:p>
          <a:p>
            <a:r>
              <a:t>          "roc_auc": 0.6493049203049203,</a:t>
            </a:r>
          </a:p>
          <a:p>
            <a:r>
              <a:t>          "row_count": 4765,</a:t>
            </a:r>
          </a:p>
          <a:p>
            <a:r>
              <a:t>          "threshold": 0.62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"accuracy": 0.8110963408661582,</a:t>
            </a:r>
          </a:p>
          <a:p>
            <a:r>
              <a:t>          "auc_prc": 0.2839722723313618,</a:t>
            </a:r>
          </a:p>
          <a:p>
            <a:r>
              <a:t>          "average_precision": 0.28448303940613523,</a:t>
            </a:r>
          </a:p>
          <a:p>
            <a:r>
              <a:t>          "balanced_accuracy": 0.6371093715384288,</a:t>
            </a:r>
          </a:p>
          <a:p>
            <a:r>
              <a:t>          "confusion_matrix": [</a:t>
            </a:r>
          </a:p>
          <a:p>
            <a:r>
              <a:t>            [</a:t>
            </a:r>
          </a:p>
          <a:p>
            <a:r>
              <a:t>              10897,</a:t>
            </a:r>
          </a:p>
          <a:p>
            <a:r>
              <a:t>              1693</a:t>
            </a:r>
          </a:p>
          <a:p>
            <a:r>
              <a:t>            ],</a:t>
            </a:r>
          </a:p>
          <a:p>
            <a:r>
              <a:t>            [</a:t>
            </a:r>
          </a:p>
          <a:p>
            <a:r>
              <a:t>              1007,</a:t>
            </a:r>
          </a:p>
          <a:p>
            <a:r>
              <a:t>              696</a:t>
            </a:r>
          </a:p>
          <a:p>
            <a:r>
              <a:t>            ]</a:t>
            </a:r>
          </a:p>
          <a:p>
            <a:r>
              <a:t>          ],</a:t>
            </a:r>
          </a:p>
          <a:p>
            <a:r>
              <a:t>          "f1": 0.3401759530791789,</a:t>
            </a:r>
          </a:p>
          <a:p>
            <a:r>
              <a:t>          "first_sprint_entry": "2006-08-23T06:57:12",</a:t>
            </a:r>
          </a:p>
          <a:p>
            <a:r>
              <a:t>          "last_sprint_entry": "2019-12-16T10:53:39",</a:t>
            </a:r>
          </a:p>
          <a:p>
            <a:r>
              <a:t>          "positive_count": 1703,</a:t>
            </a:r>
          </a:p>
          <a:p>
            <a:r>
              <a:t>          "positive_rate": 0.11914923389071573,</a:t>
            </a:r>
          </a:p>
          <a:p>
            <a:r>
              <a:t>          "precision": 0.29133528673084974,</a:t>
            </a:r>
          </a:p>
          <a:p>
            <a:r>
              <a:t>          "recall": 0.40869054609512623,</a:t>
            </a:r>
          </a:p>
          <a:p>
            <a:r>
              <a:t>          "roc_auc": 0.7439611543801832,</a:t>
            </a:r>
          </a:p>
          <a:p>
            <a:r>
              <a:t>          "row_count": 14293,</a:t>
            </a:r>
          </a:p>
          <a:p>
            <a:r>
              <a:t>          "threshold": 0.62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"accuracy": 0.8012174643157011,</a:t>
            </a:r>
          </a:p>
          <a:p>
            <a:r>
              <a:t>          "auc_prc": 0.1677905337757753,</a:t>
            </a:r>
          </a:p>
          <a:p>
            <a:r>
              <a:t>          "average_precision": 0.16886438540037463,</a:t>
            </a:r>
          </a:p>
          <a:p>
            <a:r>
              <a:t>          "balanced_accuracy": 0.5884290930888568,</a:t>
            </a:r>
          </a:p>
          <a:p>
            <a:r>
              <a:t>          "confusion_matrix": [</a:t>
            </a:r>
          </a:p>
          <a:p>
            <a:r>
              <a:t>            [</a:t>
            </a:r>
          </a:p>
          <a:p>
            <a:r>
              <a:t>              3670,</a:t>
            </a:r>
          </a:p>
          <a:p>
            <a:r>
              <a:t>              643</a:t>
            </a:r>
          </a:p>
          <a:p>
            <a:r>
              <a:t>            ],</a:t>
            </a:r>
          </a:p>
          <a:p>
            <a:r>
              <a:t>            [</a:t>
            </a:r>
          </a:p>
          <a:p>
            <a:r>
              <a:t>              304,</a:t>
            </a:r>
          </a:p>
          <a:p>
            <a:r>
              <a:t>              147</a:t>
            </a:r>
          </a:p>
          <a:p>
            <a:r>
              <a:t>            ]</a:t>
            </a:r>
          </a:p>
          <a:p>
            <a:r>
              <a:t>          ],</a:t>
            </a:r>
          </a:p>
          <a:p>
            <a:r>
              <a:t>          "f1": 0.23690572119258663,</a:t>
            </a:r>
          </a:p>
          <a:p>
            <a:r>
              <a:t>          "first_sprint_entry": "2019-12-16T12:37:11",</a:t>
            </a:r>
          </a:p>
          <a:p>
            <a:r>
              <a:t>          "last_sprint_entry": "2021-09-29T05:39:56",</a:t>
            </a:r>
          </a:p>
          <a:p>
            <a:r>
              <a:t>          "positive_count": 451,</a:t>
            </a:r>
          </a:p>
          <a:p>
            <a:r>
              <a:t>          "positive_rate": 0.09466834592779177,</a:t>
            </a:r>
          </a:p>
          <a:p>
            <a:r>
              <a:t>          "precision": 0.1860759493670886,</a:t>
            </a:r>
          </a:p>
          <a:p>
            <a:r>
              <a:t>          "recall": 0.3259423503325942,</a:t>
            </a:r>
          </a:p>
          <a:p>
            <a:r>
              <a:t>          "roc_auc": 0.6717431906734809,</a:t>
            </a:r>
          </a:p>
          <a:p>
            <a:r>
              <a:t>          "row_count": 4764,</a:t>
            </a:r>
          </a:p>
          <a:p>
            <a:r>
              <a:t>          "threshold": 0.62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"metadata": {</a:t>
            </a:r>
          </a:p>
          <a:p>
            <a:r>
              <a:t>        "best_validation_log_loss": 0.6478569122231016,</a:t>
            </a:r>
          </a:p>
          <a:p>
            <a:r>
              <a:t>        "created_at_utc": "2026-09-24T18:24:25.416484+00:00",</a:t>
            </a:r>
          </a:p>
          <a:p>
            <a:r>
              <a:t>        "data_root": "/home/yakovelm/Master/Tasks/evaluate-logistic-instability-model/cluster_runs/20260924-212357-961761/all/results/input_layout",</a:t>
            </a:r>
          </a:p>
          <a:p>
            <a:r>
              <a:t>        "feature_policy": "pre_sprint_only",</a:t>
            </a:r>
          </a:p>
          <a:p>
            <a:r>
              <a:t>        "label_column": "is_change_text_num_words_10",</a:t>
            </a:r>
          </a:p>
          <a:p>
            <a:r>
              <a:t>        "model": "dependency_light_logistic_regression",</a:t>
            </a:r>
          </a:p>
          <a:p>
            <a:r>
              <a:t>        "project": "all",</a:t>
            </a:r>
          </a:p>
          <a:p>
            <a:r>
              <a:t>        "selected_threshold": 0.62,</a:t>
            </a:r>
          </a:p>
          <a:p>
            <a:r>
              <a:t>        "split_strategy": "chronological_60_20_20",</a:t>
            </a:r>
          </a:p>
          <a:p>
            <a:r>
              <a:t>        "threshold_strategy": "maximum_validation_f1",</a:t>
            </a:r>
          </a:p>
          <a:p>
            <a:r>
              <a:t>        "training_iterations": 1021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"15": {</a:t>
            </a:r>
          </a:p>
          <a:p>
            <a:r>
              <a:t>      "metrics": {</a:t>
            </a:r>
          </a:p>
          <a:p>
            <a:r>
              <a:t>        "test": {</a:t>
            </a:r>
          </a:p>
          <a:p>
            <a:r>
              <a:t>          "accuracy": 0.8627492130115425,</a:t>
            </a:r>
          </a:p>
          <a:p>
            <a:r>
              <a:t>          "auc_prc": 0.102745000742449,</a:t>
            </a:r>
          </a:p>
          <a:p>
            <a:r>
              <a:t>          "average_precision": 0.10440552662302127,</a:t>
            </a:r>
          </a:p>
          <a:p>
            <a:r>
              <a:t>          "balanced_accuracy": 0.5647329650092081,</a:t>
            </a:r>
          </a:p>
          <a:p>
            <a:r>
              <a:t>          "confusion_matrix": [</a:t>
            </a:r>
          </a:p>
          <a:p>
            <a:r>
              <a:t>            [</a:t>
            </a:r>
          </a:p>
          <a:p>
            <a:r>
              <a:t>              4055,</a:t>
            </a:r>
          </a:p>
          <a:p>
            <a:r>
              <a:t>              470</a:t>
            </a:r>
          </a:p>
          <a:p>
            <a:r>
              <a:t>            ],</a:t>
            </a:r>
          </a:p>
          <a:p>
            <a:r>
              <a:t>            [</a:t>
            </a:r>
          </a:p>
          <a:p>
            <a:r>
              <a:t>              184,</a:t>
            </a:r>
          </a:p>
          <a:p>
            <a:r>
              <a:t>              56</a:t>
            </a:r>
          </a:p>
          <a:p>
            <a:r>
              <a:t>            ]</a:t>
            </a:r>
          </a:p>
          <a:p>
            <a:r>
              <a:t>          ],</a:t>
            </a:r>
          </a:p>
          <a:p>
            <a:r>
              <a:t>          "f1": 0.1462140992167102,</a:t>
            </a:r>
          </a:p>
          <a:p>
            <a:r>
              <a:t>          "first_sprint_entry": "2021-09-29T05:43:37",</a:t>
            </a:r>
          </a:p>
          <a:p>
            <a:r>
              <a:t>          "last_sprint_entry": "2023-04-27T18:22:56",</a:t>
            </a:r>
          </a:p>
          <a:p>
            <a:r>
              <a:t>          "positive_count": 240,</a:t>
            </a:r>
          </a:p>
          <a:p>
            <a:r>
              <a:t>          "positive_rate": 0.05036726128016789,</a:t>
            </a:r>
          </a:p>
          <a:p>
            <a:r>
              <a:t>          "precision": 0.10646387832699619,</a:t>
            </a:r>
          </a:p>
          <a:p>
            <a:r>
              <a:t>          "recall": 0.23333333333333334,</a:t>
            </a:r>
          </a:p>
          <a:p>
            <a:r>
              <a:t>          "roc_auc": 0.6911620626151013,</a:t>
            </a:r>
          </a:p>
          <a:p>
            <a:r>
              <a:t>          "row_count": 4765,</a:t>
            </a:r>
          </a:p>
          <a:p>
            <a:r>
              <a:t>          "threshold": 0.63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"accuracy": 0.8267683481424474,</a:t>
            </a:r>
          </a:p>
          <a:p>
            <a:r>
              <a:t>          "auc_prc": 0.28265742183711456,</a:t>
            </a:r>
          </a:p>
          <a:p>
            <a:r>
              <a:t>          "average_precision": 0.283237502669219,</a:t>
            </a:r>
          </a:p>
          <a:p>
            <a:r>
              <a:t>          "balanced_accuracy": 0.6595636062002672,</a:t>
            </a:r>
          </a:p>
          <a:p>
            <a:r>
              <a:t>          "confusion_matrix": [</a:t>
            </a:r>
          </a:p>
          <a:p>
            <a:r>
              <a:t>            [</a:t>
            </a:r>
          </a:p>
          <a:p>
            <a:r>
              <a:t>              11164,</a:t>
            </a:r>
          </a:p>
          <a:p>
            <a:r>
              <a:t>              1677</a:t>
            </a:r>
          </a:p>
          <a:p>
            <a:r>
              <a:t>            ],</a:t>
            </a:r>
          </a:p>
          <a:p>
            <a:r>
              <a:t>            [</a:t>
            </a:r>
          </a:p>
          <a:p>
            <a:r>
              <a:t>              799,</a:t>
            </a:r>
          </a:p>
          <a:p>
            <a:r>
              <a:t>              653</a:t>
            </a:r>
          </a:p>
          <a:p>
            <a:r>
              <a:t>            ]</a:t>
            </a:r>
          </a:p>
          <a:p>
            <a:r>
              <a:t>          ],</a:t>
            </a:r>
          </a:p>
          <a:p>
            <a:r>
              <a:t>          "f1": 0.34531993654151244,</a:t>
            </a:r>
          </a:p>
          <a:p>
            <a:r>
              <a:t>          "first_sprint_entry": "2006-08-23T06:57:12",</a:t>
            </a:r>
          </a:p>
          <a:p>
            <a:r>
              <a:t>          "last_sprint_entry": "2019-12-16T10:53:39",</a:t>
            </a:r>
          </a:p>
          <a:p>
            <a:r>
              <a:t>          "positive_count": 1452,</a:t>
            </a:r>
          </a:p>
          <a:p>
            <a:r>
              <a:t>          "positive_rate": 0.10158819002308822,</a:t>
            </a:r>
          </a:p>
          <a:p>
            <a:r>
              <a:t>          "precision": 0.28025751072961375,</a:t>
            </a:r>
          </a:p>
          <a:p>
            <a:r>
              <a:t>          "recall": 0.4497245179063361,</a:t>
            </a:r>
          </a:p>
          <a:p>
            <a:r>
              <a:t>          "roc_auc": 0.771945835513527,</a:t>
            </a:r>
          </a:p>
          <a:p>
            <a:r>
              <a:t>          "row_count": 14293,</a:t>
            </a:r>
          </a:p>
          <a:p>
            <a:r>
              <a:t>          "threshold": 0.63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"accuracy": 0.809823677581864,</a:t>
            </a:r>
          </a:p>
          <a:p>
            <a:r>
              <a:t>          "auc_prc": 0.14476240112932143,</a:t>
            </a:r>
          </a:p>
          <a:p>
            <a:r>
              <a:t>          "average_precision": 0.14593108669953841,</a:t>
            </a:r>
          </a:p>
          <a:p>
            <a:r>
              <a:t>          "balanced_accuracy": 0.5933878621378621,</a:t>
            </a:r>
          </a:p>
          <a:p>
            <a:r>
              <a:t>          "confusion_matrix": [</a:t>
            </a:r>
          </a:p>
          <a:p>
            <a:r>
              <a:t>            [</a:t>
            </a:r>
          </a:p>
          <a:p>
            <a:r>
              <a:t>              3735,</a:t>
            </a:r>
          </a:p>
          <a:p>
            <a:r>
              <a:t>              665</a:t>
            </a:r>
          </a:p>
          <a:p>
            <a:r>
              <a:t>            ],</a:t>
            </a:r>
          </a:p>
          <a:p>
            <a:r>
              <a:t>            [</a:t>
            </a:r>
          </a:p>
          <a:p>
            <a:r>
              <a:t>              241,</a:t>
            </a:r>
          </a:p>
          <a:p>
            <a:r>
              <a:t>              123</a:t>
            </a:r>
          </a:p>
          <a:p>
            <a:r>
              <a:t>            ]</a:t>
            </a:r>
          </a:p>
          <a:p>
            <a:r>
              <a:t>          ],</a:t>
            </a:r>
          </a:p>
          <a:p>
            <a:r>
              <a:t>          "f1": 0.21354166666666666,</a:t>
            </a:r>
          </a:p>
          <a:p>
            <a:r>
              <a:t>          "first_sprint_entry": "2019-12-16T12:37:11",</a:t>
            </a:r>
          </a:p>
          <a:p>
            <a:r>
              <a:t>          "last_sprint_entry": "2021-09-29T05:39:56",</a:t>
            </a:r>
          </a:p>
          <a:p>
            <a:r>
              <a:t>          "positive_count": 364,</a:t>
            </a:r>
          </a:p>
          <a:p>
            <a:r>
              <a:t>          "positive_rate": 0.0764063811922754,</a:t>
            </a:r>
          </a:p>
          <a:p>
            <a:r>
              <a:t>          "precision": 0.15609137055837563,</a:t>
            </a:r>
          </a:p>
          <a:p>
            <a:r>
              <a:t>          "recall": 0.33791208791208793,</a:t>
            </a:r>
          </a:p>
          <a:p>
            <a:r>
              <a:t>          "roc_auc": 0.6830937812187812,</a:t>
            </a:r>
          </a:p>
          <a:p>
            <a:r>
              <a:t>          "row_count": 4764,</a:t>
            </a:r>
          </a:p>
          <a:p>
            <a:r>
              <a:t>          "threshold": 0.63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"metadata": {</a:t>
            </a:r>
          </a:p>
          <a:p>
            <a:r>
              <a:t>        "best_validation_log_loss": 0.64055446636352,</a:t>
            </a:r>
          </a:p>
          <a:p>
            <a:r>
              <a:t>        "created_at_utc": "2026-09-24T18:24:34.400871+00:00",</a:t>
            </a:r>
          </a:p>
          <a:p>
            <a:r>
              <a:t>        "data_root": "/home/yakovelm/Master/Tasks/evaluate-logistic-instability-model/cluster_runs/20260924-212357-961761/all/results/input_layout",</a:t>
            </a:r>
          </a:p>
          <a:p>
            <a:r>
              <a:t>        "feature_policy": "pre_sprint_only",</a:t>
            </a:r>
          </a:p>
          <a:p>
            <a:r>
              <a:t>        "label_column": "is_change_text_num_words_15",</a:t>
            </a:r>
          </a:p>
          <a:p>
            <a:r>
              <a:t>        "model": "dependency_light_logistic_regression",</a:t>
            </a:r>
          </a:p>
          <a:p>
            <a:r>
              <a:t>        "project": "all",</a:t>
            </a:r>
          </a:p>
          <a:p>
            <a:r>
              <a:t>        "selected_threshold": 0.63,</a:t>
            </a:r>
          </a:p>
          <a:p>
            <a:r>
              <a:t>        "split_strategy": "chronological_60_20_20",</a:t>
            </a:r>
          </a:p>
          <a:p>
            <a:r>
              <a:t>        "threshold_strategy": "maximum_validation_f1",</a:t>
            </a:r>
          </a:p>
          <a:p>
            <a:r>
              <a:t>        "training_iterations": 2000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"20": {</a:t>
            </a:r>
          </a:p>
          <a:p>
            <a:r>
              <a:t>      "metrics": {</a:t>
            </a:r>
          </a:p>
          <a:p>
            <a:r>
              <a:t>        "test": {</a:t>
            </a:r>
          </a:p>
          <a:p>
            <a:r>
              <a:t>          "accuracy": 0.8891920251836306,</a:t>
            </a:r>
          </a:p>
          <a:p>
            <a:r>
              <a:t>          "auc_prc": 0.0820352506791452,</a:t>
            </a:r>
          </a:p>
          <a:p>
            <a:r>
              <a:t>          "average_precision": 0.084115513616915,</a:t>
            </a:r>
          </a:p>
          <a:p>
            <a:r>
              <a:t>          "balanced_accuracy": 0.5660093357172454,</a:t>
            </a:r>
          </a:p>
          <a:p>
            <a:r>
              <a:t>          "confusion_matrix": [</a:t>
            </a:r>
          </a:p>
          <a:p>
            <a:r>
              <a:t>            [</a:t>
            </a:r>
          </a:p>
          <a:p>
            <a:r>
              <a:t>              4196,</a:t>
            </a:r>
          </a:p>
          <a:p>
            <a:r>
              <a:t>              378</a:t>
            </a:r>
          </a:p>
          <a:p>
            <a:r>
              <a:t>            ],</a:t>
            </a:r>
          </a:p>
          <a:p>
            <a:r>
              <a:t>            [</a:t>
            </a:r>
          </a:p>
          <a:p>
            <a:r>
              <a:t>              150,</a:t>
            </a:r>
          </a:p>
          <a:p>
            <a:r>
              <a:t>              41</a:t>
            </a:r>
          </a:p>
          <a:p>
            <a:r>
              <a:t>            ]</a:t>
            </a:r>
          </a:p>
          <a:p>
            <a:r>
              <a:t>          ],</a:t>
            </a:r>
          </a:p>
          <a:p>
            <a:r>
              <a:t>          "f1": 0.13442622950819674,</a:t>
            </a:r>
          </a:p>
          <a:p>
            <a:r>
              <a:t>          "first_sprint_entry": "2021-09-29T05:43:37",</a:t>
            </a:r>
          </a:p>
          <a:p>
            <a:r>
              <a:t>          "last_sprint_entry": "2023-04-27T18:22:56",</a:t>
            </a:r>
          </a:p>
          <a:p>
            <a:r>
              <a:t>          "positive_count": 191,</a:t>
            </a:r>
          </a:p>
          <a:p>
            <a:r>
              <a:t>          "positive_rate": 0.04008394543546694,</a:t>
            </a:r>
          </a:p>
          <a:p>
            <a:r>
              <a:t>          "precision": 0.09785202863961814,</a:t>
            </a:r>
          </a:p>
          <a:p>
            <a:r>
              <a:t>          "recall": 0.21465968586387435,</a:t>
            </a:r>
          </a:p>
          <a:p>
            <a:r>
              <a:t>          "roc_auc": 0.6778788371331702,</a:t>
            </a:r>
          </a:p>
          <a:p>
            <a:r>
              <a:t>          "row_count": 4765,</a:t>
            </a:r>
          </a:p>
          <a:p>
            <a:r>
              <a:t>          "threshold": 0.6599999999999999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"accuracy": 0.855733575876303,</a:t>
            </a:r>
          </a:p>
          <a:p>
            <a:r>
              <a:t>          "auc_prc": 0.175221285143473,</a:t>
            </a:r>
          </a:p>
          <a:p>
            <a:r>
              <a:t>          "average_precision": 0.1760891967094827,</a:t>
            </a:r>
          </a:p>
          <a:p>
            <a:r>
              <a:t>          "balanced_accuracy": 0.6118473295019105,</a:t>
            </a:r>
          </a:p>
          <a:p>
            <a:r>
              <a:t>          "confusion_matrix": [</a:t>
            </a:r>
          </a:p>
          <a:p>
            <a:r>
              <a:t>            [</a:t>
            </a:r>
          </a:p>
          <a:p>
            <a:r>
              <a:t>              11903,</a:t>
            </a:r>
          </a:p>
          <a:p>
            <a:r>
              <a:t>              1391</a:t>
            </a:r>
          </a:p>
          <a:p>
            <a:r>
              <a:t>            ],</a:t>
            </a:r>
          </a:p>
          <a:p>
            <a:r>
              <a:t>            [</a:t>
            </a:r>
          </a:p>
          <a:p>
            <a:r>
              <a:t>              671,</a:t>
            </a:r>
          </a:p>
          <a:p>
            <a:r>
              <a:t>              328</a:t>
            </a:r>
          </a:p>
          <a:p>
            <a:r>
              <a:t>            ]</a:t>
            </a:r>
          </a:p>
          <a:p>
            <a:r>
              <a:t>          ],</a:t>
            </a:r>
          </a:p>
          <a:p>
            <a:r>
              <a:t>          "f1": 0.24135393671817512,</a:t>
            </a:r>
          </a:p>
          <a:p>
            <a:r>
              <a:t>          "first_sprint_entry": "2006-08-23T06:57:12",</a:t>
            </a:r>
          </a:p>
          <a:p>
            <a:r>
              <a:t>          "last_sprint_entry": "2019-12-16T10:53:39",</a:t>
            </a:r>
          </a:p>
          <a:p>
            <a:r>
              <a:t>          "positive_count": 999,</a:t>
            </a:r>
          </a:p>
          <a:p>
            <a:r>
              <a:t>          "positive_rate": 0.06989435387952145,</a:t>
            </a:r>
          </a:p>
          <a:p>
            <a:r>
              <a:t>          "precision": 0.1908086096567772,</a:t>
            </a:r>
          </a:p>
          <a:p>
            <a:r>
              <a:t>          "recall": 0.3283283283283283,</a:t>
            </a:r>
          </a:p>
          <a:p>
            <a:r>
              <a:t>          "roc_auc": 0.7489067975753698,</a:t>
            </a:r>
          </a:p>
          <a:p>
            <a:r>
              <a:t>          "row_count": 14293,</a:t>
            </a:r>
          </a:p>
          <a:p>
            <a:r>
              <a:t>          "threshold": 0.6599999999999999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"accuracy": 0.8469773299748111,</a:t>
            </a:r>
          </a:p>
          <a:p>
            <a:r>
              <a:t>          "auc_prc": 0.16643672089942604,</a:t>
            </a:r>
          </a:p>
          <a:p>
            <a:r>
              <a:t>          "average_precision": 0.16793336521744062,</a:t>
            </a:r>
          </a:p>
          <a:p>
            <a:r>
              <a:t>          "balanced_accuracy": 0.6280310322243828,</a:t>
            </a:r>
          </a:p>
          <a:p>
            <a:r>
              <a:t>          "confusion_matrix": [</a:t>
            </a:r>
          </a:p>
          <a:p>
            <a:r>
              <a:t>            [</a:t>
            </a:r>
          </a:p>
          <a:p>
            <a:r>
              <a:t>              3918,</a:t>
            </a:r>
          </a:p>
          <a:p>
            <a:r>
              <a:t>              535</a:t>
            </a:r>
          </a:p>
          <a:p>
            <a:r>
              <a:t>            ],</a:t>
            </a:r>
          </a:p>
          <a:p>
            <a:r>
              <a:t>            [</a:t>
            </a:r>
          </a:p>
          <a:p>
            <a:r>
              <a:t>              194,</a:t>
            </a:r>
          </a:p>
          <a:p>
            <a:r>
              <a:t>              117</a:t>
            </a:r>
          </a:p>
          <a:p>
            <a:r>
              <a:t>            ]</a:t>
            </a:r>
          </a:p>
          <a:p>
            <a:r>
              <a:t>          ],</a:t>
            </a:r>
          </a:p>
          <a:p>
            <a:r>
              <a:t>          "f1": 0.2429906542056075,</a:t>
            </a:r>
          </a:p>
          <a:p>
            <a:r>
              <a:t>          "first_sprint_entry": "2019-12-16T12:37:11",</a:t>
            </a:r>
          </a:p>
          <a:p>
            <a:r>
              <a:t>          "last_sprint_entry": "2021-09-29T05:39:56",</a:t>
            </a:r>
          </a:p>
          <a:p>
            <a:r>
              <a:t>          "positive_count": 311,</a:t>
            </a:r>
          </a:p>
          <a:p>
            <a:r>
              <a:t>          "positive_rate": 0.06528127623845507,</a:t>
            </a:r>
          </a:p>
          <a:p>
            <a:r>
              <a:t>          "precision": 0.1794478527607362,</a:t>
            </a:r>
          </a:p>
          <a:p>
            <a:r>
              <a:t>          "recall": 0.3762057877813505,</a:t>
            </a:r>
          </a:p>
          <a:p>
            <a:r>
              <a:t>          "roc_auc": 0.7240626103432565,</a:t>
            </a:r>
          </a:p>
          <a:p>
            <a:r>
              <a:t>          "row_count": 4764,</a:t>
            </a:r>
          </a:p>
          <a:p>
            <a:r>
              <a:t>          "threshold": 0.6599999999999999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"metadata": {</a:t>
            </a:r>
          </a:p>
          <a:p>
            <a:r>
              <a:t>        "best_validation_log_loss": 0.6159776814100205,</a:t>
            </a:r>
          </a:p>
          <a:p>
            <a:r>
              <a:t>        "created_at_utc": "2026-09-24T18:24:43.504944+00:00",</a:t>
            </a:r>
          </a:p>
          <a:p>
            <a:r>
              <a:t>        "data_root": "/home/yakovelm/Master/Tasks/evaluate-logistic-instability-model/cluster_runs/20260924-212357-961761/all/results/input_layout",</a:t>
            </a:r>
          </a:p>
          <a:p>
            <a:r>
              <a:t>        "feature_policy": "pre_sprint_only",</a:t>
            </a:r>
          </a:p>
          <a:p>
            <a:r>
              <a:t>        "label_column": "is_change_text_num_words_20",</a:t>
            </a:r>
          </a:p>
          <a:p>
            <a:r>
              <a:t>        "model": "dependency_light_logistic_regression",</a:t>
            </a:r>
          </a:p>
          <a:p>
            <a:r>
              <a:t>        "project": "all",</a:t>
            </a:r>
          </a:p>
          <a:p>
            <a:r>
              <a:t>        "selected_threshold": 0.6599999999999999,</a:t>
            </a:r>
          </a:p>
          <a:p>
            <a:r>
              <a:t>        "split_strategy": "chronological_60_20_20",</a:t>
            </a:r>
          </a:p>
          <a:p>
            <a:r>
              <a:t>        "threshold_strategy": "maximum_validation_f1",</a:t>
            </a:r>
          </a:p>
          <a:p>
            <a:r>
              <a:t>        "training_iterations": 2000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"spec": {</a:t>
            </a:r>
          </a:p>
          <a:p>
            <a:r>
              <a:t>    "experiment": "Pooled logistic experiment (#365)",</a:t>
            </a:r>
          </a:p>
          <a:p>
            <a:r>
              <a:t>    "task": "How well does a simple logistic model predict newer issues from older multi-repository data, using the pooled split?",</a:t>
            </a:r>
          </a:p>
          <a:p>
            <a:r>
              <a:t>    "why": [</a:t>
            </a:r>
          </a:p>
          <a:p>
            <a:r>
              <a:t>      "A separate model family, not another baseline-versus-refactored pair.",</a:t>
            </a:r>
          </a:p>
          <a:p>
            <a:r>
              <a:t>      "One grouped job succeeded; four levels (5, 10, 15, 20) and four outputs.",</a:t>
            </a:r>
          </a:p>
          <a:p>
            <a:r>
              <a:t>      "Same validation/test issue-key and label order, and feature transformer, as #358.",</a:t>
            </a:r>
          </a:p>
          <a:p>
            <a:r>
              <a:t>      "Training uses class weights; model selection uses balanced validation log loss."</a:t>
            </a:r>
          </a:p>
          <a:p>
            <a:r>
              <a:t>    ],</a:t>
            </a:r>
          </a:p>
          <a:p>
            <a:r>
              <a:t>    "conclusions": {</a:t>
            </a:r>
          </a:p>
          <a:p>
            <a:r>
              <a:t>      "findings": [</a:t>
            </a:r>
          </a:p>
          <a:p>
            <a:r>
              <a:t>        "Four complete logistic results. AUC-PRC: 0.1454 / 0.1157 / 0.1027 / 0.0820.",</a:t>
            </a:r>
          </a:p>
          <a:p>
            <a:r>
              <a:t>        "Level 5: precision 13.12%, recall 56.15%, and accuracy 56.03%.",</a:t>
            </a:r>
          </a:p>
          <a:p>
            <a:r>
              <a:t>        "At level 5, always-stable accuracy is 89.42%; accuracy alone is misleading.",</a:t>
            </a:r>
          </a:p>
          <a:p>
            <a:r>
              <a:t>        "One logistic variant only: this run cannot isolate the effect of balancing."</a:t>
            </a:r>
          </a:p>
          <a:p>
            <a:r>
              <a:t>      ],</a:t>
            </a:r>
          </a:p>
          <a:p>
            <a:r>
              <a:t>      "next_steps": [</a:t>
            </a:r>
          </a:p>
          <a:p>
            <a:r>
              <a:t>        "Shared evaluation rows with #358 make score comparisons useful, but selection policies differ.",</a:t>
            </a:r>
          </a:p>
          <a:p>
            <a:r>
              <a:t>        "Logistic uses balanced validation log loss; #358 selects by validation AUC-PRC.",</a:t>
            </a:r>
          </a:p>
          <a:p>
            <a:r>
              <a:t>        "Qt and Apache supply 94.6% of test rows; no Hyperledger or IntelDAOS test rows.",</a:t>
            </a:r>
          </a:p>
          <a:p>
            <a:r>
              <a:t>        "No original historical pipeline replay and no statistical-significance claim."</a:t>
            </a:r>
          </a:p>
          <a:p>
            <a:r>
              <a:t>      ]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https://github.com/yakovelmaleh/Master/pull/365</a:t>
            </a:r>
          </a:p>
          <a:p>
            <a:r>
              <a:t>Artifact commit: 05384024a0abf96b2b60f786f4e5a63ba584aa7e</a:t>
            </a:r>
          </a:p>
          <a:p>
            <a:r>
              <a:t>Bundle: Tasks/task-summaries/evaluate-logistic-instability-model-20260927-144611</a:t>
            </a:r>
          </a:p>
          <a:p>
            <a:r>
              <a:t>Cluster run: 20260924-212357-961761; appended September 27, 2026.</a:t>
            </a:r>
          </a:p>
          <a:p>
            <a:r>
              <a:t>RESULTS.csv and per-level metrics.json provide reported metrics. Bundled unstable_model/model.py confirms class-weighted training AND balanced validation log loss for selecting the saved iterate. Reported validation/test metrics are unweighted. This is not training-only weighting for model selection.</a:t>
            </a:r>
          </a:p>
          <a:p>
            <a:r>
              <a:t>Compared each level's validation/test prediction issue-key and label sequence with #358's row files and checked feature_transformer.json equality. Metrics were not independently recomputed from predictions.</a:t>
            </a:r>
          </a:p>
          <a:p>
            <a:r>
              <a:t>{</a:t>
            </a:r>
          </a:p>
          <a:p>
            <a:r>
              <a:t>  "results": [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"5",</a:t>
            </a:r>
          </a:p>
          <a:p>
            <a:r>
              <a:t>      "model": "Logistic",</a:t>
            </a:r>
          </a:p>
          <a:p>
            <a:r>
              <a:t>      "variant": "logistic",</a:t>
            </a:r>
          </a:p>
          <a:p>
            <a:r>
              <a:t>      "auc_prc": "0.14535984147275113",</a:t>
            </a:r>
          </a:p>
          <a:p>
            <a:r>
              <a:t>      "average_precision": "0.14625514307800166",</a:t>
            </a:r>
          </a:p>
          <a:p>
            <a:r>
              <a:t>      "accuracy": "0.5603357817418678",</a:t>
            </a:r>
          </a:p>
          <a:p>
            <a:r>
              <a:t>      "roc_auc": "0.5933284719661157",</a:t>
            </a:r>
          </a:p>
          <a:p>
            <a:r>
              <a:t>      "precision": "0.1312007417709782",</a:t>
            </a:r>
          </a:p>
          <a:p>
            <a:r>
              <a:t>      "recall": "0.5615079365079365",</a:t>
            </a:r>
          </a:p>
          <a:p>
            <a:r>
              <a:t>      "f1": "0.2127019917324314",</a:t>
            </a:r>
          </a:p>
          <a:p>
            <a:r>
              <a:t>      "row_count": "4765",</a:t>
            </a:r>
          </a:p>
          <a:p>
            <a:r>
              <a:t>      "positive_rate": "0.10577124868835257",</a:t>
            </a:r>
          </a:p>
          <a:p>
            <a:r>
              <a:t>      "metrics_path": "artifacts/cluster-run/all/results/model/words_5/Logistic/logistic/all_words_5/metrics.json"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"10",</a:t>
            </a:r>
          </a:p>
          <a:p>
            <a:r>
              <a:t>      "model": "Logistic",</a:t>
            </a:r>
          </a:p>
          <a:p>
            <a:r>
              <a:t>      "variant": "logistic",</a:t>
            </a:r>
          </a:p>
          <a:p>
            <a:r>
              <a:t>      "auc_prc": "0.11572853001254729",</a:t>
            </a:r>
          </a:p>
          <a:p>
            <a:r>
              <a:t>      "average_precision": "0.11713403217536625",</a:t>
            </a:r>
          </a:p>
          <a:p>
            <a:r>
              <a:t>      "accuracy": "0.8451206715634837",</a:t>
            </a:r>
          </a:p>
          <a:p>
            <a:r>
              <a:t>      "roc_auc": "0.6493049203049203",</a:t>
            </a:r>
          </a:p>
          <a:p>
            <a:r>
              <a:t>      "precision": "0.11829944547134935",</a:t>
            </a:r>
          </a:p>
          <a:p>
            <a:r>
              <a:t>      "recall": "0.19692307692307692",</a:t>
            </a:r>
          </a:p>
          <a:p>
            <a:r>
              <a:t>      "f1": "0.14780600461893764",</a:t>
            </a:r>
          </a:p>
          <a:p>
            <a:r>
              <a:t>      "row_count": "4765",</a:t>
            </a:r>
          </a:p>
          <a:p>
            <a:r>
              <a:t>      "positive_rate": "0.06820566631689402",</a:t>
            </a:r>
          </a:p>
          <a:p>
            <a:r>
              <a:t>      "metrics_path": "artifacts/cluster-run/all/results/model/words_10/Logistic/logistic/all_words_10/metrics.json"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"15",</a:t>
            </a:r>
          </a:p>
          <a:p>
            <a:r>
              <a:t>      "model": "Logistic",</a:t>
            </a:r>
          </a:p>
          <a:p>
            <a:r>
              <a:t>      "variant": "logistic",</a:t>
            </a:r>
          </a:p>
          <a:p>
            <a:r>
              <a:t>      "auc_prc": "0.102745000742449",</a:t>
            </a:r>
          </a:p>
          <a:p>
            <a:r>
              <a:t>      "average_precision": "0.10440552662302127",</a:t>
            </a:r>
          </a:p>
          <a:p>
            <a:r>
              <a:t>      "accuracy": "0.8627492130115425",</a:t>
            </a:r>
          </a:p>
          <a:p>
            <a:r>
              <a:t>      "roc_auc": "0.6911620626151013",</a:t>
            </a:r>
          </a:p>
          <a:p>
            <a:r>
              <a:t>      "precision": "0.10646387832699619",</a:t>
            </a:r>
          </a:p>
          <a:p>
            <a:r>
              <a:t>      "recall": "0.23333333333333334",</a:t>
            </a:r>
          </a:p>
          <a:p>
            <a:r>
              <a:t>      "f1": "0.1462140992167102",</a:t>
            </a:r>
          </a:p>
          <a:p>
            <a:r>
              <a:t>      "row_count": "4765",</a:t>
            </a:r>
          </a:p>
          <a:p>
            <a:r>
              <a:t>      "positive_rate": "0.05036726128016789",</a:t>
            </a:r>
          </a:p>
          <a:p>
            <a:r>
              <a:t>      "metrics_path": "artifacts/cluster-run/all/results/model/words_15/Logistic/logistic/all_words_15/metrics.json"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"20",</a:t>
            </a:r>
          </a:p>
          <a:p>
            <a:r>
              <a:t>      "model": "Logistic",</a:t>
            </a:r>
          </a:p>
          <a:p>
            <a:r>
              <a:t>      "variant": "logistic",</a:t>
            </a:r>
          </a:p>
          <a:p>
            <a:r>
              <a:t>      "auc_prc": "0.0820352506791452",</a:t>
            </a:r>
          </a:p>
          <a:p>
            <a:r>
              <a:t>      "average_precision": "0.084115513616915",</a:t>
            </a:r>
          </a:p>
          <a:p>
            <a:r>
              <a:t>      "accuracy": "0.8891920251836306",</a:t>
            </a:r>
          </a:p>
          <a:p>
            <a:r>
              <a:t>      "roc_auc": "0.6778788371331702",</a:t>
            </a:r>
          </a:p>
          <a:p>
            <a:r>
              <a:t>      "precision": "0.09785202863961814",</a:t>
            </a:r>
          </a:p>
          <a:p>
            <a:r>
              <a:t>      "recall": "0.21465968586387435",</a:t>
            </a:r>
          </a:p>
          <a:p>
            <a:r>
              <a:t>      "f1": "0.13442622950819674",</a:t>
            </a:r>
          </a:p>
          <a:p>
            <a:r>
              <a:t>      "row_count": "4765",</a:t>
            </a:r>
          </a:p>
          <a:p>
            <a:r>
              <a:t>      "positive_rate": "0.04008394543546694",</a:t>
            </a:r>
          </a:p>
          <a:p>
            <a:r>
              <a:t>      "metrics_path": "artifacts/cluster-run/all/results/model/words_20/Logistic/logistic/all_words_20/metrics.json"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"details": {</a:t>
            </a:r>
          </a:p>
          <a:p>
            <a:r>
              <a:t>    "5": {</a:t>
            </a:r>
          </a:p>
          <a:p>
            <a:r>
              <a:t>      "metrics": {</a:t>
            </a:r>
          </a:p>
          <a:p>
            <a:r>
              <a:t>        "test": {</a:t>
            </a:r>
          </a:p>
          <a:p>
            <a:r>
              <a:t>          "accuracy": 0.5603357817418678,</a:t>
            </a:r>
          </a:p>
          <a:p>
            <a:r>
              <a:t>          "auc_prc": 0.14535984147275113,</a:t>
            </a:r>
          </a:p>
          <a:p>
            <a:r>
              <a:t>          "average_precision": 0.14625514307800166,</a:t>
            </a:r>
          </a:p>
          <a:p>
            <a:r>
              <a:t>          "balanced_accuracy": 0.5608525366651393,</a:t>
            </a:r>
          </a:p>
          <a:p>
            <a:r>
              <a:t>          "confusion_matrix": [</a:t>
            </a:r>
          </a:p>
          <a:p>
            <a:r>
              <a:t>            [</a:t>
            </a:r>
          </a:p>
          <a:p>
            <a:r>
              <a:t>              2387,</a:t>
            </a:r>
          </a:p>
          <a:p>
            <a:r>
              <a:t>              1874</a:t>
            </a:r>
          </a:p>
          <a:p>
            <a:r>
              <a:t>            ],</a:t>
            </a:r>
          </a:p>
          <a:p>
            <a:r>
              <a:t>            [</a:t>
            </a:r>
          </a:p>
          <a:p>
            <a:r>
              <a:t>              221,</a:t>
            </a:r>
          </a:p>
          <a:p>
            <a:r>
              <a:t>              283</a:t>
            </a:r>
          </a:p>
          <a:p>
            <a:r>
              <a:t>            ]</a:t>
            </a:r>
          </a:p>
          <a:p>
            <a:r>
              <a:t>          ],</a:t>
            </a:r>
          </a:p>
          <a:p>
            <a:r>
              <a:t>          "f1": 0.2127019917324314,</a:t>
            </a:r>
          </a:p>
          <a:p>
            <a:r>
              <a:t>          "first_sprint_entry": "2021-09-29T05:43:37",</a:t>
            </a:r>
          </a:p>
          <a:p>
            <a:r>
              <a:t>          "last_sprint_entry": "2023-04-27T18:22:56",</a:t>
            </a:r>
          </a:p>
          <a:p>
            <a:r>
              <a:t>          "positive_count": 504,</a:t>
            </a:r>
          </a:p>
          <a:p>
            <a:r>
              <a:t>          "positive_rate": 0.10577124868835257,</a:t>
            </a:r>
          </a:p>
          <a:p>
            <a:r>
              <a:t>          "precision": 0.1312007417709782,</a:t>
            </a:r>
          </a:p>
          <a:p>
            <a:r>
              <a:t>          "recall": 0.5615079365079365,</a:t>
            </a:r>
          </a:p>
          <a:p>
            <a:r>
              <a:t>          "roc_auc": 0.5933284719661157,</a:t>
            </a:r>
          </a:p>
          <a:p>
            <a:r>
              <a:t>          "row_count": 4765,</a:t>
            </a:r>
          </a:p>
          <a:p>
            <a:r>
              <a:t>          "threshold": 0.43999999999999995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"accuracy": 0.5380256069404603,</a:t>
            </a:r>
          </a:p>
          <a:p>
            <a:r>
              <a:t>          "auc_prc": 0.3094541536421892,</a:t>
            </a:r>
          </a:p>
          <a:p>
            <a:r>
              <a:t>          "average_precision": 0.3098333425789474,</a:t>
            </a:r>
          </a:p>
          <a:p>
            <a:r>
              <a:t>          "balanced_accuracy": 0.6421325368674757,</a:t>
            </a:r>
          </a:p>
          <a:p>
            <a:r>
              <a:t>          "confusion_matrix": [</a:t>
            </a:r>
          </a:p>
          <a:p>
            <a:r>
              <a:t>            [</a:t>
            </a:r>
          </a:p>
          <a:p>
            <a:r>
              <a:t>              6020,</a:t>
            </a:r>
          </a:p>
          <a:p>
            <a:r>
              <a:t>              6159</a:t>
            </a:r>
          </a:p>
          <a:p>
            <a:r>
              <a:t>            ],</a:t>
            </a:r>
          </a:p>
          <a:p>
            <a:r>
              <a:t>            [</a:t>
            </a:r>
          </a:p>
          <a:p>
            <a:r>
              <a:t>              444,</a:t>
            </a:r>
          </a:p>
          <a:p>
            <a:r>
              <a:t>              1670</a:t>
            </a:r>
          </a:p>
          <a:p>
            <a:r>
              <a:t>            ]</a:t>
            </a:r>
          </a:p>
          <a:p>
            <a:r>
              <a:t>          ],</a:t>
            </a:r>
          </a:p>
          <a:p>
            <a:r>
              <a:t>          "f1": 0.33591471386905364,</a:t>
            </a:r>
          </a:p>
          <a:p>
            <a:r>
              <a:t>          "first_sprint_entry": "2006-08-23T06:57:12",</a:t>
            </a:r>
          </a:p>
          <a:p>
            <a:r>
              <a:t>          "last_sprint_entry": "2019-12-16T10:53:39",</a:t>
            </a:r>
          </a:p>
          <a:p>
            <a:r>
              <a:t>          "positive_count": 2114,</a:t>
            </a:r>
          </a:p>
          <a:p>
            <a:r>
              <a:t>          "positive_rate": 0.1479045686699783,</a:t>
            </a:r>
          </a:p>
          <a:p>
            <a:r>
              <a:t>          "precision": 0.21330949035636734,</a:t>
            </a:r>
          </a:p>
          <a:p>
            <a:r>
              <a:t>          "recall": 0.7899716177861873,</a:t>
            </a:r>
          </a:p>
          <a:p>
            <a:r>
              <a:t>          "roc_auc": 0.7137426870375617,</a:t>
            </a:r>
          </a:p>
          <a:p>
            <a:r>
              <a:t>          "row_count": 14293,</a:t>
            </a:r>
          </a:p>
          <a:p>
            <a:r>
              <a:t>          "threshold": 0.43999999999999995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"accuracy": 0.49727120067170444,</a:t>
            </a:r>
          </a:p>
          <a:p>
            <a:r>
              <a:t>          "auc_prc": 0.19501192951004834,</a:t>
            </a:r>
          </a:p>
          <a:p>
            <a:r>
              <a:t>          "average_precision": 0.1959651311767903,</a:t>
            </a:r>
          </a:p>
          <a:p>
            <a:r>
              <a:t>          "balanced_accuracy": 0.6199804489403726,</a:t>
            </a:r>
          </a:p>
          <a:p>
            <a:r>
              <a:t>          "confusion_matrix": [</a:t>
            </a:r>
          </a:p>
          <a:p>
            <a:r>
              <a:t>            [</a:t>
            </a:r>
          </a:p>
          <a:p>
            <a:r>
              <a:t>              1922,</a:t>
            </a:r>
          </a:p>
          <a:p>
            <a:r>
              <a:t>              2270</a:t>
            </a:r>
          </a:p>
          <a:p>
            <a:r>
              <a:t>            ],</a:t>
            </a:r>
          </a:p>
          <a:p>
            <a:r>
              <a:t>            [</a:t>
            </a:r>
          </a:p>
          <a:p>
            <a:r>
              <a:t>              125,</a:t>
            </a:r>
          </a:p>
          <a:p>
            <a:r>
              <a:t>              447</a:t>
            </a:r>
          </a:p>
          <a:p>
            <a:r>
              <a:t>            ]</a:t>
            </a:r>
          </a:p>
          <a:p>
            <a:r>
              <a:t>          ],</a:t>
            </a:r>
          </a:p>
          <a:p>
            <a:r>
              <a:t>          "f1": 0.2718151413803588,</a:t>
            </a:r>
          </a:p>
          <a:p>
            <a:r>
              <a:t>          "first_sprint_entry": "2019-12-16T12:37:11",</a:t>
            </a:r>
          </a:p>
          <a:p>
            <a:r>
              <a:t>          "last_sprint_entry": "2021-09-29T05:39:56",</a:t>
            </a:r>
          </a:p>
          <a:p>
            <a:r>
              <a:t>          "positive_count": 572,</a:t>
            </a:r>
          </a:p>
          <a:p>
            <a:r>
              <a:t>          "positive_rate": 0.1200671704450042,</a:t>
            </a:r>
          </a:p>
          <a:p>
            <a:r>
              <a:t>          "precision": 0.16451969083548032,</a:t>
            </a:r>
          </a:p>
          <a:p>
            <a:r>
              <a:t>          "recall": 0.7814685314685315,</a:t>
            </a:r>
          </a:p>
          <a:p>
            <a:r>
              <a:t>          "roc_auc": 0.6575549331393797,</a:t>
            </a:r>
          </a:p>
          <a:p>
            <a:r>
              <a:t>          "row_count": 4764,</a:t>
            </a:r>
          </a:p>
          <a:p>
            <a:r>
              <a:t>          "threshold": 0.43999999999999995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"metadata": {</a:t>
            </a:r>
          </a:p>
          <a:p>
            <a:r>
              <a:t>        "best_validation_log_loss": 0.6588614183993736,</a:t>
            </a:r>
          </a:p>
          <a:p>
            <a:r>
              <a:t>        "created_at_utc": "2026-09-24T18:24:19.373813+00:00",</a:t>
            </a:r>
          </a:p>
          <a:p>
            <a:r>
              <a:t>        "data_root": "/home/yakovelm/Master/Tasks/evaluate-logistic-instability-model/cluster_runs/20260924-212357-961761/all/results/input_layout",</a:t>
            </a:r>
          </a:p>
          <a:p>
            <a:r>
              <a:t>        "feature_policy": "pre_sprint_only",</a:t>
            </a:r>
          </a:p>
          <a:p>
            <a:r>
              <a:t>        "label_column": "is_change_text_num_words_5",</a:t>
            </a:r>
          </a:p>
          <a:p>
            <a:r>
              <a:t>        "model": "dependency_light_logistic_regression",</a:t>
            </a:r>
          </a:p>
          <a:p>
            <a:r>
              <a:t>        "project": "all",</a:t>
            </a:r>
          </a:p>
          <a:p>
            <a:r>
              <a:t>        "selected_threshold": 0.43999999999999995,</a:t>
            </a:r>
          </a:p>
          <a:p>
            <a:r>
              <a:t>        "split_strategy": "chronological_60_20_20",</a:t>
            </a:r>
          </a:p>
          <a:p>
            <a:r>
              <a:t>        "threshold_strategy": "maximum_validation_f1",</a:t>
            </a:r>
          </a:p>
          <a:p>
            <a:r>
              <a:t>        "training_iterations": 2000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"10": {</a:t>
            </a:r>
          </a:p>
          <a:p>
            <a:r>
              <a:t>      "metrics": {</a:t>
            </a:r>
          </a:p>
          <a:p>
            <a:r>
              <a:t>        "test": {</a:t>
            </a:r>
          </a:p>
          <a:p>
            <a:r>
              <a:t>          "accuracy": 0.8451206715634837,</a:t>
            </a:r>
          </a:p>
          <a:p>
            <a:r>
              <a:t>          "auc_prc": 0.11572853001254729,</a:t>
            </a:r>
          </a:p>
          <a:p>
            <a:r>
              <a:t>          "average_precision": 0.11713403217536625,</a:t>
            </a:r>
          </a:p>
          <a:p>
            <a:r>
              <a:t>          "balanced_accuracy": 0.5447453222453222,</a:t>
            </a:r>
          </a:p>
          <a:p>
            <a:r>
              <a:t>          "confusion_matrix": [</a:t>
            </a:r>
          </a:p>
          <a:p>
            <a:r>
              <a:t>            [</a:t>
            </a:r>
          </a:p>
          <a:p>
            <a:r>
              <a:t>              3963,</a:t>
            </a:r>
          </a:p>
          <a:p>
            <a:r>
              <a:t>              477</a:t>
            </a:r>
          </a:p>
          <a:p>
            <a:r>
              <a:t>            ],</a:t>
            </a:r>
          </a:p>
          <a:p>
            <a:r>
              <a:t>            [</a:t>
            </a:r>
          </a:p>
          <a:p>
            <a:r>
              <a:t>              261,</a:t>
            </a:r>
          </a:p>
          <a:p>
            <a:r>
              <a:t>              64</a:t>
            </a:r>
          </a:p>
          <a:p>
            <a:r>
              <a:t>            ]</a:t>
            </a:r>
          </a:p>
          <a:p>
            <a:r>
              <a:t>          ],</a:t>
            </a:r>
          </a:p>
          <a:p>
            <a:r>
              <a:t>          "f1": 0.14780600461893764,</a:t>
            </a:r>
          </a:p>
          <a:p>
            <a:r>
              <a:t>          "first_sprint_entry": "2021-09-29T05:43:37",</a:t>
            </a:r>
          </a:p>
          <a:p>
            <a:r>
              <a:t>          "last_sprint_entry": "2023-04-27T18:22:56",</a:t>
            </a:r>
          </a:p>
          <a:p>
            <a:r>
              <a:t>          "positive_count": 325,</a:t>
            </a:r>
          </a:p>
          <a:p>
            <a:r>
              <a:t>          "positive_rate": 0.06820566631689402,</a:t>
            </a:r>
          </a:p>
          <a:p>
            <a:r>
              <a:t>          "precision": 0.11829944547134935,</a:t>
            </a:r>
          </a:p>
          <a:p>
            <a:r>
              <a:t>          "recall": 0.19692307692307692,</a:t>
            </a:r>
          </a:p>
          <a:p>
            <a:r>
              <a:t>          "roc_auc": 0.6493049203049203,</a:t>
            </a:r>
          </a:p>
          <a:p>
            <a:r>
              <a:t>          "row_count": 4765,</a:t>
            </a:r>
          </a:p>
          <a:p>
            <a:r>
              <a:t>          "threshold": 0.62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"accuracy": 0.8110963408661582,</a:t>
            </a:r>
          </a:p>
          <a:p>
            <a:r>
              <a:t>          "auc_prc": 0.2839722723313618,</a:t>
            </a:r>
          </a:p>
          <a:p>
            <a:r>
              <a:t>          "average_precision": 0.28448303940613523,</a:t>
            </a:r>
          </a:p>
          <a:p>
            <a:r>
              <a:t>          "balanced_accuracy": 0.6371093715384288,</a:t>
            </a:r>
          </a:p>
          <a:p>
            <a:r>
              <a:t>          "confusion_matrix": [</a:t>
            </a:r>
          </a:p>
          <a:p>
            <a:r>
              <a:t>            [</a:t>
            </a:r>
          </a:p>
          <a:p>
            <a:r>
              <a:t>              10897,</a:t>
            </a:r>
          </a:p>
          <a:p>
            <a:r>
              <a:t>              1693</a:t>
            </a:r>
          </a:p>
          <a:p>
            <a:r>
              <a:t>            ],</a:t>
            </a:r>
          </a:p>
          <a:p>
            <a:r>
              <a:t>            [</a:t>
            </a:r>
          </a:p>
          <a:p>
            <a:r>
              <a:t>              1007,</a:t>
            </a:r>
          </a:p>
          <a:p>
            <a:r>
              <a:t>              696</a:t>
            </a:r>
          </a:p>
          <a:p>
            <a:r>
              <a:t>            ]</a:t>
            </a:r>
          </a:p>
          <a:p>
            <a:r>
              <a:t>          ],</a:t>
            </a:r>
          </a:p>
          <a:p>
            <a:r>
              <a:t>          "f1": 0.3401759530791789,</a:t>
            </a:r>
          </a:p>
          <a:p>
            <a:r>
              <a:t>          "first_sprint_entry": "2006-08-23T06:57:12",</a:t>
            </a:r>
          </a:p>
          <a:p>
            <a:r>
              <a:t>          "last_sprint_entry": "2019-12-16T10:53:39",</a:t>
            </a:r>
          </a:p>
          <a:p>
            <a:r>
              <a:t>          "positive_count": 1703,</a:t>
            </a:r>
          </a:p>
          <a:p>
            <a:r>
              <a:t>          "positive_rate": 0.11914923389071573,</a:t>
            </a:r>
          </a:p>
          <a:p>
            <a:r>
              <a:t>          "precision": 0.29133528673084974,</a:t>
            </a:r>
          </a:p>
          <a:p>
            <a:r>
              <a:t>          "recall": 0.40869054609512623,</a:t>
            </a:r>
          </a:p>
          <a:p>
            <a:r>
              <a:t>          "roc_auc": 0.7439611543801832,</a:t>
            </a:r>
          </a:p>
          <a:p>
            <a:r>
              <a:t>          "row_count": 14293,</a:t>
            </a:r>
          </a:p>
          <a:p>
            <a:r>
              <a:t>          "threshold": 0.62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"accuracy": 0.8012174643157011,</a:t>
            </a:r>
          </a:p>
          <a:p>
            <a:r>
              <a:t>          "auc_prc": 0.1677905337757753,</a:t>
            </a:r>
          </a:p>
          <a:p>
            <a:r>
              <a:t>          "average_precision": 0.16886438540037463,</a:t>
            </a:r>
          </a:p>
          <a:p>
            <a:r>
              <a:t>          "balanced_accuracy": 0.5884290930888568,</a:t>
            </a:r>
          </a:p>
          <a:p>
            <a:r>
              <a:t>          "confusion_matrix": [</a:t>
            </a:r>
          </a:p>
          <a:p>
            <a:r>
              <a:t>            [</a:t>
            </a:r>
          </a:p>
          <a:p>
            <a:r>
              <a:t>              3670,</a:t>
            </a:r>
          </a:p>
          <a:p>
            <a:r>
              <a:t>              643</a:t>
            </a:r>
          </a:p>
          <a:p>
            <a:r>
              <a:t>            ],</a:t>
            </a:r>
          </a:p>
          <a:p>
            <a:r>
              <a:t>            [</a:t>
            </a:r>
          </a:p>
          <a:p>
            <a:r>
              <a:t>              304,</a:t>
            </a:r>
          </a:p>
          <a:p>
            <a:r>
              <a:t>              147</a:t>
            </a:r>
          </a:p>
          <a:p>
            <a:r>
              <a:t>            ]</a:t>
            </a:r>
          </a:p>
          <a:p>
            <a:r>
              <a:t>          ],</a:t>
            </a:r>
          </a:p>
          <a:p>
            <a:r>
              <a:t>          "f1": 0.23690572119258663,</a:t>
            </a:r>
          </a:p>
          <a:p>
            <a:r>
              <a:t>          "first_sprint_entry": "2019-12-16T12:37:11",</a:t>
            </a:r>
          </a:p>
          <a:p>
            <a:r>
              <a:t>          "last_sprint_entry": "2021-09-29T05:39:56",</a:t>
            </a:r>
          </a:p>
          <a:p>
            <a:r>
              <a:t>          "positive_count": 451,</a:t>
            </a:r>
          </a:p>
          <a:p>
            <a:r>
              <a:t>          "positive_rate": 0.09466834592779177,</a:t>
            </a:r>
          </a:p>
          <a:p>
            <a:r>
              <a:t>          "precision": 0.1860759493670886,</a:t>
            </a:r>
          </a:p>
          <a:p>
            <a:r>
              <a:t>          "recall": 0.3259423503325942,</a:t>
            </a:r>
          </a:p>
          <a:p>
            <a:r>
              <a:t>          "roc_auc": 0.6717431906734809,</a:t>
            </a:r>
          </a:p>
          <a:p>
            <a:r>
              <a:t>          "row_count": 4764,</a:t>
            </a:r>
          </a:p>
          <a:p>
            <a:r>
              <a:t>          "threshold": 0.62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"metadata": {</a:t>
            </a:r>
          </a:p>
          <a:p>
            <a:r>
              <a:t>        "best_validation_log_loss": 0.6478569122231016,</a:t>
            </a:r>
          </a:p>
          <a:p>
            <a:r>
              <a:t>        "created_at_utc": "2026-09-24T18:24:25.416484+00:00",</a:t>
            </a:r>
          </a:p>
          <a:p>
            <a:r>
              <a:t>        "data_root": "/home/yakovelm/Master/Tasks/evaluate-logistic-instability-model/cluster_runs/20260924-212357-961761/all/results/input_layout",</a:t>
            </a:r>
          </a:p>
          <a:p>
            <a:r>
              <a:t>        "feature_policy": "pre_sprint_only",</a:t>
            </a:r>
          </a:p>
          <a:p>
            <a:r>
              <a:t>        "label_column": "is_change_text_num_words_10",</a:t>
            </a:r>
          </a:p>
          <a:p>
            <a:r>
              <a:t>        "model": "dependency_light_logistic_regression",</a:t>
            </a:r>
          </a:p>
          <a:p>
            <a:r>
              <a:t>        "project": "all",</a:t>
            </a:r>
          </a:p>
          <a:p>
            <a:r>
              <a:t>        "selected_threshold": 0.62,</a:t>
            </a:r>
          </a:p>
          <a:p>
            <a:r>
              <a:t>        "split_strategy": "chronological_60_20_20",</a:t>
            </a:r>
          </a:p>
          <a:p>
            <a:r>
              <a:t>        "threshold_strategy": "maximum_validation_f1",</a:t>
            </a:r>
          </a:p>
          <a:p>
            <a:r>
              <a:t>        "training_iterations": 1021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"15": {</a:t>
            </a:r>
          </a:p>
          <a:p>
            <a:r>
              <a:t>      "metrics": {</a:t>
            </a:r>
          </a:p>
          <a:p>
            <a:r>
              <a:t>        "test": {</a:t>
            </a:r>
          </a:p>
          <a:p>
            <a:r>
              <a:t>          "accuracy": 0.8627492130115425,</a:t>
            </a:r>
          </a:p>
          <a:p>
            <a:r>
              <a:t>          "auc_prc": 0.102745000742449,</a:t>
            </a:r>
          </a:p>
          <a:p>
            <a:r>
              <a:t>          "average_precision": 0.10440552662302127,</a:t>
            </a:r>
          </a:p>
          <a:p>
            <a:r>
              <a:t>          "balanced_accuracy": 0.5647329650092081,</a:t>
            </a:r>
          </a:p>
          <a:p>
            <a:r>
              <a:t>          "confusion_matrix": [</a:t>
            </a:r>
          </a:p>
          <a:p>
            <a:r>
              <a:t>            [</a:t>
            </a:r>
          </a:p>
          <a:p>
            <a:r>
              <a:t>              4055,</a:t>
            </a:r>
          </a:p>
          <a:p>
            <a:r>
              <a:t>              470</a:t>
            </a:r>
          </a:p>
          <a:p>
            <a:r>
              <a:t>            ],</a:t>
            </a:r>
          </a:p>
          <a:p>
            <a:r>
              <a:t>            [</a:t>
            </a:r>
          </a:p>
          <a:p>
            <a:r>
              <a:t>              184,</a:t>
            </a:r>
          </a:p>
          <a:p>
            <a:r>
              <a:t>              56</a:t>
            </a:r>
          </a:p>
          <a:p>
            <a:r>
              <a:t>            ]</a:t>
            </a:r>
          </a:p>
          <a:p>
            <a:r>
              <a:t>          ],</a:t>
            </a:r>
          </a:p>
          <a:p>
            <a:r>
              <a:t>          "f1": 0.1462140992167102,</a:t>
            </a:r>
          </a:p>
          <a:p>
            <a:r>
              <a:t>          "first_sprint_entry": "2021-09-29T05:43:37",</a:t>
            </a:r>
          </a:p>
          <a:p>
            <a:r>
              <a:t>          "last_sprint_entry": "2023-04-27T18:22:56",</a:t>
            </a:r>
          </a:p>
          <a:p>
            <a:r>
              <a:t>          "positive_count": 240,</a:t>
            </a:r>
          </a:p>
          <a:p>
            <a:r>
              <a:t>          "positive_rate": 0.05036726128016789,</a:t>
            </a:r>
          </a:p>
          <a:p>
            <a:r>
              <a:t>          "precision": 0.10646387832699619,</a:t>
            </a:r>
          </a:p>
          <a:p>
            <a:r>
              <a:t>          "recall": 0.23333333333333334,</a:t>
            </a:r>
          </a:p>
          <a:p>
            <a:r>
              <a:t>          "roc_auc": 0.6911620626151013,</a:t>
            </a:r>
          </a:p>
          <a:p>
            <a:r>
              <a:t>          "row_count": 4765,</a:t>
            </a:r>
          </a:p>
          <a:p>
            <a:r>
              <a:t>          "threshold": 0.63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"accuracy": 0.8267683481424474,</a:t>
            </a:r>
          </a:p>
          <a:p>
            <a:r>
              <a:t>          "auc_prc": 0.28265742183711456,</a:t>
            </a:r>
          </a:p>
          <a:p>
            <a:r>
              <a:t>          "average_precision": 0.283237502669219,</a:t>
            </a:r>
          </a:p>
          <a:p>
            <a:r>
              <a:t>          "balanced_accuracy": 0.6595636062002672,</a:t>
            </a:r>
          </a:p>
          <a:p>
            <a:r>
              <a:t>          "confusion_matrix": [</a:t>
            </a:r>
          </a:p>
          <a:p>
            <a:r>
              <a:t>            [</a:t>
            </a:r>
          </a:p>
          <a:p>
            <a:r>
              <a:t>              11164,</a:t>
            </a:r>
          </a:p>
          <a:p>
            <a:r>
              <a:t>              1677</a:t>
            </a:r>
          </a:p>
          <a:p>
            <a:r>
              <a:t>            ],</a:t>
            </a:r>
          </a:p>
          <a:p>
            <a:r>
              <a:t>            [</a:t>
            </a:r>
          </a:p>
          <a:p>
            <a:r>
              <a:t>              799,</a:t>
            </a:r>
          </a:p>
          <a:p>
            <a:r>
              <a:t>              653</a:t>
            </a:r>
          </a:p>
          <a:p>
            <a:r>
              <a:t>            ]</a:t>
            </a:r>
          </a:p>
          <a:p>
            <a:r>
              <a:t>          ],</a:t>
            </a:r>
          </a:p>
          <a:p>
            <a:r>
              <a:t>          "f1": 0.34531993654151244,</a:t>
            </a:r>
          </a:p>
          <a:p>
            <a:r>
              <a:t>          "first_sprint_entry": "2006-08-23T06:57:12",</a:t>
            </a:r>
          </a:p>
          <a:p>
            <a:r>
              <a:t>          "last_sprint_entry": "2019-12-16T10:53:39",</a:t>
            </a:r>
          </a:p>
          <a:p>
            <a:r>
              <a:t>          "positive_count": 1452,</a:t>
            </a:r>
          </a:p>
          <a:p>
            <a:r>
              <a:t>          "positive_rate": 0.10158819002308822,</a:t>
            </a:r>
          </a:p>
          <a:p>
            <a:r>
              <a:t>          "precision": 0.28025751072961375,</a:t>
            </a:r>
          </a:p>
          <a:p>
            <a:r>
              <a:t>          "recall": 0.4497245179063361,</a:t>
            </a:r>
          </a:p>
          <a:p>
            <a:r>
              <a:t>          "roc_auc": 0.771945835513527,</a:t>
            </a:r>
          </a:p>
          <a:p>
            <a:r>
              <a:t>          "row_count": 14293,</a:t>
            </a:r>
          </a:p>
          <a:p>
            <a:r>
              <a:t>          "threshold": 0.63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"accuracy": 0.809823677581864,</a:t>
            </a:r>
          </a:p>
          <a:p>
            <a:r>
              <a:t>          "auc_prc": 0.14476240112932143,</a:t>
            </a:r>
          </a:p>
          <a:p>
            <a:r>
              <a:t>          "average_precision": 0.14593108669953841,</a:t>
            </a:r>
          </a:p>
          <a:p>
            <a:r>
              <a:t>          "balanced_accuracy": 0.5933878621378621,</a:t>
            </a:r>
          </a:p>
          <a:p>
            <a:r>
              <a:t>          "confusion_matrix": [</a:t>
            </a:r>
          </a:p>
          <a:p>
            <a:r>
              <a:t>            [</a:t>
            </a:r>
          </a:p>
          <a:p>
            <a:r>
              <a:t>              3735,</a:t>
            </a:r>
          </a:p>
          <a:p>
            <a:r>
              <a:t>              665</a:t>
            </a:r>
          </a:p>
          <a:p>
            <a:r>
              <a:t>            ],</a:t>
            </a:r>
          </a:p>
          <a:p>
            <a:r>
              <a:t>            [</a:t>
            </a:r>
          </a:p>
          <a:p>
            <a:r>
              <a:t>              241,</a:t>
            </a:r>
          </a:p>
          <a:p>
            <a:r>
              <a:t>              123</a:t>
            </a:r>
          </a:p>
          <a:p>
            <a:r>
              <a:t>            ]</a:t>
            </a:r>
          </a:p>
          <a:p>
            <a:r>
              <a:t>          ],</a:t>
            </a:r>
          </a:p>
          <a:p>
            <a:r>
              <a:t>          "f1": 0.21354166666666666,</a:t>
            </a:r>
          </a:p>
          <a:p>
            <a:r>
              <a:t>          "first_sprint_entry": "2019-12-16T12:37:11",</a:t>
            </a:r>
          </a:p>
          <a:p>
            <a:r>
              <a:t>          "last_sprint_entry": "2021-09-29T05:39:56",</a:t>
            </a:r>
          </a:p>
          <a:p>
            <a:r>
              <a:t>          "positive_count": 364,</a:t>
            </a:r>
          </a:p>
          <a:p>
            <a:r>
              <a:t>          "positive_rate": 0.0764063811922754,</a:t>
            </a:r>
          </a:p>
          <a:p>
            <a:r>
              <a:t>          "precision": 0.15609137055837563,</a:t>
            </a:r>
          </a:p>
          <a:p>
            <a:r>
              <a:t>          "recall": 0.33791208791208793,</a:t>
            </a:r>
          </a:p>
          <a:p>
            <a:r>
              <a:t>          "roc_auc": 0.6830937812187812,</a:t>
            </a:r>
          </a:p>
          <a:p>
            <a:r>
              <a:t>          "row_count": 4764,</a:t>
            </a:r>
          </a:p>
          <a:p>
            <a:r>
              <a:t>          "threshold": 0.63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"metadata": {</a:t>
            </a:r>
          </a:p>
          <a:p>
            <a:r>
              <a:t>        "best_validation_log_loss": 0.64055446636352,</a:t>
            </a:r>
          </a:p>
          <a:p>
            <a:r>
              <a:t>        "created_at_utc": "2026-09-24T18:24:34.400871+00:00",</a:t>
            </a:r>
          </a:p>
          <a:p>
            <a:r>
              <a:t>        "data_root": "/home/yakovelm/Master/Tasks/evaluate-logistic-instability-model/cluster_runs/20260924-212357-961761/all/results/input_layout",</a:t>
            </a:r>
          </a:p>
          <a:p>
            <a:r>
              <a:t>        "feature_policy": "pre_sprint_only",</a:t>
            </a:r>
          </a:p>
          <a:p>
            <a:r>
              <a:t>        "label_column": "is_change_text_num_words_15",</a:t>
            </a:r>
          </a:p>
          <a:p>
            <a:r>
              <a:t>        "model": "dependency_light_logistic_regression",</a:t>
            </a:r>
          </a:p>
          <a:p>
            <a:r>
              <a:t>        "project": "all",</a:t>
            </a:r>
          </a:p>
          <a:p>
            <a:r>
              <a:t>        "selected_threshold": 0.63,</a:t>
            </a:r>
          </a:p>
          <a:p>
            <a:r>
              <a:t>        "split_strategy": "chronological_60_20_20",</a:t>
            </a:r>
          </a:p>
          <a:p>
            <a:r>
              <a:t>        "threshold_strategy": "maximum_validation_f1",</a:t>
            </a:r>
          </a:p>
          <a:p>
            <a:r>
              <a:t>        "training_iterations": 2000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"20": {</a:t>
            </a:r>
          </a:p>
          <a:p>
            <a:r>
              <a:t>      "metrics": {</a:t>
            </a:r>
          </a:p>
          <a:p>
            <a:r>
              <a:t>        "test": {</a:t>
            </a:r>
          </a:p>
          <a:p>
            <a:r>
              <a:t>          "accuracy": 0.8891920251836306,</a:t>
            </a:r>
          </a:p>
          <a:p>
            <a:r>
              <a:t>          "auc_prc": 0.0820352506791452,</a:t>
            </a:r>
          </a:p>
          <a:p>
            <a:r>
              <a:t>          "average_precision": 0.084115513616915,</a:t>
            </a:r>
          </a:p>
          <a:p>
            <a:r>
              <a:t>          "balanced_accuracy": 0.5660093357172454,</a:t>
            </a:r>
          </a:p>
          <a:p>
            <a:r>
              <a:t>          "confusion_matrix": [</a:t>
            </a:r>
          </a:p>
          <a:p>
            <a:r>
              <a:t>            [</a:t>
            </a:r>
          </a:p>
          <a:p>
            <a:r>
              <a:t>              4196,</a:t>
            </a:r>
          </a:p>
          <a:p>
            <a:r>
              <a:t>              378</a:t>
            </a:r>
          </a:p>
          <a:p>
            <a:r>
              <a:t>            ],</a:t>
            </a:r>
          </a:p>
          <a:p>
            <a:r>
              <a:t>            [</a:t>
            </a:r>
          </a:p>
          <a:p>
            <a:r>
              <a:t>              150,</a:t>
            </a:r>
          </a:p>
          <a:p>
            <a:r>
              <a:t>              41</a:t>
            </a:r>
          </a:p>
          <a:p>
            <a:r>
              <a:t>            ]</a:t>
            </a:r>
          </a:p>
          <a:p>
            <a:r>
              <a:t>          ],</a:t>
            </a:r>
          </a:p>
          <a:p>
            <a:r>
              <a:t>          "f1": 0.13442622950819674,</a:t>
            </a:r>
          </a:p>
          <a:p>
            <a:r>
              <a:t>          "first_sprint_entry": "2021-09-29T05:43:37",</a:t>
            </a:r>
          </a:p>
          <a:p>
            <a:r>
              <a:t>          "last_sprint_entry": "2023-04-27T18:22:56",</a:t>
            </a:r>
          </a:p>
          <a:p>
            <a:r>
              <a:t>          "positive_count": 191,</a:t>
            </a:r>
          </a:p>
          <a:p>
            <a:r>
              <a:t>          "positive_rate": 0.04008394543546694,</a:t>
            </a:r>
          </a:p>
          <a:p>
            <a:r>
              <a:t>          "precision": 0.09785202863961814,</a:t>
            </a:r>
          </a:p>
          <a:p>
            <a:r>
              <a:t>          "recall": 0.21465968586387435,</a:t>
            </a:r>
          </a:p>
          <a:p>
            <a:r>
              <a:t>          "roc_auc": 0.6778788371331702,</a:t>
            </a:r>
          </a:p>
          <a:p>
            <a:r>
              <a:t>          "row_count": 4765,</a:t>
            </a:r>
          </a:p>
          <a:p>
            <a:r>
              <a:t>          "threshold": 0.6599999999999999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"accuracy": 0.855733575876303,</a:t>
            </a:r>
          </a:p>
          <a:p>
            <a:r>
              <a:t>          "auc_prc": 0.175221285143473,</a:t>
            </a:r>
          </a:p>
          <a:p>
            <a:r>
              <a:t>          "average_precision": 0.1760891967094827,</a:t>
            </a:r>
          </a:p>
          <a:p>
            <a:r>
              <a:t>          "balanced_accuracy": 0.6118473295019105,</a:t>
            </a:r>
          </a:p>
          <a:p>
            <a:r>
              <a:t>          "confusion_matrix": [</a:t>
            </a:r>
          </a:p>
          <a:p>
            <a:r>
              <a:t>            [</a:t>
            </a:r>
          </a:p>
          <a:p>
            <a:r>
              <a:t>              11903,</a:t>
            </a:r>
          </a:p>
          <a:p>
            <a:r>
              <a:t>              1391</a:t>
            </a:r>
          </a:p>
          <a:p>
            <a:r>
              <a:t>            ],</a:t>
            </a:r>
          </a:p>
          <a:p>
            <a:r>
              <a:t>            [</a:t>
            </a:r>
          </a:p>
          <a:p>
            <a:r>
              <a:t>              671,</a:t>
            </a:r>
          </a:p>
          <a:p>
            <a:r>
              <a:t>              328</a:t>
            </a:r>
          </a:p>
          <a:p>
            <a:r>
              <a:t>            ]</a:t>
            </a:r>
          </a:p>
          <a:p>
            <a:r>
              <a:t>          ],</a:t>
            </a:r>
          </a:p>
          <a:p>
            <a:r>
              <a:t>          "f1": 0.24135393671817512,</a:t>
            </a:r>
          </a:p>
          <a:p>
            <a:r>
              <a:t>          "first_sprint_entry": "2006-08-23T06:57:12",</a:t>
            </a:r>
          </a:p>
          <a:p>
            <a:r>
              <a:t>          "last_sprint_entry": "2019-12-16T10:53:39",</a:t>
            </a:r>
          </a:p>
          <a:p>
            <a:r>
              <a:t>          "positive_count": 999,</a:t>
            </a:r>
          </a:p>
          <a:p>
            <a:r>
              <a:t>          "positive_rate": 0.06989435387952145,</a:t>
            </a:r>
          </a:p>
          <a:p>
            <a:r>
              <a:t>          "precision": 0.1908086096567772,</a:t>
            </a:r>
          </a:p>
          <a:p>
            <a:r>
              <a:t>          "recall": 0.3283283283283283,</a:t>
            </a:r>
          </a:p>
          <a:p>
            <a:r>
              <a:t>          "roc_auc": 0.7489067975753698,</a:t>
            </a:r>
          </a:p>
          <a:p>
            <a:r>
              <a:t>          "row_count": 14293,</a:t>
            </a:r>
          </a:p>
          <a:p>
            <a:r>
              <a:t>          "threshold": 0.6599999999999999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"accuracy": 0.8469773299748111,</a:t>
            </a:r>
          </a:p>
          <a:p>
            <a:r>
              <a:t>          "auc_prc": 0.16643672089942604,</a:t>
            </a:r>
          </a:p>
          <a:p>
            <a:r>
              <a:t>          "average_precision": 0.16793336521744062,</a:t>
            </a:r>
          </a:p>
          <a:p>
            <a:r>
              <a:t>          "balanced_accuracy": 0.6280310322243828,</a:t>
            </a:r>
          </a:p>
          <a:p>
            <a:r>
              <a:t>          "confusion_matrix": [</a:t>
            </a:r>
          </a:p>
          <a:p>
            <a:r>
              <a:t>            [</a:t>
            </a:r>
          </a:p>
          <a:p>
            <a:r>
              <a:t>              3918,</a:t>
            </a:r>
          </a:p>
          <a:p>
            <a:r>
              <a:t>              535</a:t>
            </a:r>
          </a:p>
          <a:p>
            <a:r>
              <a:t>            ],</a:t>
            </a:r>
          </a:p>
          <a:p>
            <a:r>
              <a:t>            [</a:t>
            </a:r>
          </a:p>
          <a:p>
            <a:r>
              <a:t>              194,</a:t>
            </a:r>
          </a:p>
          <a:p>
            <a:r>
              <a:t>              117</a:t>
            </a:r>
          </a:p>
          <a:p>
            <a:r>
              <a:t>            ]</a:t>
            </a:r>
          </a:p>
          <a:p>
            <a:r>
              <a:t>          ],</a:t>
            </a:r>
          </a:p>
          <a:p>
            <a:r>
              <a:t>          "f1": 0.2429906542056075,</a:t>
            </a:r>
          </a:p>
          <a:p>
            <a:r>
              <a:t>          "first_sprint_entry": "2019-12-16T12:37:11",</a:t>
            </a:r>
          </a:p>
          <a:p>
            <a:r>
              <a:t>          "last_sprint_entry": "2021-09-29T05:39:56",</a:t>
            </a:r>
          </a:p>
          <a:p>
            <a:r>
              <a:t>          "positive_count": 311,</a:t>
            </a:r>
          </a:p>
          <a:p>
            <a:r>
              <a:t>          "positive_rate": 0.06528127623845507,</a:t>
            </a:r>
          </a:p>
          <a:p>
            <a:r>
              <a:t>          "precision": 0.1794478527607362,</a:t>
            </a:r>
          </a:p>
          <a:p>
            <a:r>
              <a:t>          "recall": 0.3762057877813505,</a:t>
            </a:r>
          </a:p>
          <a:p>
            <a:r>
              <a:t>          "roc_auc": 0.7240626103432565,</a:t>
            </a:r>
          </a:p>
          <a:p>
            <a:r>
              <a:t>          "row_count": 4764,</a:t>
            </a:r>
          </a:p>
          <a:p>
            <a:r>
              <a:t>          "threshold": 0.6599999999999999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"metadata": {</a:t>
            </a:r>
          </a:p>
          <a:p>
            <a:r>
              <a:t>        "best_validation_log_loss": 0.6159776814100205,</a:t>
            </a:r>
          </a:p>
          <a:p>
            <a:r>
              <a:t>        "created_at_utc": "2026-09-24T18:24:43.504944+00:00",</a:t>
            </a:r>
          </a:p>
          <a:p>
            <a:r>
              <a:t>        "data_root": "/home/yakovelm/Master/Tasks/evaluate-logistic-instability-model/cluster_runs/20260924-212357-961761/all/results/input_layout",</a:t>
            </a:r>
          </a:p>
          <a:p>
            <a:r>
              <a:t>        "feature_policy": "pre_sprint_only",</a:t>
            </a:r>
          </a:p>
          <a:p>
            <a:r>
              <a:t>        "label_column": "is_change_text_num_words_20",</a:t>
            </a:r>
          </a:p>
          <a:p>
            <a:r>
              <a:t>        "model": "dependency_light_logistic_regression",</a:t>
            </a:r>
          </a:p>
          <a:p>
            <a:r>
              <a:t>        "project": "all",</a:t>
            </a:r>
          </a:p>
          <a:p>
            <a:r>
              <a:t>        "selected_threshold": 0.6599999999999999,</a:t>
            </a:r>
          </a:p>
          <a:p>
            <a:r>
              <a:t>        "split_strategy": "chronological_60_20_20",</a:t>
            </a:r>
          </a:p>
          <a:p>
            <a:r>
              <a:t>        "threshold_strategy": "maximum_validation_f1",</a:t>
            </a:r>
          </a:p>
          <a:p>
            <a:r>
              <a:t>        "training_iterations": 2000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"spec": {</a:t>
            </a:r>
          </a:p>
          <a:p>
            <a:r>
              <a:t>    "experiment": "Pooled logistic experiment (#365)",</a:t>
            </a:r>
          </a:p>
          <a:p>
            <a:r>
              <a:t>    "task": "How well does a simple logistic model predict newer issues from older multi-repository data, using the pooled split?",</a:t>
            </a:r>
          </a:p>
          <a:p>
            <a:r>
              <a:t>    "why": [</a:t>
            </a:r>
          </a:p>
          <a:p>
            <a:r>
              <a:t>      "A separate model family, not another baseline-versus-refactored pair.",</a:t>
            </a:r>
          </a:p>
          <a:p>
            <a:r>
              <a:t>      "One grouped job succeeded; four levels (5, 10, 15, 20) and four outputs.",</a:t>
            </a:r>
          </a:p>
          <a:p>
            <a:r>
              <a:t>      "Same validation/test issue-key and label order, and feature transformer, as #358.",</a:t>
            </a:r>
          </a:p>
          <a:p>
            <a:r>
              <a:t>      "Training uses class weights; model selection uses balanced validation log loss."</a:t>
            </a:r>
          </a:p>
          <a:p>
            <a:r>
              <a:t>    ],</a:t>
            </a:r>
          </a:p>
          <a:p>
            <a:r>
              <a:t>    "conclusions": {</a:t>
            </a:r>
          </a:p>
          <a:p>
            <a:r>
              <a:t>      "findings": [</a:t>
            </a:r>
          </a:p>
          <a:p>
            <a:r>
              <a:t>        "Four complete logistic results. AUC-PRC: 0.1454 / 0.1157 / 0.1027 / 0.0820.",</a:t>
            </a:r>
          </a:p>
          <a:p>
            <a:r>
              <a:t>        "Level 5: precision 13.12%, recall 56.15%, and accuracy 56.03%.",</a:t>
            </a:r>
          </a:p>
          <a:p>
            <a:r>
              <a:t>        "At level 5, always-stable accuracy is 89.42%; accuracy alone is misleading.",</a:t>
            </a:r>
          </a:p>
          <a:p>
            <a:r>
              <a:t>        "One logistic variant only: this run cannot isolate the effect of balancing."</a:t>
            </a:r>
          </a:p>
          <a:p>
            <a:r>
              <a:t>      ],</a:t>
            </a:r>
          </a:p>
          <a:p>
            <a:r>
              <a:t>      "next_steps": [</a:t>
            </a:r>
          </a:p>
          <a:p>
            <a:r>
              <a:t>        "Shared evaluation rows with #358 make score comparisons useful, but selection policies differ.",</a:t>
            </a:r>
          </a:p>
          <a:p>
            <a:r>
              <a:t>        "Logistic uses balanced validation log loss; #358 selects by validation AUC-PRC.",</a:t>
            </a:r>
          </a:p>
          <a:p>
            <a:r>
              <a:t>        "Qt and Apache supply 94.6% of test rows; no Hyperledger or IntelDAOS test rows.",</a:t>
            </a:r>
          </a:p>
          <a:p>
            <a:r>
              <a:t>        "No original historical pipeline replay and no statistical-significance claim."</a:t>
            </a:r>
          </a:p>
          <a:p>
            <a:r>
              <a:t>      ]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https://github.com/yakovelmaleh/Master/pull/365</a:t>
            </a:r>
          </a:p>
          <a:p>
            <a:r>
              <a:t>Artifact commit: 05384024a0abf96b2b60f786f4e5a63ba584aa7e</a:t>
            </a:r>
          </a:p>
          <a:p>
            <a:r>
              <a:t>Bundle: Tasks/task-summaries/evaluate-logistic-instability-model-20260927-144611</a:t>
            </a:r>
          </a:p>
          <a:p>
            <a:r>
              <a:t>Cluster run: 20260924-212357-961761; appended September 27, 2026.</a:t>
            </a:r>
          </a:p>
          <a:p>
            <a:r>
              <a:t>RESULTS.csv and per-level metrics.json provide reported metrics. Bundled unstable_model/model.py confirms class-weighted training AND balanced validation log loss for selecting the saved iterate. Reported validation/test metrics are unweighted. This is not training-only weighting for model selection.</a:t>
            </a:r>
          </a:p>
          <a:p>
            <a:r>
              <a:t>Compared each level's validation/test prediction issue-key and label sequence with #358's row files and checked feature_transformer.json equality. Metrics were not independently recomputed from predictions.</a:t>
            </a:r>
          </a:p>
          <a:p>
            <a:r>
              <a:t>{</a:t>
            </a:r>
          </a:p>
          <a:p>
            <a:r>
              <a:t>  "results": [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"5",</a:t>
            </a:r>
          </a:p>
          <a:p>
            <a:r>
              <a:t>      "model": "Logistic",</a:t>
            </a:r>
          </a:p>
          <a:p>
            <a:r>
              <a:t>      "variant": "logistic",</a:t>
            </a:r>
          </a:p>
          <a:p>
            <a:r>
              <a:t>      "auc_prc": "0.14535984147275113",</a:t>
            </a:r>
          </a:p>
          <a:p>
            <a:r>
              <a:t>      "average_precision": "0.14625514307800166",</a:t>
            </a:r>
          </a:p>
          <a:p>
            <a:r>
              <a:t>      "accuracy": "0.5603357817418678",</a:t>
            </a:r>
          </a:p>
          <a:p>
            <a:r>
              <a:t>      "roc_auc": "0.5933284719661157",</a:t>
            </a:r>
          </a:p>
          <a:p>
            <a:r>
              <a:t>      "precision": "0.1312007417709782",</a:t>
            </a:r>
          </a:p>
          <a:p>
            <a:r>
              <a:t>      "recall": "0.5615079365079365",</a:t>
            </a:r>
          </a:p>
          <a:p>
            <a:r>
              <a:t>      "f1": "0.2127019917324314",</a:t>
            </a:r>
          </a:p>
          <a:p>
            <a:r>
              <a:t>      "row_count": "4765",</a:t>
            </a:r>
          </a:p>
          <a:p>
            <a:r>
              <a:t>      "positive_rate": "0.10577124868835257",</a:t>
            </a:r>
          </a:p>
          <a:p>
            <a:r>
              <a:t>      "metrics_path": "artifacts/cluster-run/all/results/model/words_5/Logistic/logistic/all_words_5/metrics.json"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"10",</a:t>
            </a:r>
          </a:p>
          <a:p>
            <a:r>
              <a:t>      "model": "Logistic",</a:t>
            </a:r>
          </a:p>
          <a:p>
            <a:r>
              <a:t>      "variant": "logistic",</a:t>
            </a:r>
          </a:p>
          <a:p>
            <a:r>
              <a:t>      "auc_prc": "0.11572853001254729",</a:t>
            </a:r>
          </a:p>
          <a:p>
            <a:r>
              <a:t>      "average_precision": "0.11713403217536625",</a:t>
            </a:r>
          </a:p>
          <a:p>
            <a:r>
              <a:t>      "accuracy": "0.8451206715634837",</a:t>
            </a:r>
          </a:p>
          <a:p>
            <a:r>
              <a:t>      "roc_auc": "0.6493049203049203",</a:t>
            </a:r>
          </a:p>
          <a:p>
            <a:r>
              <a:t>      "precision": "0.11829944547134935",</a:t>
            </a:r>
          </a:p>
          <a:p>
            <a:r>
              <a:t>      "recall": "0.19692307692307692",</a:t>
            </a:r>
          </a:p>
          <a:p>
            <a:r>
              <a:t>      "f1": "0.14780600461893764",</a:t>
            </a:r>
          </a:p>
          <a:p>
            <a:r>
              <a:t>      "row_count": "4765",</a:t>
            </a:r>
          </a:p>
          <a:p>
            <a:r>
              <a:t>      "positive_rate": "0.06820566631689402",</a:t>
            </a:r>
          </a:p>
          <a:p>
            <a:r>
              <a:t>      "metrics_path": "artifacts/cluster-run/all/results/model/words_10/Logistic/logistic/all_words_10/metrics.json"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"15",</a:t>
            </a:r>
          </a:p>
          <a:p>
            <a:r>
              <a:t>      "model": "Logistic",</a:t>
            </a:r>
          </a:p>
          <a:p>
            <a:r>
              <a:t>      "variant": "logistic",</a:t>
            </a:r>
          </a:p>
          <a:p>
            <a:r>
              <a:t>      "auc_prc": "0.102745000742449",</a:t>
            </a:r>
          </a:p>
          <a:p>
            <a:r>
              <a:t>      "average_precision": "0.10440552662302127",</a:t>
            </a:r>
          </a:p>
          <a:p>
            <a:r>
              <a:t>      "accuracy": "0.8627492130115425",</a:t>
            </a:r>
          </a:p>
          <a:p>
            <a:r>
              <a:t>      "roc_auc": "0.6911620626151013",</a:t>
            </a:r>
          </a:p>
          <a:p>
            <a:r>
              <a:t>      "precision": "0.10646387832699619",</a:t>
            </a:r>
          </a:p>
          <a:p>
            <a:r>
              <a:t>      "recall": "0.23333333333333334",</a:t>
            </a:r>
          </a:p>
          <a:p>
            <a:r>
              <a:t>      "f1": "0.1462140992167102",</a:t>
            </a:r>
          </a:p>
          <a:p>
            <a:r>
              <a:t>      "row_count": "4765",</a:t>
            </a:r>
          </a:p>
          <a:p>
            <a:r>
              <a:t>      "positive_rate": "0.05036726128016789",</a:t>
            </a:r>
          </a:p>
          <a:p>
            <a:r>
              <a:t>      "metrics_path": "artifacts/cluster-run/all/results/model/words_15/Logistic/logistic/all_words_15/metrics.json"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"20",</a:t>
            </a:r>
          </a:p>
          <a:p>
            <a:r>
              <a:t>      "model": "Logistic",</a:t>
            </a:r>
          </a:p>
          <a:p>
            <a:r>
              <a:t>      "variant": "logistic",</a:t>
            </a:r>
          </a:p>
          <a:p>
            <a:r>
              <a:t>      "auc_prc": "0.0820352506791452",</a:t>
            </a:r>
          </a:p>
          <a:p>
            <a:r>
              <a:t>      "average_precision": "0.084115513616915",</a:t>
            </a:r>
          </a:p>
          <a:p>
            <a:r>
              <a:t>      "accuracy": "0.8891920251836306",</a:t>
            </a:r>
          </a:p>
          <a:p>
            <a:r>
              <a:t>      "roc_auc": "0.6778788371331702",</a:t>
            </a:r>
          </a:p>
          <a:p>
            <a:r>
              <a:t>      "precision": "0.09785202863961814",</a:t>
            </a:r>
          </a:p>
          <a:p>
            <a:r>
              <a:t>      "recall": "0.21465968586387435",</a:t>
            </a:r>
          </a:p>
          <a:p>
            <a:r>
              <a:t>      "f1": "0.13442622950819674",</a:t>
            </a:r>
          </a:p>
          <a:p>
            <a:r>
              <a:t>      "row_count": "4765",</a:t>
            </a:r>
          </a:p>
          <a:p>
            <a:r>
              <a:t>      "positive_rate": "0.04008394543546694",</a:t>
            </a:r>
          </a:p>
          <a:p>
            <a:r>
              <a:t>      "metrics_path": "artifacts/cluster-run/all/results/model/words_20/Logistic/logistic/all_words_20/metrics.json"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"details": {</a:t>
            </a:r>
          </a:p>
          <a:p>
            <a:r>
              <a:t>    "5": {</a:t>
            </a:r>
          </a:p>
          <a:p>
            <a:r>
              <a:t>      "metrics": {</a:t>
            </a:r>
          </a:p>
          <a:p>
            <a:r>
              <a:t>        "test": {</a:t>
            </a:r>
          </a:p>
          <a:p>
            <a:r>
              <a:t>          "accuracy": 0.5603357817418678,</a:t>
            </a:r>
          </a:p>
          <a:p>
            <a:r>
              <a:t>          "auc_prc": 0.14535984147275113,</a:t>
            </a:r>
          </a:p>
          <a:p>
            <a:r>
              <a:t>          "average_precision": 0.14625514307800166,</a:t>
            </a:r>
          </a:p>
          <a:p>
            <a:r>
              <a:t>          "balanced_accuracy": 0.5608525366651393,</a:t>
            </a:r>
          </a:p>
          <a:p>
            <a:r>
              <a:t>          "confusion_matrix": [</a:t>
            </a:r>
          </a:p>
          <a:p>
            <a:r>
              <a:t>            [</a:t>
            </a:r>
          </a:p>
          <a:p>
            <a:r>
              <a:t>              2387,</a:t>
            </a:r>
          </a:p>
          <a:p>
            <a:r>
              <a:t>              1874</a:t>
            </a:r>
          </a:p>
          <a:p>
            <a:r>
              <a:t>            ],</a:t>
            </a:r>
          </a:p>
          <a:p>
            <a:r>
              <a:t>            [</a:t>
            </a:r>
          </a:p>
          <a:p>
            <a:r>
              <a:t>              221,</a:t>
            </a:r>
          </a:p>
          <a:p>
            <a:r>
              <a:t>              283</a:t>
            </a:r>
          </a:p>
          <a:p>
            <a:r>
              <a:t>            ]</a:t>
            </a:r>
          </a:p>
          <a:p>
            <a:r>
              <a:t>          ],</a:t>
            </a:r>
          </a:p>
          <a:p>
            <a:r>
              <a:t>          "f1": 0.2127019917324314,</a:t>
            </a:r>
          </a:p>
          <a:p>
            <a:r>
              <a:t>          "first_sprint_entry": "2021-09-29T05:43:37",</a:t>
            </a:r>
          </a:p>
          <a:p>
            <a:r>
              <a:t>          "last_sprint_entry": "2023-04-27T18:22:56",</a:t>
            </a:r>
          </a:p>
          <a:p>
            <a:r>
              <a:t>          "positive_count": 504,</a:t>
            </a:r>
          </a:p>
          <a:p>
            <a:r>
              <a:t>          "positive_rate": 0.10577124868835257,</a:t>
            </a:r>
          </a:p>
          <a:p>
            <a:r>
              <a:t>          "precision": 0.1312007417709782,</a:t>
            </a:r>
          </a:p>
          <a:p>
            <a:r>
              <a:t>          "recall": 0.5615079365079365,</a:t>
            </a:r>
          </a:p>
          <a:p>
            <a:r>
              <a:t>          "roc_auc": 0.5933284719661157,</a:t>
            </a:r>
          </a:p>
          <a:p>
            <a:r>
              <a:t>          "row_count": 4765,</a:t>
            </a:r>
          </a:p>
          <a:p>
            <a:r>
              <a:t>          "threshold": 0.43999999999999995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"accuracy": 0.5380256069404603,</a:t>
            </a:r>
          </a:p>
          <a:p>
            <a:r>
              <a:t>          "auc_prc": 0.3094541536421892,</a:t>
            </a:r>
          </a:p>
          <a:p>
            <a:r>
              <a:t>          "average_precision": 0.3098333425789474,</a:t>
            </a:r>
          </a:p>
          <a:p>
            <a:r>
              <a:t>          "balanced_accuracy": 0.6421325368674757,</a:t>
            </a:r>
          </a:p>
          <a:p>
            <a:r>
              <a:t>          "confusion_matrix": [</a:t>
            </a:r>
          </a:p>
          <a:p>
            <a:r>
              <a:t>            [</a:t>
            </a:r>
          </a:p>
          <a:p>
            <a:r>
              <a:t>              6020,</a:t>
            </a:r>
          </a:p>
          <a:p>
            <a:r>
              <a:t>              6159</a:t>
            </a:r>
          </a:p>
          <a:p>
            <a:r>
              <a:t>            ],</a:t>
            </a:r>
          </a:p>
          <a:p>
            <a:r>
              <a:t>            [</a:t>
            </a:r>
          </a:p>
          <a:p>
            <a:r>
              <a:t>              444,</a:t>
            </a:r>
          </a:p>
          <a:p>
            <a:r>
              <a:t>              1670</a:t>
            </a:r>
          </a:p>
          <a:p>
            <a:r>
              <a:t>            ]</a:t>
            </a:r>
          </a:p>
          <a:p>
            <a:r>
              <a:t>          ],</a:t>
            </a:r>
          </a:p>
          <a:p>
            <a:r>
              <a:t>          "f1": 0.33591471386905364,</a:t>
            </a:r>
          </a:p>
          <a:p>
            <a:r>
              <a:t>          "first_sprint_entry": "2006-08-23T06:57:12",</a:t>
            </a:r>
          </a:p>
          <a:p>
            <a:r>
              <a:t>          "last_sprint_entry": "2019-12-16T10:53:39",</a:t>
            </a:r>
          </a:p>
          <a:p>
            <a:r>
              <a:t>          "positive_count": 2114,</a:t>
            </a:r>
          </a:p>
          <a:p>
            <a:r>
              <a:t>          "positive_rate": 0.1479045686699783,</a:t>
            </a:r>
          </a:p>
          <a:p>
            <a:r>
              <a:t>          "precision": 0.21330949035636734,</a:t>
            </a:r>
          </a:p>
          <a:p>
            <a:r>
              <a:t>          "recall": 0.7899716177861873,</a:t>
            </a:r>
          </a:p>
          <a:p>
            <a:r>
              <a:t>          "roc_auc": 0.7137426870375617,</a:t>
            </a:r>
          </a:p>
          <a:p>
            <a:r>
              <a:t>          "row_count": 14293,</a:t>
            </a:r>
          </a:p>
          <a:p>
            <a:r>
              <a:t>          "threshold": 0.43999999999999995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"accuracy": 0.49727120067170444,</a:t>
            </a:r>
          </a:p>
          <a:p>
            <a:r>
              <a:t>          "auc_prc": 0.19501192951004834,</a:t>
            </a:r>
          </a:p>
          <a:p>
            <a:r>
              <a:t>          "average_precision": 0.1959651311767903,</a:t>
            </a:r>
          </a:p>
          <a:p>
            <a:r>
              <a:t>          "balanced_accuracy": 0.6199804489403726,</a:t>
            </a:r>
          </a:p>
          <a:p>
            <a:r>
              <a:t>          "confusion_matrix": [</a:t>
            </a:r>
          </a:p>
          <a:p>
            <a:r>
              <a:t>            [</a:t>
            </a:r>
          </a:p>
          <a:p>
            <a:r>
              <a:t>              1922,</a:t>
            </a:r>
          </a:p>
          <a:p>
            <a:r>
              <a:t>              2270</a:t>
            </a:r>
          </a:p>
          <a:p>
            <a:r>
              <a:t>            ],</a:t>
            </a:r>
          </a:p>
          <a:p>
            <a:r>
              <a:t>            [</a:t>
            </a:r>
          </a:p>
          <a:p>
            <a:r>
              <a:t>              125,</a:t>
            </a:r>
          </a:p>
          <a:p>
            <a:r>
              <a:t>              447</a:t>
            </a:r>
          </a:p>
          <a:p>
            <a:r>
              <a:t>            ]</a:t>
            </a:r>
          </a:p>
          <a:p>
            <a:r>
              <a:t>          ],</a:t>
            </a:r>
          </a:p>
          <a:p>
            <a:r>
              <a:t>          "f1": 0.2718151413803588,</a:t>
            </a:r>
          </a:p>
          <a:p>
            <a:r>
              <a:t>          "first_sprint_entry": "2019-12-16T12:37:11",</a:t>
            </a:r>
          </a:p>
          <a:p>
            <a:r>
              <a:t>          "last_sprint_entry": "2021-09-29T05:39:56",</a:t>
            </a:r>
          </a:p>
          <a:p>
            <a:r>
              <a:t>          "positive_count": 572,</a:t>
            </a:r>
          </a:p>
          <a:p>
            <a:r>
              <a:t>          "positive_rate": 0.1200671704450042,</a:t>
            </a:r>
          </a:p>
          <a:p>
            <a:r>
              <a:t>          "precision": 0.16451969083548032,</a:t>
            </a:r>
          </a:p>
          <a:p>
            <a:r>
              <a:t>          "recall": 0.7814685314685315,</a:t>
            </a:r>
          </a:p>
          <a:p>
            <a:r>
              <a:t>          "roc_auc": 0.6575549331393797,</a:t>
            </a:r>
          </a:p>
          <a:p>
            <a:r>
              <a:t>          "row_count": 4764,</a:t>
            </a:r>
          </a:p>
          <a:p>
            <a:r>
              <a:t>          "threshold": 0.43999999999999995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"metadata": {</a:t>
            </a:r>
          </a:p>
          <a:p>
            <a:r>
              <a:t>        "best_validation_log_loss": 0.6588614183993736,</a:t>
            </a:r>
          </a:p>
          <a:p>
            <a:r>
              <a:t>        "created_at_utc": "2026-09-24T18:24:19.373813+00:00",</a:t>
            </a:r>
          </a:p>
          <a:p>
            <a:r>
              <a:t>        "data_root": "/home/yakovelm/Master/Tasks/evaluate-logistic-instability-model/cluster_runs/20260924-212357-961761/all/results/input_layout",</a:t>
            </a:r>
          </a:p>
          <a:p>
            <a:r>
              <a:t>        "feature_policy": "pre_sprint_only",</a:t>
            </a:r>
          </a:p>
          <a:p>
            <a:r>
              <a:t>        "label_column": "is_change_text_num_words_5",</a:t>
            </a:r>
          </a:p>
          <a:p>
            <a:r>
              <a:t>        "model": "dependency_light_logistic_regression",</a:t>
            </a:r>
          </a:p>
          <a:p>
            <a:r>
              <a:t>        "project": "all",</a:t>
            </a:r>
          </a:p>
          <a:p>
            <a:r>
              <a:t>        "selected_threshold": 0.43999999999999995,</a:t>
            </a:r>
          </a:p>
          <a:p>
            <a:r>
              <a:t>        "split_strategy": "chronological_60_20_20",</a:t>
            </a:r>
          </a:p>
          <a:p>
            <a:r>
              <a:t>        "threshold_strategy": "maximum_validation_f1",</a:t>
            </a:r>
          </a:p>
          <a:p>
            <a:r>
              <a:t>        "training_iterations": 2000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"10": {</a:t>
            </a:r>
          </a:p>
          <a:p>
            <a:r>
              <a:t>      "metrics": {</a:t>
            </a:r>
          </a:p>
          <a:p>
            <a:r>
              <a:t>        "test": {</a:t>
            </a:r>
          </a:p>
          <a:p>
            <a:r>
              <a:t>          "accuracy": 0.8451206715634837,</a:t>
            </a:r>
          </a:p>
          <a:p>
            <a:r>
              <a:t>          "auc_prc": 0.11572853001254729,</a:t>
            </a:r>
          </a:p>
          <a:p>
            <a:r>
              <a:t>          "average_precision": 0.11713403217536625,</a:t>
            </a:r>
          </a:p>
          <a:p>
            <a:r>
              <a:t>          "balanced_accuracy": 0.5447453222453222,</a:t>
            </a:r>
          </a:p>
          <a:p>
            <a:r>
              <a:t>          "confusion_matrix": [</a:t>
            </a:r>
          </a:p>
          <a:p>
            <a:r>
              <a:t>            [</a:t>
            </a:r>
          </a:p>
          <a:p>
            <a:r>
              <a:t>              3963,</a:t>
            </a:r>
          </a:p>
          <a:p>
            <a:r>
              <a:t>              477</a:t>
            </a:r>
          </a:p>
          <a:p>
            <a:r>
              <a:t>            ],</a:t>
            </a:r>
          </a:p>
          <a:p>
            <a:r>
              <a:t>            [</a:t>
            </a:r>
          </a:p>
          <a:p>
            <a:r>
              <a:t>              261,</a:t>
            </a:r>
          </a:p>
          <a:p>
            <a:r>
              <a:t>              64</a:t>
            </a:r>
          </a:p>
          <a:p>
            <a:r>
              <a:t>            ]</a:t>
            </a:r>
          </a:p>
          <a:p>
            <a:r>
              <a:t>          ],</a:t>
            </a:r>
          </a:p>
          <a:p>
            <a:r>
              <a:t>          "f1": 0.14780600461893764,</a:t>
            </a:r>
          </a:p>
          <a:p>
            <a:r>
              <a:t>          "first_sprint_entry": "2021-09-29T05:43:37",</a:t>
            </a:r>
          </a:p>
          <a:p>
            <a:r>
              <a:t>          "last_sprint_entry": "2023-04-27T18:22:56",</a:t>
            </a:r>
          </a:p>
          <a:p>
            <a:r>
              <a:t>          "positive_count": 325,</a:t>
            </a:r>
          </a:p>
          <a:p>
            <a:r>
              <a:t>          "positive_rate": 0.06820566631689402,</a:t>
            </a:r>
          </a:p>
          <a:p>
            <a:r>
              <a:t>          "precision": 0.11829944547134935,</a:t>
            </a:r>
          </a:p>
          <a:p>
            <a:r>
              <a:t>          "recall": 0.19692307692307692,</a:t>
            </a:r>
          </a:p>
          <a:p>
            <a:r>
              <a:t>          "roc_auc": 0.6493049203049203,</a:t>
            </a:r>
          </a:p>
          <a:p>
            <a:r>
              <a:t>          "row_count": 4765,</a:t>
            </a:r>
          </a:p>
          <a:p>
            <a:r>
              <a:t>          "threshold": 0.62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"accuracy": 0.8110963408661582,</a:t>
            </a:r>
          </a:p>
          <a:p>
            <a:r>
              <a:t>          "auc_prc": 0.2839722723313618,</a:t>
            </a:r>
          </a:p>
          <a:p>
            <a:r>
              <a:t>          "average_precision": 0.28448303940613523,</a:t>
            </a:r>
          </a:p>
          <a:p>
            <a:r>
              <a:t>          "balanced_accuracy": 0.6371093715384288,</a:t>
            </a:r>
          </a:p>
          <a:p>
            <a:r>
              <a:t>          "confusion_matrix": [</a:t>
            </a:r>
          </a:p>
          <a:p>
            <a:r>
              <a:t>            [</a:t>
            </a:r>
          </a:p>
          <a:p>
            <a:r>
              <a:t>              10897,</a:t>
            </a:r>
          </a:p>
          <a:p>
            <a:r>
              <a:t>              1693</a:t>
            </a:r>
          </a:p>
          <a:p>
            <a:r>
              <a:t>            ],</a:t>
            </a:r>
          </a:p>
          <a:p>
            <a:r>
              <a:t>            [</a:t>
            </a:r>
          </a:p>
          <a:p>
            <a:r>
              <a:t>              1007,</a:t>
            </a:r>
          </a:p>
          <a:p>
            <a:r>
              <a:t>              696</a:t>
            </a:r>
          </a:p>
          <a:p>
            <a:r>
              <a:t>            ]</a:t>
            </a:r>
          </a:p>
          <a:p>
            <a:r>
              <a:t>          ],</a:t>
            </a:r>
          </a:p>
          <a:p>
            <a:r>
              <a:t>          "f1": 0.3401759530791789,</a:t>
            </a:r>
          </a:p>
          <a:p>
            <a:r>
              <a:t>          "first_sprint_entry": "2006-08-23T06:57:12",</a:t>
            </a:r>
          </a:p>
          <a:p>
            <a:r>
              <a:t>          "last_sprint_entry": "2019-12-16T10:53:39",</a:t>
            </a:r>
          </a:p>
          <a:p>
            <a:r>
              <a:t>          "positive_count": 1703,</a:t>
            </a:r>
          </a:p>
          <a:p>
            <a:r>
              <a:t>          "positive_rate": 0.11914923389071573,</a:t>
            </a:r>
          </a:p>
          <a:p>
            <a:r>
              <a:t>          "precision": 0.29133528673084974,</a:t>
            </a:r>
          </a:p>
          <a:p>
            <a:r>
              <a:t>          "recall": 0.40869054609512623,</a:t>
            </a:r>
          </a:p>
          <a:p>
            <a:r>
              <a:t>          "roc_auc": 0.7439611543801832,</a:t>
            </a:r>
          </a:p>
          <a:p>
            <a:r>
              <a:t>          "row_count": 14293,</a:t>
            </a:r>
          </a:p>
          <a:p>
            <a:r>
              <a:t>          "threshold": 0.62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"accuracy": 0.8012174643157011,</a:t>
            </a:r>
          </a:p>
          <a:p>
            <a:r>
              <a:t>          "auc_prc": 0.1677905337757753,</a:t>
            </a:r>
          </a:p>
          <a:p>
            <a:r>
              <a:t>          "average_precision": 0.16886438540037463,</a:t>
            </a:r>
          </a:p>
          <a:p>
            <a:r>
              <a:t>          "balanced_accuracy": 0.5884290930888568,</a:t>
            </a:r>
          </a:p>
          <a:p>
            <a:r>
              <a:t>          "confusion_matrix": [</a:t>
            </a:r>
          </a:p>
          <a:p>
            <a:r>
              <a:t>            [</a:t>
            </a:r>
          </a:p>
          <a:p>
            <a:r>
              <a:t>              3670,</a:t>
            </a:r>
          </a:p>
          <a:p>
            <a:r>
              <a:t>              643</a:t>
            </a:r>
          </a:p>
          <a:p>
            <a:r>
              <a:t>            ],</a:t>
            </a:r>
          </a:p>
          <a:p>
            <a:r>
              <a:t>            [</a:t>
            </a:r>
          </a:p>
          <a:p>
            <a:r>
              <a:t>              304,</a:t>
            </a:r>
          </a:p>
          <a:p>
            <a:r>
              <a:t>              147</a:t>
            </a:r>
          </a:p>
          <a:p>
            <a:r>
              <a:t>            ]</a:t>
            </a:r>
          </a:p>
          <a:p>
            <a:r>
              <a:t>          ],</a:t>
            </a:r>
          </a:p>
          <a:p>
            <a:r>
              <a:t>          "f1": 0.23690572119258663,</a:t>
            </a:r>
          </a:p>
          <a:p>
            <a:r>
              <a:t>          "first_sprint_entry": "2019-12-16T12:37:11",</a:t>
            </a:r>
          </a:p>
          <a:p>
            <a:r>
              <a:t>          "last_sprint_entry": "2021-09-29T05:39:56",</a:t>
            </a:r>
          </a:p>
          <a:p>
            <a:r>
              <a:t>          "positive_count": 451,</a:t>
            </a:r>
          </a:p>
          <a:p>
            <a:r>
              <a:t>          "positive_rate": 0.09466834592779177,</a:t>
            </a:r>
          </a:p>
          <a:p>
            <a:r>
              <a:t>          "precision": 0.1860759493670886,</a:t>
            </a:r>
          </a:p>
          <a:p>
            <a:r>
              <a:t>          "recall": 0.3259423503325942,</a:t>
            </a:r>
          </a:p>
          <a:p>
            <a:r>
              <a:t>          "roc_auc": 0.6717431906734809,</a:t>
            </a:r>
          </a:p>
          <a:p>
            <a:r>
              <a:t>          "row_count": 4764,</a:t>
            </a:r>
          </a:p>
          <a:p>
            <a:r>
              <a:t>          "threshold": 0.62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"metadata": {</a:t>
            </a:r>
          </a:p>
          <a:p>
            <a:r>
              <a:t>        "best_validation_log_loss": 0.6478569122231016,</a:t>
            </a:r>
          </a:p>
          <a:p>
            <a:r>
              <a:t>        "created_at_utc": "2026-09-24T18:24:25.416484+00:00",</a:t>
            </a:r>
          </a:p>
          <a:p>
            <a:r>
              <a:t>        "data_root": "/home/yakovelm/Master/Tasks/evaluate-logistic-instability-model/cluster_runs/20260924-212357-961761/all/results/input_layout",</a:t>
            </a:r>
          </a:p>
          <a:p>
            <a:r>
              <a:t>        "feature_policy": "pre_sprint_only",</a:t>
            </a:r>
          </a:p>
          <a:p>
            <a:r>
              <a:t>        "label_column": "is_change_text_num_words_10",</a:t>
            </a:r>
          </a:p>
          <a:p>
            <a:r>
              <a:t>        "model": "dependency_light_logistic_regression",</a:t>
            </a:r>
          </a:p>
          <a:p>
            <a:r>
              <a:t>        "project": "all",</a:t>
            </a:r>
          </a:p>
          <a:p>
            <a:r>
              <a:t>        "selected_threshold": 0.62,</a:t>
            </a:r>
          </a:p>
          <a:p>
            <a:r>
              <a:t>        "split_strategy": "chronological_60_20_20",</a:t>
            </a:r>
          </a:p>
          <a:p>
            <a:r>
              <a:t>        "threshold_strategy": "maximum_validation_f1",</a:t>
            </a:r>
          </a:p>
          <a:p>
            <a:r>
              <a:t>        "training_iterations": 1021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"15": {</a:t>
            </a:r>
          </a:p>
          <a:p>
            <a:r>
              <a:t>      "metrics": {</a:t>
            </a:r>
          </a:p>
          <a:p>
            <a:r>
              <a:t>        "test": {</a:t>
            </a:r>
          </a:p>
          <a:p>
            <a:r>
              <a:t>          "accuracy": 0.8627492130115425,</a:t>
            </a:r>
          </a:p>
          <a:p>
            <a:r>
              <a:t>          "auc_prc": 0.102745000742449,</a:t>
            </a:r>
          </a:p>
          <a:p>
            <a:r>
              <a:t>          "average_precision": 0.10440552662302127,</a:t>
            </a:r>
          </a:p>
          <a:p>
            <a:r>
              <a:t>          "balanced_accuracy": 0.5647329650092081,</a:t>
            </a:r>
          </a:p>
          <a:p>
            <a:r>
              <a:t>          "confusion_matrix": [</a:t>
            </a:r>
          </a:p>
          <a:p>
            <a:r>
              <a:t>            [</a:t>
            </a:r>
          </a:p>
          <a:p>
            <a:r>
              <a:t>              4055,</a:t>
            </a:r>
          </a:p>
          <a:p>
            <a:r>
              <a:t>              470</a:t>
            </a:r>
          </a:p>
          <a:p>
            <a:r>
              <a:t>            ],</a:t>
            </a:r>
          </a:p>
          <a:p>
            <a:r>
              <a:t>            [</a:t>
            </a:r>
          </a:p>
          <a:p>
            <a:r>
              <a:t>              184,</a:t>
            </a:r>
          </a:p>
          <a:p>
            <a:r>
              <a:t>              56</a:t>
            </a:r>
          </a:p>
          <a:p>
            <a:r>
              <a:t>            ]</a:t>
            </a:r>
          </a:p>
          <a:p>
            <a:r>
              <a:t>          ],</a:t>
            </a:r>
          </a:p>
          <a:p>
            <a:r>
              <a:t>          "f1": 0.1462140992167102,</a:t>
            </a:r>
          </a:p>
          <a:p>
            <a:r>
              <a:t>          "first_sprint_entry": "2021-09-29T05:43:37",</a:t>
            </a:r>
          </a:p>
          <a:p>
            <a:r>
              <a:t>          "last_sprint_entry": "2023-04-27T18:22:56",</a:t>
            </a:r>
          </a:p>
          <a:p>
            <a:r>
              <a:t>          "positive_count": 240,</a:t>
            </a:r>
          </a:p>
          <a:p>
            <a:r>
              <a:t>          "positive_rate": 0.05036726128016789,</a:t>
            </a:r>
          </a:p>
          <a:p>
            <a:r>
              <a:t>          "precision": 0.10646387832699619,</a:t>
            </a:r>
          </a:p>
          <a:p>
            <a:r>
              <a:t>          "recall": 0.23333333333333334,</a:t>
            </a:r>
          </a:p>
          <a:p>
            <a:r>
              <a:t>          "roc_auc": 0.6911620626151013,</a:t>
            </a:r>
          </a:p>
          <a:p>
            <a:r>
              <a:t>          "row_count": 4765,</a:t>
            </a:r>
          </a:p>
          <a:p>
            <a:r>
              <a:t>          "threshold": 0.63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"accuracy": 0.8267683481424474,</a:t>
            </a:r>
          </a:p>
          <a:p>
            <a:r>
              <a:t>          "auc_prc": 0.28265742183711456,</a:t>
            </a:r>
          </a:p>
          <a:p>
            <a:r>
              <a:t>          "average_precision": 0.283237502669219,</a:t>
            </a:r>
          </a:p>
          <a:p>
            <a:r>
              <a:t>          "balanced_accuracy": 0.6595636062002672,</a:t>
            </a:r>
          </a:p>
          <a:p>
            <a:r>
              <a:t>          "confusion_matrix": [</a:t>
            </a:r>
          </a:p>
          <a:p>
            <a:r>
              <a:t>            [</a:t>
            </a:r>
          </a:p>
          <a:p>
            <a:r>
              <a:t>              11164,</a:t>
            </a:r>
          </a:p>
          <a:p>
            <a:r>
              <a:t>              1677</a:t>
            </a:r>
          </a:p>
          <a:p>
            <a:r>
              <a:t>            ],</a:t>
            </a:r>
          </a:p>
          <a:p>
            <a:r>
              <a:t>            [</a:t>
            </a:r>
          </a:p>
          <a:p>
            <a:r>
              <a:t>              799,</a:t>
            </a:r>
          </a:p>
          <a:p>
            <a:r>
              <a:t>              653</a:t>
            </a:r>
          </a:p>
          <a:p>
            <a:r>
              <a:t>            ]</a:t>
            </a:r>
          </a:p>
          <a:p>
            <a:r>
              <a:t>          ],</a:t>
            </a:r>
          </a:p>
          <a:p>
            <a:r>
              <a:t>          "f1": 0.34531993654151244,</a:t>
            </a:r>
          </a:p>
          <a:p>
            <a:r>
              <a:t>          "first_sprint_entry": "2006-08-23T06:57:12",</a:t>
            </a:r>
          </a:p>
          <a:p>
            <a:r>
              <a:t>          "last_sprint_entry": "2019-12-16T10:53:39",</a:t>
            </a:r>
          </a:p>
          <a:p>
            <a:r>
              <a:t>          "positive_count": 1452,</a:t>
            </a:r>
          </a:p>
          <a:p>
            <a:r>
              <a:t>          "positive_rate": 0.10158819002308822,</a:t>
            </a:r>
          </a:p>
          <a:p>
            <a:r>
              <a:t>          "precision": 0.28025751072961375,</a:t>
            </a:r>
          </a:p>
          <a:p>
            <a:r>
              <a:t>          "recall": 0.4497245179063361,</a:t>
            </a:r>
          </a:p>
          <a:p>
            <a:r>
              <a:t>          "roc_auc": 0.771945835513527,</a:t>
            </a:r>
          </a:p>
          <a:p>
            <a:r>
              <a:t>          "row_count": 14293,</a:t>
            </a:r>
          </a:p>
          <a:p>
            <a:r>
              <a:t>          "threshold": 0.63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"accuracy": 0.809823677581864,</a:t>
            </a:r>
          </a:p>
          <a:p>
            <a:r>
              <a:t>          "auc_prc": 0.14476240112932143,</a:t>
            </a:r>
          </a:p>
          <a:p>
            <a:r>
              <a:t>          "average_precision": 0.14593108669953841,</a:t>
            </a:r>
          </a:p>
          <a:p>
            <a:r>
              <a:t>          "balanced_accuracy": 0.5933878621378621,</a:t>
            </a:r>
          </a:p>
          <a:p>
            <a:r>
              <a:t>          "confusion_matrix": [</a:t>
            </a:r>
          </a:p>
          <a:p>
            <a:r>
              <a:t>            [</a:t>
            </a:r>
          </a:p>
          <a:p>
            <a:r>
              <a:t>              3735,</a:t>
            </a:r>
          </a:p>
          <a:p>
            <a:r>
              <a:t>              665</a:t>
            </a:r>
          </a:p>
          <a:p>
            <a:r>
              <a:t>            ],</a:t>
            </a:r>
          </a:p>
          <a:p>
            <a:r>
              <a:t>            [</a:t>
            </a:r>
          </a:p>
          <a:p>
            <a:r>
              <a:t>              241,</a:t>
            </a:r>
          </a:p>
          <a:p>
            <a:r>
              <a:t>              123</a:t>
            </a:r>
          </a:p>
          <a:p>
            <a:r>
              <a:t>            ]</a:t>
            </a:r>
          </a:p>
          <a:p>
            <a:r>
              <a:t>          ],</a:t>
            </a:r>
          </a:p>
          <a:p>
            <a:r>
              <a:t>          "f1": 0.21354166666666666,</a:t>
            </a:r>
          </a:p>
          <a:p>
            <a:r>
              <a:t>          "first_sprint_entry": "2019-12-16T12:37:11",</a:t>
            </a:r>
          </a:p>
          <a:p>
            <a:r>
              <a:t>          "last_sprint_entry": "2021-09-29T05:39:56",</a:t>
            </a:r>
          </a:p>
          <a:p>
            <a:r>
              <a:t>          "positive_count": 364,</a:t>
            </a:r>
          </a:p>
          <a:p>
            <a:r>
              <a:t>          "positive_rate": 0.0764063811922754,</a:t>
            </a:r>
          </a:p>
          <a:p>
            <a:r>
              <a:t>          "precision": 0.15609137055837563,</a:t>
            </a:r>
          </a:p>
          <a:p>
            <a:r>
              <a:t>          "recall": 0.33791208791208793,</a:t>
            </a:r>
          </a:p>
          <a:p>
            <a:r>
              <a:t>          "roc_auc": 0.6830937812187812,</a:t>
            </a:r>
          </a:p>
          <a:p>
            <a:r>
              <a:t>          "row_count": 4764,</a:t>
            </a:r>
          </a:p>
          <a:p>
            <a:r>
              <a:t>          "threshold": 0.63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"metadata": {</a:t>
            </a:r>
          </a:p>
          <a:p>
            <a:r>
              <a:t>        "best_validation_log_loss": 0.64055446636352,</a:t>
            </a:r>
          </a:p>
          <a:p>
            <a:r>
              <a:t>        "created_at_utc": "2026-09-24T18:24:34.400871+00:00",</a:t>
            </a:r>
          </a:p>
          <a:p>
            <a:r>
              <a:t>        "data_root": "/home/yakovelm/Master/Tasks/evaluate-logistic-instability-model/cluster_runs/20260924-212357-961761/all/results/input_layout",</a:t>
            </a:r>
          </a:p>
          <a:p>
            <a:r>
              <a:t>        "feature_policy": "pre_sprint_only",</a:t>
            </a:r>
          </a:p>
          <a:p>
            <a:r>
              <a:t>        "label_column": "is_change_text_num_words_15",</a:t>
            </a:r>
          </a:p>
          <a:p>
            <a:r>
              <a:t>        "model": "dependency_light_logistic_regression",</a:t>
            </a:r>
          </a:p>
          <a:p>
            <a:r>
              <a:t>        "project": "all",</a:t>
            </a:r>
          </a:p>
          <a:p>
            <a:r>
              <a:t>        "selected_threshold": 0.63,</a:t>
            </a:r>
          </a:p>
          <a:p>
            <a:r>
              <a:t>        "split_strategy": "chronological_60_20_20",</a:t>
            </a:r>
          </a:p>
          <a:p>
            <a:r>
              <a:t>        "threshold_strategy": "maximum_validation_f1",</a:t>
            </a:r>
          </a:p>
          <a:p>
            <a:r>
              <a:t>        "training_iterations": 2000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"20": {</a:t>
            </a:r>
          </a:p>
          <a:p>
            <a:r>
              <a:t>      "metrics": {</a:t>
            </a:r>
          </a:p>
          <a:p>
            <a:r>
              <a:t>        "test": {</a:t>
            </a:r>
          </a:p>
          <a:p>
            <a:r>
              <a:t>          "accuracy": 0.8891920251836306,</a:t>
            </a:r>
          </a:p>
          <a:p>
            <a:r>
              <a:t>          "auc_prc": 0.0820352506791452,</a:t>
            </a:r>
          </a:p>
          <a:p>
            <a:r>
              <a:t>          "average_precision": 0.084115513616915,</a:t>
            </a:r>
          </a:p>
          <a:p>
            <a:r>
              <a:t>          "balanced_accuracy": 0.5660093357172454,</a:t>
            </a:r>
          </a:p>
          <a:p>
            <a:r>
              <a:t>          "confusion_matrix": [</a:t>
            </a:r>
          </a:p>
          <a:p>
            <a:r>
              <a:t>            [</a:t>
            </a:r>
          </a:p>
          <a:p>
            <a:r>
              <a:t>              4196,</a:t>
            </a:r>
          </a:p>
          <a:p>
            <a:r>
              <a:t>              378</a:t>
            </a:r>
          </a:p>
          <a:p>
            <a:r>
              <a:t>            ],</a:t>
            </a:r>
          </a:p>
          <a:p>
            <a:r>
              <a:t>            [</a:t>
            </a:r>
          </a:p>
          <a:p>
            <a:r>
              <a:t>              150,</a:t>
            </a:r>
          </a:p>
          <a:p>
            <a:r>
              <a:t>              41</a:t>
            </a:r>
          </a:p>
          <a:p>
            <a:r>
              <a:t>            ]</a:t>
            </a:r>
          </a:p>
          <a:p>
            <a:r>
              <a:t>          ],</a:t>
            </a:r>
          </a:p>
          <a:p>
            <a:r>
              <a:t>          "f1": 0.13442622950819674,</a:t>
            </a:r>
          </a:p>
          <a:p>
            <a:r>
              <a:t>          "first_sprint_entry": "2021-09-29T05:43:37",</a:t>
            </a:r>
          </a:p>
          <a:p>
            <a:r>
              <a:t>          "last_sprint_entry": "2023-04-27T18:22:56",</a:t>
            </a:r>
          </a:p>
          <a:p>
            <a:r>
              <a:t>          "positive_count": 191,</a:t>
            </a:r>
          </a:p>
          <a:p>
            <a:r>
              <a:t>          "positive_rate": 0.04008394543546694,</a:t>
            </a:r>
          </a:p>
          <a:p>
            <a:r>
              <a:t>          "precision": 0.09785202863961814,</a:t>
            </a:r>
          </a:p>
          <a:p>
            <a:r>
              <a:t>          "recall": 0.21465968586387435,</a:t>
            </a:r>
          </a:p>
          <a:p>
            <a:r>
              <a:t>          "roc_auc": 0.6778788371331702,</a:t>
            </a:r>
          </a:p>
          <a:p>
            <a:r>
              <a:t>          "row_count": 4765,</a:t>
            </a:r>
          </a:p>
          <a:p>
            <a:r>
              <a:t>          "threshold": 0.6599999999999999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"accuracy": 0.855733575876303,</a:t>
            </a:r>
          </a:p>
          <a:p>
            <a:r>
              <a:t>          "auc_prc": 0.175221285143473,</a:t>
            </a:r>
          </a:p>
          <a:p>
            <a:r>
              <a:t>          "average_precision": 0.1760891967094827,</a:t>
            </a:r>
          </a:p>
          <a:p>
            <a:r>
              <a:t>          "balanced_accuracy": 0.6118473295019105,</a:t>
            </a:r>
          </a:p>
          <a:p>
            <a:r>
              <a:t>          "confusion_matrix": [</a:t>
            </a:r>
          </a:p>
          <a:p>
            <a:r>
              <a:t>            [</a:t>
            </a:r>
          </a:p>
          <a:p>
            <a:r>
              <a:t>              11903,</a:t>
            </a:r>
          </a:p>
          <a:p>
            <a:r>
              <a:t>              1391</a:t>
            </a:r>
          </a:p>
          <a:p>
            <a:r>
              <a:t>            ],</a:t>
            </a:r>
          </a:p>
          <a:p>
            <a:r>
              <a:t>            [</a:t>
            </a:r>
          </a:p>
          <a:p>
            <a:r>
              <a:t>              671,</a:t>
            </a:r>
          </a:p>
          <a:p>
            <a:r>
              <a:t>              328</a:t>
            </a:r>
          </a:p>
          <a:p>
            <a:r>
              <a:t>            ]</a:t>
            </a:r>
          </a:p>
          <a:p>
            <a:r>
              <a:t>          ],</a:t>
            </a:r>
          </a:p>
          <a:p>
            <a:r>
              <a:t>          "f1": 0.24135393671817512,</a:t>
            </a:r>
          </a:p>
          <a:p>
            <a:r>
              <a:t>          "first_sprint_entry": "2006-08-23T06:57:12",</a:t>
            </a:r>
          </a:p>
          <a:p>
            <a:r>
              <a:t>          "last_sprint_entry": "2019-12-16T10:53:39",</a:t>
            </a:r>
          </a:p>
          <a:p>
            <a:r>
              <a:t>          "positive_count": 999,</a:t>
            </a:r>
          </a:p>
          <a:p>
            <a:r>
              <a:t>          "positive_rate": 0.06989435387952145,</a:t>
            </a:r>
          </a:p>
          <a:p>
            <a:r>
              <a:t>          "precision": 0.1908086096567772,</a:t>
            </a:r>
          </a:p>
          <a:p>
            <a:r>
              <a:t>          "recall": 0.3283283283283283,</a:t>
            </a:r>
          </a:p>
          <a:p>
            <a:r>
              <a:t>          "roc_auc": 0.7489067975753698,</a:t>
            </a:r>
          </a:p>
          <a:p>
            <a:r>
              <a:t>          "row_count": 14293,</a:t>
            </a:r>
          </a:p>
          <a:p>
            <a:r>
              <a:t>          "threshold": 0.6599999999999999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"accuracy": 0.8469773299748111,</a:t>
            </a:r>
          </a:p>
          <a:p>
            <a:r>
              <a:t>          "auc_prc": 0.16643672089942604,</a:t>
            </a:r>
          </a:p>
          <a:p>
            <a:r>
              <a:t>          "average_precision": 0.16793336521744062,</a:t>
            </a:r>
          </a:p>
          <a:p>
            <a:r>
              <a:t>          "balanced_accuracy": 0.6280310322243828,</a:t>
            </a:r>
          </a:p>
          <a:p>
            <a:r>
              <a:t>          "confusion_matrix": [</a:t>
            </a:r>
          </a:p>
          <a:p>
            <a:r>
              <a:t>            [</a:t>
            </a:r>
          </a:p>
          <a:p>
            <a:r>
              <a:t>              3918,</a:t>
            </a:r>
          </a:p>
          <a:p>
            <a:r>
              <a:t>              535</a:t>
            </a:r>
          </a:p>
          <a:p>
            <a:r>
              <a:t>            ],</a:t>
            </a:r>
          </a:p>
          <a:p>
            <a:r>
              <a:t>            [</a:t>
            </a:r>
          </a:p>
          <a:p>
            <a:r>
              <a:t>              194,</a:t>
            </a:r>
          </a:p>
          <a:p>
            <a:r>
              <a:t>              117</a:t>
            </a:r>
          </a:p>
          <a:p>
            <a:r>
              <a:t>            ]</a:t>
            </a:r>
          </a:p>
          <a:p>
            <a:r>
              <a:t>          ],</a:t>
            </a:r>
          </a:p>
          <a:p>
            <a:r>
              <a:t>          "f1": 0.2429906542056075,</a:t>
            </a:r>
          </a:p>
          <a:p>
            <a:r>
              <a:t>          "first_sprint_entry": "2019-12-16T12:37:11",</a:t>
            </a:r>
          </a:p>
          <a:p>
            <a:r>
              <a:t>          "last_sprint_entry": "2021-09-29T05:39:56",</a:t>
            </a:r>
          </a:p>
          <a:p>
            <a:r>
              <a:t>          "positive_count": 311,</a:t>
            </a:r>
          </a:p>
          <a:p>
            <a:r>
              <a:t>          "positive_rate": 0.06528127623845507,</a:t>
            </a:r>
          </a:p>
          <a:p>
            <a:r>
              <a:t>          "precision": 0.1794478527607362,</a:t>
            </a:r>
          </a:p>
          <a:p>
            <a:r>
              <a:t>          "recall": 0.3762057877813505,</a:t>
            </a:r>
          </a:p>
          <a:p>
            <a:r>
              <a:t>          "roc_auc": 0.7240626103432565,</a:t>
            </a:r>
          </a:p>
          <a:p>
            <a:r>
              <a:t>          "row_count": 4764,</a:t>
            </a:r>
          </a:p>
          <a:p>
            <a:r>
              <a:t>          "threshold": 0.6599999999999999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"metadata": {</a:t>
            </a:r>
          </a:p>
          <a:p>
            <a:r>
              <a:t>        "best_validation_log_loss": 0.6159776814100205,</a:t>
            </a:r>
          </a:p>
          <a:p>
            <a:r>
              <a:t>        "created_at_utc": "2026-09-24T18:24:43.504944+00:00",</a:t>
            </a:r>
          </a:p>
          <a:p>
            <a:r>
              <a:t>        "data_root": "/home/yakovelm/Master/Tasks/evaluate-logistic-instability-model/cluster_runs/20260924-212357-961761/all/results/input_layout",</a:t>
            </a:r>
          </a:p>
          <a:p>
            <a:r>
              <a:t>        "feature_policy": "pre_sprint_only",</a:t>
            </a:r>
          </a:p>
          <a:p>
            <a:r>
              <a:t>        "label_column": "is_change_text_num_words_20",</a:t>
            </a:r>
          </a:p>
          <a:p>
            <a:r>
              <a:t>        "model": "dependency_light_logistic_regression",</a:t>
            </a:r>
          </a:p>
          <a:p>
            <a:r>
              <a:t>        "project": "all",</a:t>
            </a:r>
          </a:p>
          <a:p>
            <a:r>
              <a:t>        "selected_threshold": 0.6599999999999999,</a:t>
            </a:r>
          </a:p>
          <a:p>
            <a:r>
              <a:t>        "split_strategy": "chronological_60_20_20",</a:t>
            </a:r>
          </a:p>
          <a:p>
            <a:r>
              <a:t>        "threshold_strategy": "maximum_validation_f1",</a:t>
            </a:r>
          </a:p>
          <a:p>
            <a:r>
              <a:t>        "training_iterations": 2000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"spec": {</a:t>
            </a:r>
          </a:p>
          <a:p>
            <a:r>
              <a:t>    "experiment": "Pooled logistic experiment (#365)",</a:t>
            </a:r>
          </a:p>
          <a:p>
            <a:r>
              <a:t>    "task": "How well does a simple logistic model predict newer issues from older multi-repository data, using the pooled split?",</a:t>
            </a:r>
          </a:p>
          <a:p>
            <a:r>
              <a:t>    "why": [</a:t>
            </a:r>
          </a:p>
          <a:p>
            <a:r>
              <a:t>      "A separate model family, not another baseline-versus-refactored pair.",</a:t>
            </a:r>
          </a:p>
          <a:p>
            <a:r>
              <a:t>      "One grouped job succeeded; four levels (5, 10, 15, 20) and four outputs.",</a:t>
            </a:r>
          </a:p>
          <a:p>
            <a:r>
              <a:t>      "Same validation/test issue-key and label order, and feature transformer, as #358.",</a:t>
            </a:r>
          </a:p>
          <a:p>
            <a:r>
              <a:t>      "Training uses class weights; model selection uses balanced validation log loss."</a:t>
            </a:r>
          </a:p>
          <a:p>
            <a:r>
              <a:t>    ],</a:t>
            </a:r>
          </a:p>
          <a:p>
            <a:r>
              <a:t>    "conclusions": {</a:t>
            </a:r>
          </a:p>
          <a:p>
            <a:r>
              <a:t>      "findings": [</a:t>
            </a:r>
          </a:p>
          <a:p>
            <a:r>
              <a:t>        "Four complete logistic results. AUC-PRC: 0.1454 / 0.1157 / 0.1027 / 0.0820.",</a:t>
            </a:r>
          </a:p>
          <a:p>
            <a:r>
              <a:t>        "Level 5: precision 13.12%, recall 56.15%, and accuracy 56.03%.",</a:t>
            </a:r>
          </a:p>
          <a:p>
            <a:r>
              <a:t>        "At level 5, always-stable accuracy is 89.42%; accuracy alone is misleading.",</a:t>
            </a:r>
          </a:p>
          <a:p>
            <a:r>
              <a:t>        "One logistic variant only: this run cannot isolate the effect of balancing."</a:t>
            </a:r>
          </a:p>
          <a:p>
            <a:r>
              <a:t>      ],</a:t>
            </a:r>
          </a:p>
          <a:p>
            <a:r>
              <a:t>      "next_steps": [</a:t>
            </a:r>
          </a:p>
          <a:p>
            <a:r>
              <a:t>        "Shared evaluation rows with #358 make score comparisons useful, but selection policies differ.",</a:t>
            </a:r>
          </a:p>
          <a:p>
            <a:r>
              <a:t>        "Logistic uses balanced validation log loss; #358 selects by validation AUC-PRC.",</a:t>
            </a:r>
          </a:p>
          <a:p>
            <a:r>
              <a:t>        "Qt and Apache supply 94.6% of test rows; no Hyperledger or IntelDAOS test rows.",</a:t>
            </a:r>
          </a:p>
          <a:p>
            <a:r>
              <a:t>        "No original historical pipeline replay and no statistical-significance claim."</a:t>
            </a:r>
          </a:p>
          <a:p>
            <a:r>
              <a:t>      ]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https://github.com/yakovelmaleh/Master/pull/365</a:t>
            </a:r>
          </a:p>
          <a:p>
            <a:r>
              <a:t>Artifact commit: 05384024a0abf96b2b60f786f4e5a63ba584aa7e</a:t>
            </a:r>
          </a:p>
          <a:p>
            <a:r>
              <a:t>Bundle: Tasks/task-summaries/evaluate-logistic-instability-model-20260927-144611</a:t>
            </a:r>
          </a:p>
          <a:p>
            <a:r>
              <a:t>Cluster run: 20260924-212357-961761; appended September 27, 2026.</a:t>
            </a:r>
          </a:p>
          <a:p>
            <a:r>
              <a:t>RESULTS.csv and per-level metrics.json provide reported metrics. Bundled unstable_model/model.py confirms class-weighted training AND balanced validation log loss for selecting the saved iterate. Reported validation/test metrics are unweighted. This is not training-only weighting for model selection.</a:t>
            </a:r>
          </a:p>
          <a:p>
            <a:r>
              <a:t>Compared each level's validation/test prediction issue-key and label sequence with #358's row files and checked feature_transformer.json equality. Metrics were not independently recomputed from predictions.</a:t>
            </a:r>
          </a:p>
          <a:p>
            <a:r>
              <a:t>{</a:t>
            </a:r>
          </a:p>
          <a:p>
            <a:r>
              <a:t>  "results": [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"5",</a:t>
            </a:r>
          </a:p>
          <a:p>
            <a:r>
              <a:t>      "model": "Logistic",</a:t>
            </a:r>
          </a:p>
          <a:p>
            <a:r>
              <a:t>      "variant": "logistic",</a:t>
            </a:r>
          </a:p>
          <a:p>
            <a:r>
              <a:t>      "auc_prc": "0.14535984147275113",</a:t>
            </a:r>
          </a:p>
          <a:p>
            <a:r>
              <a:t>      "average_precision": "0.14625514307800166",</a:t>
            </a:r>
          </a:p>
          <a:p>
            <a:r>
              <a:t>      "accuracy": "0.5603357817418678",</a:t>
            </a:r>
          </a:p>
          <a:p>
            <a:r>
              <a:t>      "roc_auc": "0.5933284719661157",</a:t>
            </a:r>
          </a:p>
          <a:p>
            <a:r>
              <a:t>      "precision": "0.1312007417709782",</a:t>
            </a:r>
          </a:p>
          <a:p>
            <a:r>
              <a:t>      "recall": "0.5615079365079365",</a:t>
            </a:r>
          </a:p>
          <a:p>
            <a:r>
              <a:t>      "f1": "0.2127019917324314",</a:t>
            </a:r>
          </a:p>
          <a:p>
            <a:r>
              <a:t>      "row_count": "4765",</a:t>
            </a:r>
          </a:p>
          <a:p>
            <a:r>
              <a:t>      "positive_rate": "0.10577124868835257",</a:t>
            </a:r>
          </a:p>
          <a:p>
            <a:r>
              <a:t>      "metrics_path": "artifacts/cluster-run/all/results/model/words_5/Logistic/logistic/all_words_5/metrics.json"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"10",</a:t>
            </a:r>
          </a:p>
          <a:p>
            <a:r>
              <a:t>      "model": "Logistic",</a:t>
            </a:r>
          </a:p>
          <a:p>
            <a:r>
              <a:t>      "variant": "logistic",</a:t>
            </a:r>
          </a:p>
          <a:p>
            <a:r>
              <a:t>      "auc_prc": "0.11572853001254729",</a:t>
            </a:r>
          </a:p>
          <a:p>
            <a:r>
              <a:t>      "average_precision": "0.11713403217536625",</a:t>
            </a:r>
          </a:p>
          <a:p>
            <a:r>
              <a:t>      "accuracy": "0.8451206715634837",</a:t>
            </a:r>
          </a:p>
          <a:p>
            <a:r>
              <a:t>      "roc_auc": "0.6493049203049203",</a:t>
            </a:r>
          </a:p>
          <a:p>
            <a:r>
              <a:t>      "precision": "0.11829944547134935",</a:t>
            </a:r>
          </a:p>
          <a:p>
            <a:r>
              <a:t>      "recall": "0.19692307692307692",</a:t>
            </a:r>
          </a:p>
          <a:p>
            <a:r>
              <a:t>      "f1": "0.14780600461893764",</a:t>
            </a:r>
          </a:p>
          <a:p>
            <a:r>
              <a:t>      "row_count": "4765",</a:t>
            </a:r>
          </a:p>
          <a:p>
            <a:r>
              <a:t>      "positive_rate": "0.06820566631689402",</a:t>
            </a:r>
          </a:p>
          <a:p>
            <a:r>
              <a:t>      "metrics_path": "artifacts/cluster-run/all/results/model/words_10/Logistic/logistic/all_words_10/metrics.json"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"15",</a:t>
            </a:r>
          </a:p>
          <a:p>
            <a:r>
              <a:t>      "model": "Logistic",</a:t>
            </a:r>
          </a:p>
          <a:p>
            <a:r>
              <a:t>      "variant": "logistic",</a:t>
            </a:r>
          </a:p>
          <a:p>
            <a:r>
              <a:t>      "auc_prc": "0.102745000742449",</a:t>
            </a:r>
          </a:p>
          <a:p>
            <a:r>
              <a:t>      "average_precision": "0.10440552662302127",</a:t>
            </a:r>
          </a:p>
          <a:p>
            <a:r>
              <a:t>      "accuracy": "0.8627492130115425",</a:t>
            </a:r>
          </a:p>
          <a:p>
            <a:r>
              <a:t>      "roc_auc": "0.6911620626151013",</a:t>
            </a:r>
          </a:p>
          <a:p>
            <a:r>
              <a:t>      "precision": "0.10646387832699619",</a:t>
            </a:r>
          </a:p>
          <a:p>
            <a:r>
              <a:t>      "recall": "0.23333333333333334",</a:t>
            </a:r>
          </a:p>
          <a:p>
            <a:r>
              <a:t>      "f1": "0.1462140992167102",</a:t>
            </a:r>
          </a:p>
          <a:p>
            <a:r>
              <a:t>      "row_count": "4765",</a:t>
            </a:r>
          </a:p>
          <a:p>
            <a:r>
              <a:t>      "positive_rate": "0.05036726128016789",</a:t>
            </a:r>
          </a:p>
          <a:p>
            <a:r>
              <a:t>      "metrics_path": "artifacts/cluster-run/all/results/model/words_15/Logistic/logistic/all_words_15/metrics.json"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"run": "cluster-run",</a:t>
            </a:r>
          </a:p>
          <a:p>
            <a:r>
              <a:t>      "project": "all",</a:t>
            </a:r>
          </a:p>
          <a:p>
            <a:r>
              <a:t>      "level": "20",</a:t>
            </a:r>
          </a:p>
          <a:p>
            <a:r>
              <a:t>      "model": "Logistic",</a:t>
            </a:r>
          </a:p>
          <a:p>
            <a:r>
              <a:t>      "variant": "logistic",</a:t>
            </a:r>
          </a:p>
          <a:p>
            <a:r>
              <a:t>      "auc_prc": "0.0820352506791452",</a:t>
            </a:r>
          </a:p>
          <a:p>
            <a:r>
              <a:t>      "average_precision": "0.084115513616915",</a:t>
            </a:r>
          </a:p>
          <a:p>
            <a:r>
              <a:t>      "accuracy": "0.8891920251836306",</a:t>
            </a:r>
          </a:p>
          <a:p>
            <a:r>
              <a:t>      "roc_auc": "0.6778788371331702",</a:t>
            </a:r>
          </a:p>
          <a:p>
            <a:r>
              <a:t>      "precision": "0.09785202863961814",</a:t>
            </a:r>
          </a:p>
          <a:p>
            <a:r>
              <a:t>      "recall": "0.21465968586387435",</a:t>
            </a:r>
          </a:p>
          <a:p>
            <a:r>
              <a:t>      "f1": "0.13442622950819674",</a:t>
            </a:r>
          </a:p>
          <a:p>
            <a:r>
              <a:t>      "row_count": "4765",</a:t>
            </a:r>
          </a:p>
          <a:p>
            <a:r>
              <a:t>      "positive_rate": "0.04008394543546694",</a:t>
            </a:r>
          </a:p>
          <a:p>
            <a:r>
              <a:t>      "metrics_path": "artifacts/cluster-run/all/results/model/words_20/Logistic/logistic/all_words_20/metrics.json"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"details": {</a:t>
            </a:r>
          </a:p>
          <a:p>
            <a:r>
              <a:t>    "5": {</a:t>
            </a:r>
          </a:p>
          <a:p>
            <a:r>
              <a:t>      "metrics": {</a:t>
            </a:r>
          </a:p>
          <a:p>
            <a:r>
              <a:t>        "test": {</a:t>
            </a:r>
          </a:p>
          <a:p>
            <a:r>
              <a:t>          "accuracy": 0.5603357817418678,</a:t>
            </a:r>
          </a:p>
          <a:p>
            <a:r>
              <a:t>          "auc_prc": 0.14535984147275113,</a:t>
            </a:r>
          </a:p>
          <a:p>
            <a:r>
              <a:t>          "average_precision": 0.14625514307800166,</a:t>
            </a:r>
          </a:p>
          <a:p>
            <a:r>
              <a:t>          "balanced_accuracy": 0.5608525366651393,</a:t>
            </a:r>
          </a:p>
          <a:p>
            <a:r>
              <a:t>          "confusion_matrix": [</a:t>
            </a:r>
          </a:p>
          <a:p>
            <a:r>
              <a:t>            [</a:t>
            </a:r>
          </a:p>
          <a:p>
            <a:r>
              <a:t>              2387,</a:t>
            </a:r>
          </a:p>
          <a:p>
            <a:r>
              <a:t>              1874</a:t>
            </a:r>
          </a:p>
          <a:p>
            <a:r>
              <a:t>            ],</a:t>
            </a:r>
          </a:p>
          <a:p>
            <a:r>
              <a:t>            [</a:t>
            </a:r>
          </a:p>
          <a:p>
            <a:r>
              <a:t>              221,</a:t>
            </a:r>
          </a:p>
          <a:p>
            <a:r>
              <a:t>              283</a:t>
            </a:r>
          </a:p>
          <a:p>
            <a:r>
              <a:t>            ]</a:t>
            </a:r>
          </a:p>
          <a:p>
            <a:r>
              <a:t>          ],</a:t>
            </a:r>
          </a:p>
          <a:p>
            <a:r>
              <a:t>          "f1": 0.2127019917324314,</a:t>
            </a:r>
          </a:p>
          <a:p>
            <a:r>
              <a:t>          "first_sprint_entry": "2021-09-29T05:43:37",</a:t>
            </a:r>
          </a:p>
          <a:p>
            <a:r>
              <a:t>          "last_sprint_entry": "2023-04-27T18:22:56",</a:t>
            </a:r>
          </a:p>
          <a:p>
            <a:r>
              <a:t>          "positive_count": 504,</a:t>
            </a:r>
          </a:p>
          <a:p>
            <a:r>
              <a:t>          "positive_rate": 0.10577124868835257,</a:t>
            </a:r>
          </a:p>
          <a:p>
            <a:r>
              <a:t>          "precision": 0.1312007417709782,</a:t>
            </a:r>
          </a:p>
          <a:p>
            <a:r>
              <a:t>          "recall": 0.5615079365079365,</a:t>
            </a:r>
          </a:p>
          <a:p>
            <a:r>
              <a:t>          "roc_auc": 0.5933284719661157,</a:t>
            </a:r>
          </a:p>
          <a:p>
            <a:r>
              <a:t>          "row_count": 4765,</a:t>
            </a:r>
          </a:p>
          <a:p>
            <a:r>
              <a:t>          "threshold": 0.43999999999999995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"accuracy": 0.5380256069404603,</a:t>
            </a:r>
          </a:p>
          <a:p>
            <a:r>
              <a:t>          "auc_prc": 0.3094541536421892,</a:t>
            </a:r>
          </a:p>
          <a:p>
            <a:r>
              <a:t>          "average_precision": 0.3098333425789474,</a:t>
            </a:r>
          </a:p>
          <a:p>
            <a:r>
              <a:t>          "balanced_accuracy": 0.6421325368674757,</a:t>
            </a:r>
          </a:p>
          <a:p>
            <a:r>
              <a:t>          "confusion_matrix": [</a:t>
            </a:r>
          </a:p>
          <a:p>
            <a:r>
              <a:t>            [</a:t>
            </a:r>
          </a:p>
          <a:p>
            <a:r>
              <a:t>              6020,</a:t>
            </a:r>
          </a:p>
          <a:p>
            <a:r>
              <a:t>              6159</a:t>
            </a:r>
          </a:p>
          <a:p>
            <a:r>
              <a:t>            ],</a:t>
            </a:r>
          </a:p>
          <a:p>
            <a:r>
              <a:t>            [</a:t>
            </a:r>
          </a:p>
          <a:p>
            <a:r>
              <a:t>              444,</a:t>
            </a:r>
          </a:p>
          <a:p>
            <a:r>
              <a:t>              1670</a:t>
            </a:r>
          </a:p>
          <a:p>
            <a:r>
              <a:t>            ]</a:t>
            </a:r>
          </a:p>
          <a:p>
            <a:r>
              <a:t>          ],</a:t>
            </a:r>
          </a:p>
          <a:p>
            <a:r>
              <a:t>          "f1": 0.33591471386905364,</a:t>
            </a:r>
          </a:p>
          <a:p>
            <a:r>
              <a:t>          "first_sprint_entry": "2006-08-23T06:57:12",</a:t>
            </a:r>
          </a:p>
          <a:p>
            <a:r>
              <a:t>          "last_sprint_entry": "2019-12-16T10:53:39",</a:t>
            </a:r>
          </a:p>
          <a:p>
            <a:r>
              <a:t>          "positive_count": 2114,</a:t>
            </a:r>
          </a:p>
          <a:p>
            <a:r>
              <a:t>          "positive_rate": 0.1479045686699783,</a:t>
            </a:r>
          </a:p>
          <a:p>
            <a:r>
              <a:t>          "precision": 0.21330949035636734,</a:t>
            </a:r>
          </a:p>
          <a:p>
            <a:r>
              <a:t>          "recall": 0.7899716177861873,</a:t>
            </a:r>
          </a:p>
          <a:p>
            <a:r>
              <a:t>          "roc_auc": 0.7137426870375617,</a:t>
            </a:r>
          </a:p>
          <a:p>
            <a:r>
              <a:t>          "row_count": 14293,</a:t>
            </a:r>
          </a:p>
          <a:p>
            <a:r>
              <a:t>          "threshold": 0.43999999999999995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"accuracy": 0.49727120067170444,</a:t>
            </a:r>
          </a:p>
          <a:p>
            <a:r>
              <a:t>          "auc_prc": 0.19501192951004834,</a:t>
            </a:r>
          </a:p>
          <a:p>
            <a:r>
              <a:t>          "average_precision": 0.1959651311767903,</a:t>
            </a:r>
          </a:p>
          <a:p>
            <a:r>
              <a:t>          "balanced_accuracy": 0.6199804489403726,</a:t>
            </a:r>
          </a:p>
          <a:p>
            <a:r>
              <a:t>          "confusion_matrix": [</a:t>
            </a:r>
          </a:p>
          <a:p>
            <a:r>
              <a:t>            [</a:t>
            </a:r>
          </a:p>
          <a:p>
            <a:r>
              <a:t>              1922,</a:t>
            </a:r>
          </a:p>
          <a:p>
            <a:r>
              <a:t>              2270</a:t>
            </a:r>
          </a:p>
          <a:p>
            <a:r>
              <a:t>            ],</a:t>
            </a:r>
          </a:p>
          <a:p>
            <a:r>
              <a:t>            [</a:t>
            </a:r>
          </a:p>
          <a:p>
            <a:r>
              <a:t>              125,</a:t>
            </a:r>
          </a:p>
          <a:p>
            <a:r>
              <a:t>              447</a:t>
            </a:r>
          </a:p>
          <a:p>
            <a:r>
              <a:t>            ]</a:t>
            </a:r>
          </a:p>
          <a:p>
            <a:r>
              <a:t>          ],</a:t>
            </a:r>
          </a:p>
          <a:p>
            <a:r>
              <a:t>          "f1": 0.2718151413803588,</a:t>
            </a:r>
          </a:p>
          <a:p>
            <a:r>
              <a:t>          "first_sprint_entry": "2019-12-16T12:37:11",</a:t>
            </a:r>
          </a:p>
          <a:p>
            <a:r>
              <a:t>          "last_sprint_entry": "2021-09-29T05:39:56",</a:t>
            </a:r>
          </a:p>
          <a:p>
            <a:r>
              <a:t>          "positive_count": 572,</a:t>
            </a:r>
          </a:p>
          <a:p>
            <a:r>
              <a:t>          "positive_rate": 0.1200671704450042,</a:t>
            </a:r>
          </a:p>
          <a:p>
            <a:r>
              <a:t>          "precision": 0.16451969083548032,</a:t>
            </a:r>
          </a:p>
          <a:p>
            <a:r>
              <a:t>          "recall": 0.7814685314685315,</a:t>
            </a:r>
          </a:p>
          <a:p>
            <a:r>
              <a:t>          "roc_auc": 0.6575549331393797,</a:t>
            </a:r>
          </a:p>
          <a:p>
            <a:r>
              <a:t>          "row_count": 4764,</a:t>
            </a:r>
          </a:p>
          <a:p>
            <a:r>
              <a:t>          "threshold": 0.43999999999999995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"metadata": {</a:t>
            </a:r>
          </a:p>
          <a:p>
            <a:r>
              <a:t>        "best_validation_log_loss": 0.6588614183993736,</a:t>
            </a:r>
          </a:p>
          <a:p>
            <a:r>
              <a:t>        "created_at_utc": "2026-09-24T18:24:19.373813+00:00",</a:t>
            </a:r>
          </a:p>
          <a:p>
            <a:r>
              <a:t>        "data_root": "/home/yakovelm/Master/Tasks/evaluate-logistic-instability-model/cluster_runs/20260924-212357-961761/all/results/input_layout",</a:t>
            </a:r>
          </a:p>
          <a:p>
            <a:r>
              <a:t>        "feature_policy": "pre_sprint_only",</a:t>
            </a:r>
          </a:p>
          <a:p>
            <a:r>
              <a:t>        "label_column": "is_change_text_num_words_5",</a:t>
            </a:r>
          </a:p>
          <a:p>
            <a:r>
              <a:t>        "model": "dependency_light_logistic_regression",</a:t>
            </a:r>
          </a:p>
          <a:p>
            <a:r>
              <a:t>        "project": "all",</a:t>
            </a:r>
          </a:p>
          <a:p>
            <a:r>
              <a:t>        "selected_threshold": 0.43999999999999995,</a:t>
            </a:r>
          </a:p>
          <a:p>
            <a:r>
              <a:t>        "split_strategy": "chronological_60_20_20",</a:t>
            </a:r>
          </a:p>
          <a:p>
            <a:r>
              <a:t>        "threshold_strategy": "maximum_validation_f1",</a:t>
            </a:r>
          </a:p>
          <a:p>
            <a:r>
              <a:t>        "training_iterations": 2000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"10": {</a:t>
            </a:r>
          </a:p>
          <a:p>
            <a:r>
              <a:t>      "metrics": {</a:t>
            </a:r>
          </a:p>
          <a:p>
            <a:r>
              <a:t>        "test": {</a:t>
            </a:r>
          </a:p>
          <a:p>
            <a:r>
              <a:t>          "accuracy": 0.8451206715634837,</a:t>
            </a:r>
          </a:p>
          <a:p>
            <a:r>
              <a:t>          "auc_prc": 0.11572853001254729,</a:t>
            </a:r>
          </a:p>
          <a:p>
            <a:r>
              <a:t>          "average_precision": 0.11713403217536625,</a:t>
            </a:r>
          </a:p>
          <a:p>
            <a:r>
              <a:t>          "balanced_accuracy": 0.5447453222453222,</a:t>
            </a:r>
          </a:p>
          <a:p>
            <a:r>
              <a:t>          "confusion_matrix": [</a:t>
            </a:r>
          </a:p>
          <a:p>
            <a:r>
              <a:t>            [</a:t>
            </a:r>
          </a:p>
          <a:p>
            <a:r>
              <a:t>              3963,</a:t>
            </a:r>
          </a:p>
          <a:p>
            <a:r>
              <a:t>              477</a:t>
            </a:r>
          </a:p>
          <a:p>
            <a:r>
              <a:t>            ],</a:t>
            </a:r>
          </a:p>
          <a:p>
            <a:r>
              <a:t>            [</a:t>
            </a:r>
          </a:p>
          <a:p>
            <a:r>
              <a:t>              261,</a:t>
            </a:r>
          </a:p>
          <a:p>
            <a:r>
              <a:t>              64</a:t>
            </a:r>
          </a:p>
          <a:p>
            <a:r>
              <a:t>            ]</a:t>
            </a:r>
          </a:p>
          <a:p>
            <a:r>
              <a:t>          ],</a:t>
            </a:r>
          </a:p>
          <a:p>
            <a:r>
              <a:t>          "f1": 0.14780600461893764,</a:t>
            </a:r>
          </a:p>
          <a:p>
            <a:r>
              <a:t>          "first_sprint_entry": "2021-09-29T05:43:37",</a:t>
            </a:r>
          </a:p>
          <a:p>
            <a:r>
              <a:t>          "last_sprint_entry": "2023-04-27T18:22:56",</a:t>
            </a:r>
          </a:p>
          <a:p>
            <a:r>
              <a:t>          "positive_count": 325,</a:t>
            </a:r>
          </a:p>
          <a:p>
            <a:r>
              <a:t>          "positive_rate": 0.06820566631689402,</a:t>
            </a:r>
          </a:p>
          <a:p>
            <a:r>
              <a:t>          "precision": 0.11829944547134935,</a:t>
            </a:r>
          </a:p>
          <a:p>
            <a:r>
              <a:t>          "recall": 0.19692307692307692,</a:t>
            </a:r>
          </a:p>
          <a:p>
            <a:r>
              <a:t>          "roc_auc": 0.6493049203049203,</a:t>
            </a:r>
          </a:p>
          <a:p>
            <a:r>
              <a:t>          "row_count": 4765,</a:t>
            </a:r>
          </a:p>
          <a:p>
            <a:r>
              <a:t>          "threshold": 0.62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"accuracy": 0.8110963408661582,</a:t>
            </a:r>
          </a:p>
          <a:p>
            <a:r>
              <a:t>          "auc_prc": 0.2839722723313618,</a:t>
            </a:r>
          </a:p>
          <a:p>
            <a:r>
              <a:t>          "average_precision": 0.28448303940613523,</a:t>
            </a:r>
          </a:p>
          <a:p>
            <a:r>
              <a:t>          "balanced_accuracy": 0.6371093715384288,</a:t>
            </a:r>
          </a:p>
          <a:p>
            <a:r>
              <a:t>          "confusion_matrix": [</a:t>
            </a:r>
          </a:p>
          <a:p>
            <a:r>
              <a:t>            [</a:t>
            </a:r>
          </a:p>
          <a:p>
            <a:r>
              <a:t>              10897,</a:t>
            </a:r>
          </a:p>
          <a:p>
            <a:r>
              <a:t>              1693</a:t>
            </a:r>
          </a:p>
          <a:p>
            <a:r>
              <a:t>            ],</a:t>
            </a:r>
          </a:p>
          <a:p>
            <a:r>
              <a:t>            [</a:t>
            </a:r>
          </a:p>
          <a:p>
            <a:r>
              <a:t>              1007,</a:t>
            </a:r>
          </a:p>
          <a:p>
            <a:r>
              <a:t>              696</a:t>
            </a:r>
          </a:p>
          <a:p>
            <a:r>
              <a:t>            ]</a:t>
            </a:r>
          </a:p>
          <a:p>
            <a:r>
              <a:t>          ],</a:t>
            </a:r>
          </a:p>
          <a:p>
            <a:r>
              <a:t>          "f1": 0.3401759530791789,</a:t>
            </a:r>
          </a:p>
          <a:p>
            <a:r>
              <a:t>          "first_sprint_entry": "2006-08-23T06:57:12",</a:t>
            </a:r>
          </a:p>
          <a:p>
            <a:r>
              <a:t>          "last_sprint_entry": "2019-12-16T10:53:39",</a:t>
            </a:r>
          </a:p>
          <a:p>
            <a:r>
              <a:t>          "positive_count": 1703,</a:t>
            </a:r>
          </a:p>
          <a:p>
            <a:r>
              <a:t>          "positive_rate": 0.11914923389071573,</a:t>
            </a:r>
          </a:p>
          <a:p>
            <a:r>
              <a:t>          "precision": 0.29133528673084974,</a:t>
            </a:r>
          </a:p>
          <a:p>
            <a:r>
              <a:t>          "recall": 0.40869054609512623,</a:t>
            </a:r>
          </a:p>
          <a:p>
            <a:r>
              <a:t>          "roc_auc": 0.7439611543801832,</a:t>
            </a:r>
          </a:p>
          <a:p>
            <a:r>
              <a:t>          "row_count": 14293,</a:t>
            </a:r>
          </a:p>
          <a:p>
            <a:r>
              <a:t>          "threshold": 0.62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"accuracy": 0.8012174643157011,</a:t>
            </a:r>
          </a:p>
          <a:p>
            <a:r>
              <a:t>          "auc_prc": 0.1677905337757753,</a:t>
            </a:r>
          </a:p>
          <a:p>
            <a:r>
              <a:t>          "average_precision": 0.16886438540037463,</a:t>
            </a:r>
          </a:p>
          <a:p>
            <a:r>
              <a:t>          "balanced_accuracy": 0.5884290930888568,</a:t>
            </a:r>
          </a:p>
          <a:p>
            <a:r>
              <a:t>          "confusion_matrix": [</a:t>
            </a:r>
          </a:p>
          <a:p>
            <a:r>
              <a:t>            [</a:t>
            </a:r>
          </a:p>
          <a:p>
            <a:r>
              <a:t>              3670,</a:t>
            </a:r>
          </a:p>
          <a:p>
            <a:r>
              <a:t>              643</a:t>
            </a:r>
          </a:p>
          <a:p>
            <a:r>
              <a:t>            ],</a:t>
            </a:r>
          </a:p>
          <a:p>
            <a:r>
              <a:t>            [</a:t>
            </a:r>
          </a:p>
          <a:p>
            <a:r>
              <a:t>              304,</a:t>
            </a:r>
          </a:p>
          <a:p>
            <a:r>
              <a:t>              147</a:t>
            </a:r>
          </a:p>
          <a:p>
            <a:r>
              <a:t>            ]</a:t>
            </a:r>
          </a:p>
          <a:p>
            <a:r>
              <a:t>          ],</a:t>
            </a:r>
          </a:p>
          <a:p>
            <a:r>
              <a:t>          "f1": 0.23690572119258663,</a:t>
            </a:r>
          </a:p>
          <a:p>
            <a:r>
              <a:t>          "first_sprint_entry": "2019-12-16T12:37:11",</a:t>
            </a:r>
          </a:p>
          <a:p>
            <a:r>
              <a:t>          "last_sprint_entry": "2021-09-29T05:39:56",</a:t>
            </a:r>
          </a:p>
          <a:p>
            <a:r>
              <a:t>          "positive_count": 451,</a:t>
            </a:r>
          </a:p>
          <a:p>
            <a:r>
              <a:t>          "positive_rate": 0.09466834592779177,</a:t>
            </a:r>
          </a:p>
          <a:p>
            <a:r>
              <a:t>          "precision": 0.1860759493670886,</a:t>
            </a:r>
          </a:p>
          <a:p>
            <a:r>
              <a:t>          "recall": 0.3259423503325942,</a:t>
            </a:r>
          </a:p>
          <a:p>
            <a:r>
              <a:t>          "roc_auc": 0.6717431906734809,</a:t>
            </a:r>
          </a:p>
          <a:p>
            <a:r>
              <a:t>          "row_count": 4764,</a:t>
            </a:r>
          </a:p>
          <a:p>
            <a:r>
              <a:t>          "threshold": 0.62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"metadata": {</a:t>
            </a:r>
          </a:p>
          <a:p>
            <a:r>
              <a:t>        "best_validation_log_loss": 0.6478569122231016,</a:t>
            </a:r>
          </a:p>
          <a:p>
            <a:r>
              <a:t>        "created_at_utc": "2026-09-24T18:24:25.416484+00:00",</a:t>
            </a:r>
          </a:p>
          <a:p>
            <a:r>
              <a:t>        "data_root": "/home/yakovelm/Master/Tasks/evaluate-logistic-instability-model/cluster_runs/20260924-212357-961761/all/results/input_layout",</a:t>
            </a:r>
          </a:p>
          <a:p>
            <a:r>
              <a:t>        "feature_policy": "pre_sprint_only",</a:t>
            </a:r>
          </a:p>
          <a:p>
            <a:r>
              <a:t>        "label_column": "is_change_text_num_words_10",</a:t>
            </a:r>
          </a:p>
          <a:p>
            <a:r>
              <a:t>        "model": "dependency_light_logistic_regression",</a:t>
            </a:r>
          </a:p>
          <a:p>
            <a:r>
              <a:t>        "project": "all",</a:t>
            </a:r>
          </a:p>
          <a:p>
            <a:r>
              <a:t>        "selected_threshold": 0.62,</a:t>
            </a:r>
          </a:p>
          <a:p>
            <a:r>
              <a:t>        "split_strategy": "chronological_60_20_20",</a:t>
            </a:r>
          </a:p>
          <a:p>
            <a:r>
              <a:t>        "threshold_strategy": "maximum_validation_f1",</a:t>
            </a:r>
          </a:p>
          <a:p>
            <a:r>
              <a:t>        "training_iterations": 1021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"15": {</a:t>
            </a:r>
          </a:p>
          <a:p>
            <a:r>
              <a:t>      "metrics": {</a:t>
            </a:r>
          </a:p>
          <a:p>
            <a:r>
              <a:t>        "test": {</a:t>
            </a:r>
          </a:p>
          <a:p>
            <a:r>
              <a:t>          "accuracy": 0.8627492130115425,</a:t>
            </a:r>
          </a:p>
          <a:p>
            <a:r>
              <a:t>          "auc_prc": 0.102745000742449,</a:t>
            </a:r>
          </a:p>
          <a:p>
            <a:r>
              <a:t>          "average_precision": 0.10440552662302127,</a:t>
            </a:r>
          </a:p>
          <a:p>
            <a:r>
              <a:t>          "balanced_accuracy": 0.5647329650092081,</a:t>
            </a:r>
          </a:p>
          <a:p>
            <a:r>
              <a:t>          "confusion_matrix": [</a:t>
            </a:r>
          </a:p>
          <a:p>
            <a:r>
              <a:t>            [</a:t>
            </a:r>
          </a:p>
          <a:p>
            <a:r>
              <a:t>              4055,</a:t>
            </a:r>
          </a:p>
          <a:p>
            <a:r>
              <a:t>              470</a:t>
            </a:r>
          </a:p>
          <a:p>
            <a:r>
              <a:t>            ],</a:t>
            </a:r>
          </a:p>
          <a:p>
            <a:r>
              <a:t>            [</a:t>
            </a:r>
          </a:p>
          <a:p>
            <a:r>
              <a:t>              184,</a:t>
            </a:r>
          </a:p>
          <a:p>
            <a:r>
              <a:t>              56</a:t>
            </a:r>
          </a:p>
          <a:p>
            <a:r>
              <a:t>            ]</a:t>
            </a:r>
          </a:p>
          <a:p>
            <a:r>
              <a:t>          ],</a:t>
            </a:r>
          </a:p>
          <a:p>
            <a:r>
              <a:t>          "f1": 0.1462140992167102,</a:t>
            </a:r>
          </a:p>
          <a:p>
            <a:r>
              <a:t>          "first_sprint_entry": "2021-09-29T05:43:37",</a:t>
            </a:r>
          </a:p>
          <a:p>
            <a:r>
              <a:t>          "last_sprint_entry": "2023-04-27T18:22:56",</a:t>
            </a:r>
          </a:p>
          <a:p>
            <a:r>
              <a:t>          "positive_count": 240,</a:t>
            </a:r>
          </a:p>
          <a:p>
            <a:r>
              <a:t>          "positive_rate": 0.05036726128016789,</a:t>
            </a:r>
          </a:p>
          <a:p>
            <a:r>
              <a:t>          "precision": 0.10646387832699619,</a:t>
            </a:r>
          </a:p>
          <a:p>
            <a:r>
              <a:t>          "recall": 0.23333333333333334,</a:t>
            </a:r>
          </a:p>
          <a:p>
            <a:r>
              <a:t>          "roc_auc": 0.6911620626151013,</a:t>
            </a:r>
          </a:p>
          <a:p>
            <a:r>
              <a:t>          "row_count": 4765,</a:t>
            </a:r>
          </a:p>
          <a:p>
            <a:r>
              <a:t>          "threshold": 0.63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"accuracy": 0.8267683481424474,</a:t>
            </a:r>
          </a:p>
          <a:p>
            <a:r>
              <a:t>          "auc_prc": 0.28265742183711456,</a:t>
            </a:r>
          </a:p>
          <a:p>
            <a:r>
              <a:t>          "average_precision": 0.283237502669219,</a:t>
            </a:r>
          </a:p>
          <a:p>
            <a:r>
              <a:t>          "balanced_accuracy": 0.6595636062002672,</a:t>
            </a:r>
          </a:p>
          <a:p>
            <a:r>
              <a:t>          "confusion_matrix": [</a:t>
            </a:r>
          </a:p>
          <a:p>
            <a:r>
              <a:t>            [</a:t>
            </a:r>
          </a:p>
          <a:p>
            <a:r>
              <a:t>              11164,</a:t>
            </a:r>
          </a:p>
          <a:p>
            <a:r>
              <a:t>              1677</a:t>
            </a:r>
          </a:p>
          <a:p>
            <a:r>
              <a:t>            ],</a:t>
            </a:r>
          </a:p>
          <a:p>
            <a:r>
              <a:t>            [</a:t>
            </a:r>
          </a:p>
          <a:p>
            <a:r>
              <a:t>              799,</a:t>
            </a:r>
          </a:p>
          <a:p>
            <a:r>
              <a:t>              653</a:t>
            </a:r>
          </a:p>
          <a:p>
            <a:r>
              <a:t>            ]</a:t>
            </a:r>
          </a:p>
          <a:p>
            <a:r>
              <a:t>          ],</a:t>
            </a:r>
          </a:p>
          <a:p>
            <a:r>
              <a:t>          "f1": 0.34531993654151244,</a:t>
            </a:r>
          </a:p>
          <a:p>
            <a:r>
              <a:t>          "first_sprint_entry": "2006-08-23T06:57:12",</a:t>
            </a:r>
          </a:p>
          <a:p>
            <a:r>
              <a:t>          "last_sprint_entry": "2019-12-16T10:53:39",</a:t>
            </a:r>
          </a:p>
          <a:p>
            <a:r>
              <a:t>          "positive_count": 1452,</a:t>
            </a:r>
          </a:p>
          <a:p>
            <a:r>
              <a:t>          "positive_rate": 0.10158819002308822,</a:t>
            </a:r>
          </a:p>
          <a:p>
            <a:r>
              <a:t>          "precision": 0.28025751072961375,</a:t>
            </a:r>
          </a:p>
          <a:p>
            <a:r>
              <a:t>          "recall": 0.4497245179063361,</a:t>
            </a:r>
          </a:p>
          <a:p>
            <a:r>
              <a:t>          "roc_auc": 0.771945835513527,</a:t>
            </a:r>
          </a:p>
          <a:p>
            <a:r>
              <a:t>          "row_count": 14293,</a:t>
            </a:r>
          </a:p>
          <a:p>
            <a:r>
              <a:t>          "threshold": 0.63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"accuracy": 0.809823677581864,</a:t>
            </a:r>
          </a:p>
          <a:p>
            <a:r>
              <a:t>          "auc_prc": 0.14476240112932143,</a:t>
            </a:r>
          </a:p>
          <a:p>
            <a:r>
              <a:t>          "average_precision": 0.14593108669953841,</a:t>
            </a:r>
          </a:p>
          <a:p>
            <a:r>
              <a:t>          "balanced_accuracy": 0.5933878621378621,</a:t>
            </a:r>
          </a:p>
          <a:p>
            <a:r>
              <a:t>          "confusion_matrix": [</a:t>
            </a:r>
          </a:p>
          <a:p>
            <a:r>
              <a:t>            [</a:t>
            </a:r>
          </a:p>
          <a:p>
            <a:r>
              <a:t>              3735,</a:t>
            </a:r>
          </a:p>
          <a:p>
            <a:r>
              <a:t>              665</a:t>
            </a:r>
          </a:p>
          <a:p>
            <a:r>
              <a:t>            ],</a:t>
            </a:r>
          </a:p>
          <a:p>
            <a:r>
              <a:t>            [</a:t>
            </a:r>
          </a:p>
          <a:p>
            <a:r>
              <a:t>              241,</a:t>
            </a:r>
          </a:p>
          <a:p>
            <a:r>
              <a:t>              123</a:t>
            </a:r>
          </a:p>
          <a:p>
            <a:r>
              <a:t>            ]</a:t>
            </a:r>
          </a:p>
          <a:p>
            <a:r>
              <a:t>          ],</a:t>
            </a:r>
          </a:p>
          <a:p>
            <a:r>
              <a:t>          "f1": 0.21354166666666666,</a:t>
            </a:r>
          </a:p>
          <a:p>
            <a:r>
              <a:t>          "first_sprint_entry": "2019-12-16T12:37:11",</a:t>
            </a:r>
          </a:p>
          <a:p>
            <a:r>
              <a:t>          "last_sprint_entry": "2021-09-29T05:39:56",</a:t>
            </a:r>
          </a:p>
          <a:p>
            <a:r>
              <a:t>          "positive_count": 364,</a:t>
            </a:r>
          </a:p>
          <a:p>
            <a:r>
              <a:t>          "positive_rate": 0.0764063811922754,</a:t>
            </a:r>
          </a:p>
          <a:p>
            <a:r>
              <a:t>          "precision": 0.15609137055837563,</a:t>
            </a:r>
          </a:p>
          <a:p>
            <a:r>
              <a:t>          "recall": 0.33791208791208793,</a:t>
            </a:r>
          </a:p>
          <a:p>
            <a:r>
              <a:t>          "roc_auc": 0.6830937812187812,</a:t>
            </a:r>
          </a:p>
          <a:p>
            <a:r>
              <a:t>          "row_count": 4764,</a:t>
            </a:r>
          </a:p>
          <a:p>
            <a:r>
              <a:t>          "threshold": 0.63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"metadata": {</a:t>
            </a:r>
          </a:p>
          <a:p>
            <a:r>
              <a:t>        "best_validation_log_loss": 0.64055446636352,</a:t>
            </a:r>
          </a:p>
          <a:p>
            <a:r>
              <a:t>        "created_at_utc": "2026-09-24T18:24:34.400871+00:00",</a:t>
            </a:r>
          </a:p>
          <a:p>
            <a:r>
              <a:t>        "data_root": "/home/yakovelm/Master/Tasks/evaluate-logistic-instability-model/cluster_runs/20260924-212357-961761/all/results/input_layout",</a:t>
            </a:r>
          </a:p>
          <a:p>
            <a:r>
              <a:t>        "feature_policy": "pre_sprint_only",</a:t>
            </a:r>
          </a:p>
          <a:p>
            <a:r>
              <a:t>        "label_column": "is_change_text_num_words_15",</a:t>
            </a:r>
          </a:p>
          <a:p>
            <a:r>
              <a:t>        "model": "dependency_light_logistic_regression",</a:t>
            </a:r>
          </a:p>
          <a:p>
            <a:r>
              <a:t>        "project": "all",</a:t>
            </a:r>
          </a:p>
          <a:p>
            <a:r>
              <a:t>        "selected_threshold": 0.63,</a:t>
            </a:r>
          </a:p>
          <a:p>
            <a:r>
              <a:t>        "split_strategy": "chronological_60_20_20",</a:t>
            </a:r>
          </a:p>
          <a:p>
            <a:r>
              <a:t>        "threshold_strategy": "maximum_validation_f1",</a:t>
            </a:r>
          </a:p>
          <a:p>
            <a:r>
              <a:t>        "training_iterations": 2000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"20": {</a:t>
            </a:r>
          </a:p>
          <a:p>
            <a:r>
              <a:t>      "metrics": {</a:t>
            </a:r>
          </a:p>
          <a:p>
            <a:r>
              <a:t>        "test": {</a:t>
            </a:r>
          </a:p>
          <a:p>
            <a:r>
              <a:t>          "accuracy": 0.8891920251836306,</a:t>
            </a:r>
          </a:p>
          <a:p>
            <a:r>
              <a:t>          "auc_prc": 0.0820352506791452,</a:t>
            </a:r>
          </a:p>
          <a:p>
            <a:r>
              <a:t>          "average_precision": 0.084115513616915,</a:t>
            </a:r>
          </a:p>
          <a:p>
            <a:r>
              <a:t>          "balanced_accuracy": 0.5660093357172454,</a:t>
            </a:r>
          </a:p>
          <a:p>
            <a:r>
              <a:t>          "confusion_matrix": [</a:t>
            </a:r>
          </a:p>
          <a:p>
            <a:r>
              <a:t>            [</a:t>
            </a:r>
          </a:p>
          <a:p>
            <a:r>
              <a:t>              4196,</a:t>
            </a:r>
          </a:p>
          <a:p>
            <a:r>
              <a:t>              378</a:t>
            </a:r>
          </a:p>
          <a:p>
            <a:r>
              <a:t>            ],</a:t>
            </a:r>
          </a:p>
          <a:p>
            <a:r>
              <a:t>            [</a:t>
            </a:r>
          </a:p>
          <a:p>
            <a:r>
              <a:t>              150,</a:t>
            </a:r>
          </a:p>
          <a:p>
            <a:r>
              <a:t>              41</a:t>
            </a:r>
          </a:p>
          <a:p>
            <a:r>
              <a:t>            ]</a:t>
            </a:r>
          </a:p>
          <a:p>
            <a:r>
              <a:t>          ],</a:t>
            </a:r>
          </a:p>
          <a:p>
            <a:r>
              <a:t>          "f1": 0.13442622950819674,</a:t>
            </a:r>
          </a:p>
          <a:p>
            <a:r>
              <a:t>          "first_sprint_entry": "2021-09-29T05:43:37",</a:t>
            </a:r>
          </a:p>
          <a:p>
            <a:r>
              <a:t>          "last_sprint_entry": "2023-04-27T18:22:56",</a:t>
            </a:r>
          </a:p>
          <a:p>
            <a:r>
              <a:t>          "positive_count": 191,</a:t>
            </a:r>
          </a:p>
          <a:p>
            <a:r>
              <a:t>          "positive_rate": 0.04008394543546694,</a:t>
            </a:r>
          </a:p>
          <a:p>
            <a:r>
              <a:t>          "precision": 0.09785202863961814,</a:t>
            </a:r>
          </a:p>
          <a:p>
            <a:r>
              <a:t>          "recall": 0.21465968586387435,</a:t>
            </a:r>
          </a:p>
          <a:p>
            <a:r>
              <a:t>          "roc_auc": 0.6778788371331702,</a:t>
            </a:r>
          </a:p>
          <a:p>
            <a:r>
              <a:t>          "row_count": 4765,</a:t>
            </a:r>
          </a:p>
          <a:p>
            <a:r>
              <a:t>          "threshold": 0.6599999999999999</a:t>
            </a:r>
          </a:p>
          <a:p>
            <a:r>
              <a:t>        },</a:t>
            </a:r>
          </a:p>
          <a:p>
            <a:r>
              <a:t>        "train": {</a:t>
            </a:r>
          </a:p>
          <a:p>
            <a:r>
              <a:t>          "accuracy": 0.855733575876303,</a:t>
            </a:r>
          </a:p>
          <a:p>
            <a:r>
              <a:t>          "auc_prc": 0.175221285143473,</a:t>
            </a:r>
          </a:p>
          <a:p>
            <a:r>
              <a:t>          "average_precision": 0.1760891967094827,</a:t>
            </a:r>
          </a:p>
          <a:p>
            <a:r>
              <a:t>          "balanced_accuracy": 0.6118473295019105,</a:t>
            </a:r>
          </a:p>
          <a:p>
            <a:r>
              <a:t>          "confusion_matrix": [</a:t>
            </a:r>
          </a:p>
          <a:p>
            <a:r>
              <a:t>            [</a:t>
            </a:r>
          </a:p>
          <a:p>
            <a:r>
              <a:t>              11903,</a:t>
            </a:r>
          </a:p>
          <a:p>
            <a:r>
              <a:t>              1391</a:t>
            </a:r>
          </a:p>
          <a:p>
            <a:r>
              <a:t>            ],</a:t>
            </a:r>
          </a:p>
          <a:p>
            <a:r>
              <a:t>            [</a:t>
            </a:r>
          </a:p>
          <a:p>
            <a:r>
              <a:t>              671,</a:t>
            </a:r>
          </a:p>
          <a:p>
            <a:r>
              <a:t>              328</a:t>
            </a:r>
          </a:p>
          <a:p>
            <a:r>
              <a:t>            ]</a:t>
            </a:r>
          </a:p>
          <a:p>
            <a:r>
              <a:t>          ],</a:t>
            </a:r>
          </a:p>
          <a:p>
            <a:r>
              <a:t>          "f1": 0.24135393671817512,</a:t>
            </a:r>
          </a:p>
          <a:p>
            <a:r>
              <a:t>          "first_sprint_entry": "2006-08-23T06:57:12",</a:t>
            </a:r>
          </a:p>
          <a:p>
            <a:r>
              <a:t>          "last_sprint_entry": "2019-12-16T10:53:39",</a:t>
            </a:r>
          </a:p>
          <a:p>
            <a:r>
              <a:t>          "positive_count": 999,</a:t>
            </a:r>
          </a:p>
          <a:p>
            <a:r>
              <a:t>          "positive_rate": 0.06989435387952145,</a:t>
            </a:r>
          </a:p>
          <a:p>
            <a:r>
              <a:t>          "precision": 0.1908086096567772,</a:t>
            </a:r>
          </a:p>
          <a:p>
            <a:r>
              <a:t>          "recall": 0.3283283283283283,</a:t>
            </a:r>
          </a:p>
          <a:p>
            <a:r>
              <a:t>          "roc_auc": 0.7489067975753698,</a:t>
            </a:r>
          </a:p>
          <a:p>
            <a:r>
              <a:t>          "row_count": 14293,</a:t>
            </a:r>
          </a:p>
          <a:p>
            <a:r>
              <a:t>          "threshold": 0.6599999999999999</a:t>
            </a:r>
          </a:p>
          <a:p>
            <a:r>
              <a:t>        },</a:t>
            </a:r>
          </a:p>
          <a:p>
            <a:r>
              <a:t>        "validation": {</a:t>
            </a:r>
          </a:p>
          <a:p>
            <a:r>
              <a:t>          "accuracy": 0.8469773299748111,</a:t>
            </a:r>
          </a:p>
          <a:p>
            <a:r>
              <a:t>          "auc_prc": 0.16643672089942604,</a:t>
            </a:r>
          </a:p>
          <a:p>
            <a:r>
              <a:t>          "average_precision": 0.16793336521744062,</a:t>
            </a:r>
          </a:p>
          <a:p>
            <a:r>
              <a:t>          "balanced_accuracy": 0.6280310322243828,</a:t>
            </a:r>
          </a:p>
          <a:p>
            <a:r>
              <a:t>          "confusion_matrix": [</a:t>
            </a:r>
          </a:p>
          <a:p>
            <a:r>
              <a:t>            [</a:t>
            </a:r>
          </a:p>
          <a:p>
            <a:r>
              <a:t>              3918,</a:t>
            </a:r>
          </a:p>
          <a:p>
            <a:r>
              <a:t>              535</a:t>
            </a:r>
          </a:p>
          <a:p>
            <a:r>
              <a:t>            ],</a:t>
            </a:r>
          </a:p>
          <a:p>
            <a:r>
              <a:t>            [</a:t>
            </a:r>
          </a:p>
          <a:p>
            <a:r>
              <a:t>              194,</a:t>
            </a:r>
          </a:p>
          <a:p>
            <a:r>
              <a:t>              117</a:t>
            </a:r>
          </a:p>
          <a:p>
            <a:r>
              <a:t>            ]</a:t>
            </a:r>
          </a:p>
          <a:p>
            <a:r>
              <a:t>          ],</a:t>
            </a:r>
          </a:p>
          <a:p>
            <a:r>
              <a:t>          "f1": 0.2429906542056075,</a:t>
            </a:r>
          </a:p>
          <a:p>
            <a:r>
              <a:t>          "first_sprint_entry": "2019-12-16T12:37:11",</a:t>
            </a:r>
          </a:p>
          <a:p>
            <a:r>
              <a:t>          "last_sprint_entry": "2021-09-29T05:39:56",</a:t>
            </a:r>
          </a:p>
          <a:p>
            <a:r>
              <a:t>          "positive_count": 311,</a:t>
            </a:r>
          </a:p>
          <a:p>
            <a:r>
              <a:t>          "positive_rate": 0.06528127623845507,</a:t>
            </a:r>
          </a:p>
          <a:p>
            <a:r>
              <a:t>          "precision": 0.1794478527607362,</a:t>
            </a:r>
          </a:p>
          <a:p>
            <a:r>
              <a:t>          "recall": 0.3762057877813505,</a:t>
            </a:r>
          </a:p>
          <a:p>
            <a:r>
              <a:t>          "roc_auc": 0.7240626103432565,</a:t>
            </a:r>
          </a:p>
          <a:p>
            <a:r>
              <a:t>          "row_count": 4764,</a:t>
            </a:r>
          </a:p>
          <a:p>
            <a:r>
              <a:t>          "threshold": 0.6599999999999999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"metadata": {</a:t>
            </a:r>
          </a:p>
          <a:p>
            <a:r>
              <a:t>        "best_validation_log_loss": 0.6159776814100205,</a:t>
            </a:r>
          </a:p>
          <a:p>
            <a:r>
              <a:t>        "created_at_utc": "2026-09-24T18:24:43.504944+00:00",</a:t>
            </a:r>
          </a:p>
          <a:p>
            <a:r>
              <a:t>        "data_root": "/home/yakovelm/Master/Tasks/evaluate-logistic-instability-model/cluster_runs/20260924-212357-961761/all/results/input_layout",</a:t>
            </a:r>
          </a:p>
          <a:p>
            <a:r>
              <a:t>        "feature_policy": "pre_sprint_only",</a:t>
            </a:r>
          </a:p>
          <a:p>
            <a:r>
              <a:t>        "label_column": "is_change_text_num_words_20",</a:t>
            </a:r>
          </a:p>
          <a:p>
            <a:r>
              <a:t>        "model": "dependency_light_logistic_regression",</a:t>
            </a:r>
          </a:p>
          <a:p>
            <a:r>
              <a:t>        "project": "all",</a:t>
            </a:r>
          </a:p>
          <a:p>
            <a:r>
              <a:t>        "selected_threshold": 0.6599999999999999,</a:t>
            </a:r>
          </a:p>
          <a:p>
            <a:r>
              <a:t>        "split_strategy": "chronological_60_20_20",</a:t>
            </a:r>
          </a:p>
          <a:p>
            <a:r>
              <a:t>        "threshold_strategy": "maximum_validation_f1",</a:t>
            </a:r>
          </a:p>
          <a:p>
            <a:r>
              <a:t>        "training_iterations": 2000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"spec": {</a:t>
            </a:r>
          </a:p>
          <a:p>
            <a:r>
              <a:t>    "experiment": "Pooled logistic experiment (#365)",</a:t>
            </a:r>
          </a:p>
          <a:p>
            <a:r>
              <a:t>    "task": "How well does a simple logistic model predict newer issues from older multi-repository data, using the pooled split?",</a:t>
            </a:r>
          </a:p>
          <a:p>
            <a:r>
              <a:t>    "why": [</a:t>
            </a:r>
          </a:p>
          <a:p>
            <a:r>
              <a:t>      "A separate model family, not another baseline-versus-refactored pair.",</a:t>
            </a:r>
          </a:p>
          <a:p>
            <a:r>
              <a:t>      "One grouped job succeeded; four levels (5, 10, 15, 20) and four outputs.",</a:t>
            </a:r>
          </a:p>
          <a:p>
            <a:r>
              <a:t>      "Same validation/test issue-key and label order, and feature transformer, as #358.",</a:t>
            </a:r>
          </a:p>
          <a:p>
            <a:r>
              <a:t>      "Training uses class weights; model selection uses balanced validation log loss."</a:t>
            </a:r>
          </a:p>
          <a:p>
            <a:r>
              <a:t>    ],</a:t>
            </a:r>
          </a:p>
          <a:p>
            <a:r>
              <a:t>    "conclusions": {</a:t>
            </a:r>
          </a:p>
          <a:p>
            <a:r>
              <a:t>      "findings": [</a:t>
            </a:r>
          </a:p>
          <a:p>
            <a:r>
              <a:t>        "Four complete logistic results. AUC-PRC: 0.1454 / 0.1157 / 0.1027 / 0.0820.",</a:t>
            </a:r>
          </a:p>
          <a:p>
            <a:r>
              <a:t>        "Level 5: precision 13.12%, recall 56.15%, and accuracy 56.03%.",</a:t>
            </a:r>
          </a:p>
          <a:p>
            <a:r>
              <a:t>        "At level 5, always-stable accuracy is 89.42%; accuracy alone is misleading.",</a:t>
            </a:r>
          </a:p>
          <a:p>
            <a:r>
              <a:t>        "One logistic variant only: this run cannot isolate the effect of balancing."</a:t>
            </a:r>
          </a:p>
          <a:p>
            <a:r>
              <a:t>      ],</a:t>
            </a:r>
          </a:p>
          <a:p>
            <a:r>
              <a:t>      "next_steps": [</a:t>
            </a:r>
          </a:p>
          <a:p>
            <a:r>
              <a:t>        "Shared evaluation rows with #358 make score comparisons useful, but selection policies differ.",</a:t>
            </a:r>
          </a:p>
          <a:p>
            <a:r>
              <a:t>        "Logistic uses balanced validation log loss; #358 selects by validation AUC-PRC.",</a:t>
            </a:r>
          </a:p>
          <a:p>
            <a:r>
              <a:t>        "Qt and Apache supply 94.6% of test rows; no Hyperledger or IntelDAOS test rows.",</a:t>
            </a:r>
          </a:p>
          <a:p>
            <a:r>
              <a:t>        "No original historical pipeline replay and no statistical-significance claim."</a:t>
            </a:r>
          </a:p>
          <a:p>
            <a:r>
              <a:t>      ]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Requested plain-language comparison of #358 and #357.</a:t>
            </a:r>
          </a:p>
          <a:p>
            <a:r>
              <a:t>#358 artifact commit: 613d77153bb4f3f00c8111290caa2a767302309e; #357 artifact commit: 028b4e40f81ce29f00ae561f795a6df8a52adb7b.</a:t>
            </a:r>
          </a:p>
          <a:p>
            <a:r>
              <a:t>Source: experiment split_manifest.json files and completed output counts. Global pooled test has no Hyperledger/IntelDAOS rows. Within-project test samples every repository. Score differences do not isolate the effect of shared versus repository-specific training because evaluation populations differ.</a:t>
            </a:r>
          </a:p>
          <a:p>
            <a:r>
              <a:t>[</a:t>
            </a:r>
          </a:p>
          <a:p>
            <a:r>
              <a:t>  [</a:t>
            </a:r>
          </a:p>
          <a:p>
            <a:r>
              <a:t>    "Research question",</a:t>
            </a:r>
          </a:p>
          <a:p>
            <a:r>
              <a:t>    "Can older data from multiple repositories predict newer issues?",</a:t>
            </a:r>
          </a:p>
          <a:p>
            <a:r>
              <a:t>    "Can a repository's own older data predict its newer issues?"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"Training data",</a:t>
            </a:r>
          </a:p>
          <a:p>
            <a:r>
              <a:t>    "Older rows combined from all six repositories",</a:t>
            </a:r>
          </a:p>
          <a:p>
            <a:r>
              <a:t>    "Older rows from one repository only"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"Split",</a:t>
            </a:r>
          </a:p>
          <a:p>
            <a:r>
              <a:t>    "One global chronological 60/20/20 split",</a:t>
            </a:r>
          </a:p>
          <a:p>
            <a:r>
              <a:t>    "Independent chronological 60/20/20 split in each repository"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"Models trained",</a:t>
            </a:r>
          </a:p>
          <a:p>
            <a:r>
              <a:t>    "One shared model per family, level and variant",</a:t>
            </a:r>
          </a:p>
          <a:p>
            <a:r>
              <a:t>    "Six separate models per family, level and variant"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"Test coverage",</a:t>
            </a:r>
          </a:p>
          <a:p>
            <a:r>
              <a:t>    "Repositories in the latest global window (four here)",</a:t>
            </a:r>
          </a:p>
          <a:p>
            <a:r>
              <a:t>    "Latest 20% of every repository (all six)"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"Results",</a:t>
            </a:r>
          </a:p>
          <a:p>
            <a:r>
              <a:t>    "Scores on one combined test set",</a:t>
            </a:r>
          </a:p>
          <a:p>
            <a:r>
              <a:t>    "Per-repository scores, then equal-weight averages"</a:t>
            </a:r>
          </a:p>
          <a:p>
            <a:r>
              <a:t>  ],</a:t>
            </a:r>
          </a:p>
          <a:p>
            <a:r>
              <a:t>  [</a:t>
            </a:r>
          </a:p>
          <a:p>
            <a:r>
              <a:t>    "Completed outputs",</a:t>
            </a:r>
          </a:p>
          <a:p>
            <a:r>
              <a:t>    "24",</a:t>
            </a:r>
          </a:p>
          <a:p>
            <a:r>
              <a:t>    "144"</a:t>
            </a:r>
          </a:p>
          <a:p>
            <a:r>
              <a:t>  ]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83D4C-B068-43AD-88C9-A0D18B249B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8231" y="2545557"/>
            <a:ext cx="5627829" cy="2387600"/>
          </a:xfrm>
        </p:spPr>
        <p:txBody>
          <a:bodyPr anchor="b">
            <a:normAutofit/>
          </a:bodyPr>
          <a:lstStyle>
            <a:lvl1pPr algn="l" rtl="0">
              <a:defRPr sz="44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9CDE13-FEF2-43B7-810A-8EF488D113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8231" y="5025232"/>
            <a:ext cx="5627829" cy="1655762"/>
          </a:xfrm>
        </p:spPr>
        <p:txBody>
          <a:bodyPr/>
          <a:lstStyle>
            <a:lvl1pPr marL="0" indent="0" algn="l" rtl="0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A63FAC1-1E8B-4081-BA8A-058AEA246693}"/>
              </a:ext>
            </a:extLst>
          </p:cNvPr>
          <p:cNvGrpSpPr/>
          <p:nvPr userDrawn="1"/>
        </p:nvGrpSpPr>
        <p:grpSpPr>
          <a:xfrm flipH="1">
            <a:off x="1" y="0"/>
            <a:ext cx="10950328" cy="6848279"/>
            <a:chOff x="1" y="0"/>
            <a:chExt cx="10950328" cy="6848279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DEF8902-8D80-42C1-B82B-079F31D096EF}"/>
                </a:ext>
              </a:extLst>
            </p:cNvPr>
            <p:cNvSpPr/>
            <p:nvPr userDrawn="1"/>
          </p:nvSpPr>
          <p:spPr>
            <a:xfrm>
              <a:off x="1" y="0"/>
              <a:ext cx="4887771" cy="6848279"/>
            </a:xfrm>
            <a:custGeom>
              <a:avLst/>
              <a:gdLst>
                <a:gd name="connsiteX0" fmla="*/ 0 w 4887771"/>
                <a:gd name="connsiteY0" fmla="*/ 0 h 6848279"/>
                <a:gd name="connsiteX1" fmla="*/ 1193928 w 4887771"/>
                <a:gd name="connsiteY1" fmla="*/ 0 h 6848279"/>
                <a:gd name="connsiteX2" fmla="*/ 4887771 w 4887771"/>
                <a:gd name="connsiteY2" fmla="*/ 2134960 h 6848279"/>
                <a:gd name="connsiteX3" fmla="*/ 4887771 w 4887771"/>
                <a:gd name="connsiteY3" fmla="*/ 6848279 h 6848279"/>
                <a:gd name="connsiteX4" fmla="*/ 4517967 w 4887771"/>
                <a:gd name="connsiteY4" fmla="*/ 6848279 h 6848279"/>
                <a:gd name="connsiteX5" fmla="*/ 0 w 4887771"/>
                <a:gd name="connsiteY5" fmla="*/ 4236994 h 6848279"/>
                <a:gd name="connsiteX6" fmla="*/ 0 w 4887771"/>
                <a:gd name="connsiteY6" fmla="*/ 0 h 6848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87771" h="6848279">
                  <a:moveTo>
                    <a:pt x="0" y="0"/>
                  </a:moveTo>
                  <a:lnTo>
                    <a:pt x="1193928" y="0"/>
                  </a:lnTo>
                  <a:lnTo>
                    <a:pt x="4887771" y="2134960"/>
                  </a:lnTo>
                  <a:lnTo>
                    <a:pt x="4887771" y="6848279"/>
                  </a:lnTo>
                  <a:lnTo>
                    <a:pt x="4517967" y="6848279"/>
                  </a:lnTo>
                  <a:lnTo>
                    <a:pt x="0" y="42369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BA6BD3E-5550-4BA6-A30F-E22961895C23}"/>
                </a:ext>
              </a:extLst>
            </p:cNvPr>
            <p:cNvSpPr/>
            <p:nvPr userDrawn="1"/>
          </p:nvSpPr>
          <p:spPr>
            <a:xfrm>
              <a:off x="1778000" y="1"/>
              <a:ext cx="9172329" cy="5295647"/>
            </a:xfrm>
            <a:custGeom>
              <a:avLst/>
              <a:gdLst>
                <a:gd name="connsiteX0" fmla="*/ 2816661 w 9172329"/>
                <a:gd name="connsiteY0" fmla="*/ 0 h 5295647"/>
                <a:gd name="connsiteX1" fmla="*/ 9172329 w 9172329"/>
                <a:gd name="connsiteY1" fmla="*/ 0 h 5295647"/>
                <a:gd name="connsiteX2" fmla="*/ 0 w 9172329"/>
                <a:gd name="connsiteY2" fmla="*/ 5295647 h 5295647"/>
                <a:gd name="connsiteX3" fmla="*/ 0 w 9172329"/>
                <a:gd name="connsiteY3" fmla="*/ 1626200 h 5295647"/>
                <a:gd name="connsiteX4" fmla="*/ 2816661 w 9172329"/>
                <a:gd name="connsiteY4" fmla="*/ 0 h 5295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72329" h="5295647">
                  <a:moveTo>
                    <a:pt x="2816661" y="0"/>
                  </a:moveTo>
                  <a:lnTo>
                    <a:pt x="9172329" y="0"/>
                  </a:lnTo>
                  <a:lnTo>
                    <a:pt x="0" y="5295647"/>
                  </a:lnTo>
                  <a:lnTo>
                    <a:pt x="0" y="1626200"/>
                  </a:lnTo>
                  <a:lnTo>
                    <a:pt x="2816661" y="0"/>
                  </a:lnTo>
                  <a:close/>
                </a:path>
              </a:pathLst>
            </a:custGeom>
            <a:solidFill>
              <a:schemeClr val="tx2">
                <a:alpha val="6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652DED8-030F-4A06-A84E-E478A2E775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025" y="6226133"/>
            <a:ext cx="2546134" cy="419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797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83D4C-B068-43AD-88C9-A0D18B249B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8231" y="2545557"/>
            <a:ext cx="6552389" cy="2387600"/>
          </a:xfrm>
        </p:spPr>
        <p:txBody>
          <a:bodyPr anchor="b">
            <a:noAutofit/>
          </a:bodyPr>
          <a:lstStyle>
            <a:lvl1pPr algn="l" rtl="0">
              <a:defRPr sz="66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9CDE13-FEF2-43B7-810A-8EF488D113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8231" y="5025232"/>
            <a:ext cx="6552389" cy="1655762"/>
          </a:xfrm>
        </p:spPr>
        <p:txBody>
          <a:bodyPr>
            <a:normAutofit/>
          </a:bodyPr>
          <a:lstStyle>
            <a:lvl1pPr marL="0" indent="0" algn="l" rtl="0">
              <a:buNone/>
              <a:defRPr sz="3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247F689-2605-4EDE-B409-7E0B530F7281}"/>
              </a:ext>
            </a:extLst>
          </p:cNvPr>
          <p:cNvGrpSpPr/>
          <p:nvPr userDrawn="1"/>
        </p:nvGrpSpPr>
        <p:grpSpPr>
          <a:xfrm flipH="1">
            <a:off x="6864945" y="1"/>
            <a:ext cx="5327055" cy="3428999"/>
            <a:chOff x="0" y="1"/>
            <a:chExt cx="4033520" cy="2596357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40662EF-B9BF-4D07-8B23-127BA839803A}"/>
                </a:ext>
              </a:extLst>
            </p:cNvPr>
            <p:cNvSpPr/>
            <p:nvPr userDrawn="1"/>
          </p:nvSpPr>
          <p:spPr>
            <a:xfrm>
              <a:off x="0" y="1"/>
              <a:ext cx="1800396" cy="2596357"/>
            </a:xfrm>
            <a:custGeom>
              <a:avLst/>
              <a:gdLst>
                <a:gd name="connsiteX0" fmla="*/ 0 w 1800396"/>
                <a:gd name="connsiteY0" fmla="*/ 0 h 2596357"/>
                <a:gd name="connsiteX1" fmla="*/ 419440 w 1800396"/>
                <a:gd name="connsiteY1" fmla="*/ 0 h 2596357"/>
                <a:gd name="connsiteX2" fmla="*/ 1800396 w 1800396"/>
                <a:gd name="connsiteY2" fmla="*/ 797296 h 2596357"/>
                <a:gd name="connsiteX3" fmla="*/ 1800396 w 1800396"/>
                <a:gd name="connsiteY3" fmla="*/ 2596357 h 2596357"/>
                <a:gd name="connsiteX4" fmla="*/ 0 w 1800396"/>
                <a:gd name="connsiteY4" fmla="*/ 1556898 h 2596357"/>
                <a:gd name="connsiteX5" fmla="*/ 0 w 1800396"/>
                <a:gd name="connsiteY5" fmla="*/ 0 h 259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00396" h="2596357">
                  <a:moveTo>
                    <a:pt x="0" y="0"/>
                  </a:moveTo>
                  <a:lnTo>
                    <a:pt x="419440" y="0"/>
                  </a:lnTo>
                  <a:lnTo>
                    <a:pt x="1800396" y="797296"/>
                  </a:lnTo>
                  <a:lnTo>
                    <a:pt x="1800396" y="2596357"/>
                  </a:lnTo>
                  <a:lnTo>
                    <a:pt x="0" y="15568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5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BA6BD3E-5550-4BA6-A30F-E22961895C23}"/>
                </a:ext>
              </a:extLst>
            </p:cNvPr>
            <p:cNvSpPr/>
            <p:nvPr userDrawn="1"/>
          </p:nvSpPr>
          <p:spPr>
            <a:xfrm>
              <a:off x="654921" y="1"/>
              <a:ext cx="3378599" cy="1950635"/>
            </a:xfrm>
            <a:custGeom>
              <a:avLst/>
              <a:gdLst>
                <a:gd name="connsiteX0" fmla="*/ 2816661 w 9172329"/>
                <a:gd name="connsiteY0" fmla="*/ 0 h 5295647"/>
                <a:gd name="connsiteX1" fmla="*/ 9172329 w 9172329"/>
                <a:gd name="connsiteY1" fmla="*/ 0 h 5295647"/>
                <a:gd name="connsiteX2" fmla="*/ 0 w 9172329"/>
                <a:gd name="connsiteY2" fmla="*/ 5295647 h 5295647"/>
                <a:gd name="connsiteX3" fmla="*/ 0 w 9172329"/>
                <a:gd name="connsiteY3" fmla="*/ 1626200 h 5295647"/>
                <a:gd name="connsiteX4" fmla="*/ 2816661 w 9172329"/>
                <a:gd name="connsiteY4" fmla="*/ 0 h 5295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72329" h="5295647">
                  <a:moveTo>
                    <a:pt x="2816661" y="0"/>
                  </a:moveTo>
                  <a:lnTo>
                    <a:pt x="9172329" y="0"/>
                  </a:lnTo>
                  <a:lnTo>
                    <a:pt x="0" y="5295647"/>
                  </a:lnTo>
                  <a:lnTo>
                    <a:pt x="0" y="1626200"/>
                  </a:lnTo>
                  <a:lnTo>
                    <a:pt x="2816661" y="0"/>
                  </a:lnTo>
                  <a:close/>
                </a:path>
              </a:pathLst>
            </a:custGeom>
            <a:solidFill>
              <a:schemeClr val="tx2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D56BF1F-368D-47FD-B5FE-0C49F283DD5C}"/>
              </a:ext>
            </a:extLst>
          </p:cNvPr>
          <p:cNvGrpSpPr/>
          <p:nvPr userDrawn="1"/>
        </p:nvGrpSpPr>
        <p:grpSpPr>
          <a:xfrm>
            <a:off x="9321222" y="6226175"/>
            <a:ext cx="2547937" cy="419101"/>
            <a:chOff x="396876" y="6226175"/>
            <a:chExt cx="2547937" cy="419101"/>
          </a:xfrm>
        </p:grpSpPr>
        <p:sp>
          <p:nvSpPr>
            <p:cNvPr id="5" name="AutoShape 3">
              <a:extLst>
                <a:ext uri="{FF2B5EF4-FFF2-40B4-BE49-F238E27FC236}">
                  <a16:creationId xmlns:a16="http://schemas.microsoft.com/office/drawing/2014/main" id="{40821695-DEC6-4868-ABCA-81F7D85BFED7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398463" y="6226175"/>
              <a:ext cx="2546350" cy="41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FEC0521E-1DB0-4124-8E45-A9F01D3BEF8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6876" y="6459538"/>
              <a:ext cx="2012950" cy="141288"/>
            </a:xfrm>
            <a:custGeom>
              <a:avLst/>
              <a:gdLst>
                <a:gd name="T0" fmla="*/ 1160 w 1179"/>
                <a:gd name="T1" fmla="*/ 55 h 82"/>
                <a:gd name="T2" fmla="*/ 1131 w 1179"/>
                <a:gd name="T3" fmla="*/ 38 h 82"/>
                <a:gd name="T4" fmla="*/ 1136 w 1179"/>
                <a:gd name="T5" fmla="*/ 61 h 82"/>
                <a:gd name="T6" fmla="*/ 1077 w 1179"/>
                <a:gd name="T7" fmla="*/ 57 h 82"/>
                <a:gd name="T8" fmla="*/ 1095 w 1179"/>
                <a:gd name="T9" fmla="*/ 21 h 82"/>
                <a:gd name="T10" fmla="*/ 1088 w 1179"/>
                <a:gd name="T11" fmla="*/ 56 h 82"/>
                <a:gd name="T12" fmla="*/ 1089 w 1179"/>
                <a:gd name="T13" fmla="*/ 76 h 82"/>
                <a:gd name="T14" fmla="*/ 1052 w 1179"/>
                <a:gd name="T15" fmla="*/ 43 h 82"/>
                <a:gd name="T16" fmla="*/ 1038 w 1179"/>
                <a:gd name="T17" fmla="*/ 58 h 82"/>
                <a:gd name="T18" fmla="*/ 985 w 1179"/>
                <a:gd name="T19" fmla="*/ 33 h 82"/>
                <a:gd name="T20" fmla="*/ 1003 w 1179"/>
                <a:gd name="T21" fmla="*/ 53 h 82"/>
                <a:gd name="T22" fmla="*/ 926 w 1179"/>
                <a:gd name="T23" fmla="*/ 26 h 82"/>
                <a:gd name="T24" fmla="*/ 927 w 1179"/>
                <a:gd name="T25" fmla="*/ 64 h 82"/>
                <a:gd name="T26" fmla="*/ 873 w 1179"/>
                <a:gd name="T27" fmla="*/ 63 h 82"/>
                <a:gd name="T28" fmla="*/ 899 w 1179"/>
                <a:gd name="T29" fmla="*/ 38 h 82"/>
                <a:gd name="T30" fmla="*/ 866 w 1179"/>
                <a:gd name="T31" fmla="*/ 63 h 82"/>
                <a:gd name="T32" fmla="*/ 844 w 1179"/>
                <a:gd name="T33" fmla="*/ 61 h 82"/>
                <a:gd name="T34" fmla="*/ 858 w 1179"/>
                <a:gd name="T35" fmla="*/ 27 h 82"/>
                <a:gd name="T36" fmla="*/ 816 w 1179"/>
                <a:gd name="T37" fmla="*/ 27 h 82"/>
                <a:gd name="T38" fmla="*/ 814 w 1179"/>
                <a:gd name="T39" fmla="*/ 0 h 82"/>
                <a:gd name="T40" fmla="*/ 800 w 1179"/>
                <a:gd name="T41" fmla="*/ 63 h 82"/>
                <a:gd name="T42" fmla="*/ 772 w 1179"/>
                <a:gd name="T43" fmla="*/ 20 h 82"/>
                <a:gd name="T44" fmla="*/ 710 w 1179"/>
                <a:gd name="T45" fmla="*/ 62 h 82"/>
                <a:gd name="T46" fmla="*/ 732 w 1179"/>
                <a:gd name="T47" fmla="*/ 21 h 82"/>
                <a:gd name="T48" fmla="*/ 695 w 1179"/>
                <a:gd name="T49" fmla="*/ 21 h 82"/>
                <a:gd name="T50" fmla="*/ 677 w 1179"/>
                <a:gd name="T51" fmla="*/ 61 h 82"/>
                <a:gd name="T52" fmla="*/ 691 w 1179"/>
                <a:gd name="T53" fmla="*/ 27 h 82"/>
                <a:gd name="T54" fmla="*/ 657 w 1179"/>
                <a:gd name="T55" fmla="*/ 14 h 82"/>
                <a:gd name="T56" fmla="*/ 661 w 1179"/>
                <a:gd name="T57" fmla="*/ 21 h 82"/>
                <a:gd name="T58" fmla="*/ 642 w 1179"/>
                <a:gd name="T59" fmla="*/ 28 h 82"/>
                <a:gd name="T60" fmla="*/ 621 w 1179"/>
                <a:gd name="T61" fmla="*/ 55 h 82"/>
                <a:gd name="T62" fmla="*/ 615 w 1179"/>
                <a:gd name="T63" fmla="*/ 27 h 82"/>
                <a:gd name="T64" fmla="*/ 596 w 1179"/>
                <a:gd name="T65" fmla="*/ 34 h 82"/>
                <a:gd name="T66" fmla="*/ 587 w 1179"/>
                <a:gd name="T67" fmla="*/ 40 h 82"/>
                <a:gd name="T68" fmla="*/ 560 w 1179"/>
                <a:gd name="T69" fmla="*/ 43 h 82"/>
                <a:gd name="T70" fmla="*/ 535 w 1179"/>
                <a:gd name="T71" fmla="*/ 44 h 82"/>
                <a:gd name="T72" fmla="*/ 498 w 1179"/>
                <a:gd name="T73" fmla="*/ 9 h 82"/>
                <a:gd name="T74" fmla="*/ 506 w 1179"/>
                <a:gd name="T75" fmla="*/ 63 h 82"/>
                <a:gd name="T76" fmla="*/ 480 w 1179"/>
                <a:gd name="T77" fmla="*/ 39 h 82"/>
                <a:gd name="T78" fmla="*/ 460 w 1179"/>
                <a:gd name="T79" fmla="*/ 21 h 82"/>
                <a:gd name="T80" fmla="*/ 442 w 1179"/>
                <a:gd name="T81" fmla="*/ 39 h 82"/>
                <a:gd name="T82" fmla="*/ 402 w 1179"/>
                <a:gd name="T83" fmla="*/ 5 h 82"/>
                <a:gd name="T84" fmla="*/ 367 w 1179"/>
                <a:gd name="T85" fmla="*/ 63 h 82"/>
                <a:gd name="T86" fmla="*/ 340 w 1179"/>
                <a:gd name="T87" fmla="*/ 21 h 82"/>
                <a:gd name="T88" fmla="*/ 313 w 1179"/>
                <a:gd name="T89" fmla="*/ 26 h 82"/>
                <a:gd name="T90" fmla="*/ 277 w 1179"/>
                <a:gd name="T91" fmla="*/ 9 h 82"/>
                <a:gd name="T92" fmla="*/ 285 w 1179"/>
                <a:gd name="T93" fmla="*/ 63 h 82"/>
                <a:gd name="T94" fmla="*/ 270 w 1179"/>
                <a:gd name="T95" fmla="*/ 27 h 82"/>
                <a:gd name="T96" fmla="*/ 251 w 1179"/>
                <a:gd name="T97" fmla="*/ 34 h 82"/>
                <a:gd name="T98" fmla="*/ 214 w 1179"/>
                <a:gd name="T99" fmla="*/ 44 h 82"/>
                <a:gd name="T100" fmla="*/ 233 w 1179"/>
                <a:gd name="T101" fmla="*/ 63 h 82"/>
                <a:gd name="T102" fmla="*/ 189 w 1179"/>
                <a:gd name="T103" fmla="*/ 38 h 82"/>
                <a:gd name="T104" fmla="*/ 181 w 1179"/>
                <a:gd name="T105" fmla="*/ 4 h 82"/>
                <a:gd name="T106" fmla="*/ 145 w 1179"/>
                <a:gd name="T107" fmla="*/ 42 h 82"/>
                <a:gd name="T108" fmla="*/ 92 w 1179"/>
                <a:gd name="T109" fmla="*/ 34 h 82"/>
                <a:gd name="T110" fmla="*/ 91 w 1179"/>
                <a:gd name="T111" fmla="*/ 28 h 82"/>
                <a:gd name="T112" fmla="*/ 59 w 1179"/>
                <a:gd name="T113" fmla="*/ 26 h 82"/>
                <a:gd name="T114" fmla="*/ 60 w 1179"/>
                <a:gd name="T115" fmla="*/ 64 h 82"/>
                <a:gd name="T116" fmla="*/ 13 w 1179"/>
                <a:gd name="T117" fmla="*/ 35 h 82"/>
                <a:gd name="T118" fmla="*/ 25 w 1179"/>
                <a:gd name="T119" fmla="*/ 19 h 82"/>
                <a:gd name="T120" fmla="*/ 35 w 1179"/>
                <a:gd name="T121" fmla="*/ 46 h 82"/>
                <a:gd name="T122" fmla="*/ 0 w 1179"/>
                <a:gd name="T123" fmla="*/ 63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179" h="82">
                  <a:moveTo>
                    <a:pt x="1142" y="21"/>
                  </a:moveTo>
                  <a:cubicBezTo>
                    <a:pt x="1157" y="63"/>
                    <a:pt x="1157" y="63"/>
                    <a:pt x="1157" y="63"/>
                  </a:cubicBezTo>
                  <a:cubicBezTo>
                    <a:pt x="1163" y="63"/>
                    <a:pt x="1163" y="63"/>
                    <a:pt x="1163" y="63"/>
                  </a:cubicBezTo>
                  <a:cubicBezTo>
                    <a:pt x="1179" y="21"/>
                    <a:pt x="1179" y="21"/>
                    <a:pt x="1179" y="21"/>
                  </a:cubicBezTo>
                  <a:cubicBezTo>
                    <a:pt x="1171" y="21"/>
                    <a:pt x="1171" y="21"/>
                    <a:pt x="1171" y="21"/>
                  </a:cubicBezTo>
                  <a:cubicBezTo>
                    <a:pt x="1164" y="44"/>
                    <a:pt x="1164" y="44"/>
                    <a:pt x="1164" y="44"/>
                  </a:cubicBezTo>
                  <a:cubicBezTo>
                    <a:pt x="1162" y="48"/>
                    <a:pt x="1161" y="52"/>
                    <a:pt x="1160" y="55"/>
                  </a:cubicBezTo>
                  <a:cubicBezTo>
                    <a:pt x="1160" y="55"/>
                    <a:pt x="1160" y="55"/>
                    <a:pt x="1160" y="55"/>
                  </a:cubicBezTo>
                  <a:cubicBezTo>
                    <a:pt x="1159" y="52"/>
                    <a:pt x="1158" y="48"/>
                    <a:pt x="1157" y="44"/>
                  </a:cubicBezTo>
                  <a:cubicBezTo>
                    <a:pt x="1149" y="21"/>
                    <a:pt x="1149" y="21"/>
                    <a:pt x="1149" y="21"/>
                  </a:cubicBezTo>
                  <a:lnTo>
                    <a:pt x="1142" y="21"/>
                  </a:lnTo>
                  <a:close/>
                  <a:moveTo>
                    <a:pt x="1110" y="38"/>
                  </a:moveTo>
                  <a:cubicBezTo>
                    <a:pt x="1111" y="33"/>
                    <a:pt x="1114" y="26"/>
                    <a:pt x="1121" y="26"/>
                  </a:cubicBezTo>
                  <a:cubicBezTo>
                    <a:pt x="1129" y="26"/>
                    <a:pt x="1131" y="33"/>
                    <a:pt x="1131" y="38"/>
                  </a:cubicBezTo>
                  <a:lnTo>
                    <a:pt x="1110" y="38"/>
                  </a:lnTo>
                  <a:close/>
                  <a:moveTo>
                    <a:pt x="1138" y="43"/>
                  </a:moveTo>
                  <a:cubicBezTo>
                    <a:pt x="1138" y="42"/>
                    <a:pt x="1138" y="41"/>
                    <a:pt x="1138" y="40"/>
                  </a:cubicBezTo>
                  <a:cubicBezTo>
                    <a:pt x="1138" y="32"/>
                    <a:pt x="1135" y="20"/>
                    <a:pt x="1122" y="20"/>
                  </a:cubicBezTo>
                  <a:cubicBezTo>
                    <a:pt x="1110" y="20"/>
                    <a:pt x="1104" y="30"/>
                    <a:pt x="1104" y="43"/>
                  </a:cubicBezTo>
                  <a:cubicBezTo>
                    <a:pt x="1104" y="55"/>
                    <a:pt x="1111" y="64"/>
                    <a:pt x="1123" y="64"/>
                  </a:cubicBezTo>
                  <a:cubicBezTo>
                    <a:pt x="1129" y="64"/>
                    <a:pt x="1133" y="62"/>
                    <a:pt x="1136" y="61"/>
                  </a:cubicBezTo>
                  <a:cubicBezTo>
                    <a:pt x="1134" y="56"/>
                    <a:pt x="1134" y="56"/>
                    <a:pt x="1134" y="56"/>
                  </a:cubicBezTo>
                  <a:cubicBezTo>
                    <a:pt x="1132" y="57"/>
                    <a:pt x="1129" y="58"/>
                    <a:pt x="1124" y="58"/>
                  </a:cubicBezTo>
                  <a:cubicBezTo>
                    <a:pt x="1117" y="58"/>
                    <a:pt x="1110" y="54"/>
                    <a:pt x="1110" y="43"/>
                  </a:cubicBezTo>
                  <a:lnTo>
                    <a:pt x="1138" y="43"/>
                  </a:lnTo>
                  <a:close/>
                  <a:moveTo>
                    <a:pt x="1088" y="45"/>
                  </a:moveTo>
                  <a:cubicBezTo>
                    <a:pt x="1088" y="46"/>
                    <a:pt x="1087" y="48"/>
                    <a:pt x="1087" y="49"/>
                  </a:cubicBezTo>
                  <a:cubicBezTo>
                    <a:pt x="1086" y="54"/>
                    <a:pt x="1082" y="57"/>
                    <a:pt x="1077" y="57"/>
                  </a:cubicBezTo>
                  <a:cubicBezTo>
                    <a:pt x="1070" y="57"/>
                    <a:pt x="1066" y="50"/>
                    <a:pt x="1066" y="42"/>
                  </a:cubicBezTo>
                  <a:cubicBezTo>
                    <a:pt x="1066" y="32"/>
                    <a:pt x="1071" y="26"/>
                    <a:pt x="1077" y="26"/>
                  </a:cubicBezTo>
                  <a:cubicBezTo>
                    <a:pt x="1083" y="26"/>
                    <a:pt x="1086" y="30"/>
                    <a:pt x="1087" y="34"/>
                  </a:cubicBezTo>
                  <a:cubicBezTo>
                    <a:pt x="1088" y="35"/>
                    <a:pt x="1088" y="36"/>
                    <a:pt x="1088" y="37"/>
                  </a:cubicBezTo>
                  <a:lnTo>
                    <a:pt x="1088" y="45"/>
                  </a:lnTo>
                  <a:close/>
                  <a:moveTo>
                    <a:pt x="1095" y="32"/>
                  </a:moveTo>
                  <a:cubicBezTo>
                    <a:pt x="1095" y="27"/>
                    <a:pt x="1095" y="24"/>
                    <a:pt x="1095" y="21"/>
                  </a:cubicBezTo>
                  <a:cubicBezTo>
                    <a:pt x="1089" y="21"/>
                    <a:pt x="1089" y="21"/>
                    <a:pt x="1089" y="21"/>
                  </a:cubicBezTo>
                  <a:cubicBezTo>
                    <a:pt x="1089" y="27"/>
                    <a:pt x="1089" y="27"/>
                    <a:pt x="1089" y="27"/>
                  </a:cubicBezTo>
                  <a:cubicBezTo>
                    <a:pt x="1088" y="27"/>
                    <a:pt x="1088" y="27"/>
                    <a:pt x="1088" y="27"/>
                  </a:cubicBezTo>
                  <a:cubicBezTo>
                    <a:pt x="1087" y="24"/>
                    <a:pt x="1083" y="20"/>
                    <a:pt x="1076" y="20"/>
                  </a:cubicBezTo>
                  <a:cubicBezTo>
                    <a:pt x="1067" y="20"/>
                    <a:pt x="1059" y="28"/>
                    <a:pt x="1059" y="42"/>
                  </a:cubicBezTo>
                  <a:cubicBezTo>
                    <a:pt x="1059" y="54"/>
                    <a:pt x="1066" y="63"/>
                    <a:pt x="1075" y="63"/>
                  </a:cubicBezTo>
                  <a:cubicBezTo>
                    <a:pt x="1081" y="63"/>
                    <a:pt x="1085" y="60"/>
                    <a:pt x="1088" y="56"/>
                  </a:cubicBezTo>
                  <a:cubicBezTo>
                    <a:pt x="1088" y="56"/>
                    <a:pt x="1088" y="56"/>
                    <a:pt x="1088" y="56"/>
                  </a:cubicBezTo>
                  <a:cubicBezTo>
                    <a:pt x="1088" y="60"/>
                    <a:pt x="1088" y="60"/>
                    <a:pt x="1088" y="60"/>
                  </a:cubicBezTo>
                  <a:cubicBezTo>
                    <a:pt x="1088" y="71"/>
                    <a:pt x="1082" y="75"/>
                    <a:pt x="1075" y="75"/>
                  </a:cubicBezTo>
                  <a:cubicBezTo>
                    <a:pt x="1070" y="75"/>
                    <a:pt x="1066" y="73"/>
                    <a:pt x="1064" y="72"/>
                  </a:cubicBezTo>
                  <a:cubicBezTo>
                    <a:pt x="1062" y="77"/>
                    <a:pt x="1062" y="77"/>
                    <a:pt x="1062" y="77"/>
                  </a:cubicBezTo>
                  <a:cubicBezTo>
                    <a:pt x="1065" y="80"/>
                    <a:pt x="1070" y="81"/>
                    <a:pt x="1075" y="81"/>
                  </a:cubicBezTo>
                  <a:cubicBezTo>
                    <a:pt x="1080" y="81"/>
                    <a:pt x="1085" y="80"/>
                    <a:pt x="1089" y="76"/>
                  </a:cubicBezTo>
                  <a:cubicBezTo>
                    <a:pt x="1093" y="72"/>
                    <a:pt x="1095" y="66"/>
                    <a:pt x="1095" y="57"/>
                  </a:cubicBezTo>
                  <a:lnTo>
                    <a:pt x="1095" y="32"/>
                  </a:lnTo>
                  <a:close/>
                  <a:moveTo>
                    <a:pt x="1025" y="38"/>
                  </a:moveTo>
                  <a:cubicBezTo>
                    <a:pt x="1026" y="33"/>
                    <a:pt x="1029" y="26"/>
                    <a:pt x="1036" y="26"/>
                  </a:cubicBezTo>
                  <a:cubicBezTo>
                    <a:pt x="1044" y="26"/>
                    <a:pt x="1046" y="33"/>
                    <a:pt x="1046" y="38"/>
                  </a:cubicBezTo>
                  <a:lnTo>
                    <a:pt x="1025" y="38"/>
                  </a:lnTo>
                  <a:close/>
                  <a:moveTo>
                    <a:pt x="1052" y="43"/>
                  </a:moveTo>
                  <a:cubicBezTo>
                    <a:pt x="1053" y="42"/>
                    <a:pt x="1053" y="41"/>
                    <a:pt x="1053" y="40"/>
                  </a:cubicBezTo>
                  <a:cubicBezTo>
                    <a:pt x="1053" y="32"/>
                    <a:pt x="1049" y="20"/>
                    <a:pt x="1037" y="20"/>
                  </a:cubicBezTo>
                  <a:cubicBezTo>
                    <a:pt x="1025" y="20"/>
                    <a:pt x="1018" y="30"/>
                    <a:pt x="1018" y="43"/>
                  </a:cubicBezTo>
                  <a:cubicBezTo>
                    <a:pt x="1018" y="55"/>
                    <a:pt x="1026" y="64"/>
                    <a:pt x="1037" y="64"/>
                  </a:cubicBezTo>
                  <a:cubicBezTo>
                    <a:pt x="1044" y="64"/>
                    <a:pt x="1048" y="62"/>
                    <a:pt x="1051" y="61"/>
                  </a:cubicBezTo>
                  <a:cubicBezTo>
                    <a:pt x="1049" y="56"/>
                    <a:pt x="1049" y="56"/>
                    <a:pt x="1049" y="56"/>
                  </a:cubicBezTo>
                  <a:cubicBezTo>
                    <a:pt x="1047" y="57"/>
                    <a:pt x="1044" y="58"/>
                    <a:pt x="1038" y="58"/>
                  </a:cubicBezTo>
                  <a:cubicBezTo>
                    <a:pt x="1031" y="58"/>
                    <a:pt x="1025" y="54"/>
                    <a:pt x="1025" y="43"/>
                  </a:cubicBezTo>
                  <a:lnTo>
                    <a:pt x="1052" y="43"/>
                  </a:lnTo>
                  <a:close/>
                  <a:moveTo>
                    <a:pt x="975" y="63"/>
                  </a:moveTo>
                  <a:cubicBezTo>
                    <a:pt x="975" y="38"/>
                    <a:pt x="975" y="38"/>
                    <a:pt x="975" y="38"/>
                  </a:cubicBezTo>
                  <a:cubicBezTo>
                    <a:pt x="975" y="28"/>
                    <a:pt x="975" y="21"/>
                    <a:pt x="975" y="14"/>
                  </a:cubicBezTo>
                  <a:cubicBezTo>
                    <a:pt x="975" y="14"/>
                    <a:pt x="975" y="14"/>
                    <a:pt x="975" y="14"/>
                  </a:cubicBezTo>
                  <a:cubicBezTo>
                    <a:pt x="978" y="20"/>
                    <a:pt x="981" y="27"/>
                    <a:pt x="985" y="33"/>
                  </a:cubicBezTo>
                  <a:cubicBezTo>
                    <a:pt x="1002" y="63"/>
                    <a:pt x="1002" y="63"/>
                    <a:pt x="1002" y="63"/>
                  </a:cubicBezTo>
                  <a:cubicBezTo>
                    <a:pt x="1009" y="63"/>
                    <a:pt x="1009" y="63"/>
                    <a:pt x="1009" y="63"/>
                  </a:cubicBezTo>
                  <a:cubicBezTo>
                    <a:pt x="1009" y="5"/>
                    <a:pt x="1009" y="5"/>
                    <a:pt x="1009" y="5"/>
                  </a:cubicBezTo>
                  <a:cubicBezTo>
                    <a:pt x="1003" y="5"/>
                    <a:pt x="1003" y="5"/>
                    <a:pt x="1003" y="5"/>
                  </a:cubicBezTo>
                  <a:cubicBezTo>
                    <a:pt x="1003" y="29"/>
                    <a:pt x="1003" y="29"/>
                    <a:pt x="1003" y="29"/>
                  </a:cubicBezTo>
                  <a:cubicBezTo>
                    <a:pt x="1003" y="38"/>
                    <a:pt x="1003" y="45"/>
                    <a:pt x="1003" y="53"/>
                  </a:cubicBezTo>
                  <a:cubicBezTo>
                    <a:pt x="1003" y="53"/>
                    <a:pt x="1003" y="53"/>
                    <a:pt x="1003" y="53"/>
                  </a:cubicBezTo>
                  <a:cubicBezTo>
                    <a:pt x="1001" y="47"/>
                    <a:pt x="997" y="41"/>
                    <a:pt x="994" y="34"/>
                  </a:cubicBezTo>
                  <a:cubicBezTo>
                    <a:pt x="976" y="5"/>
                    <a:pt x="976" y="5"/>
                    <a:pt x="976" y="5"/>
                  </a:cubicBezTo>
                  <a:cubicBezTo>
                    <a:pt x="969" y="5"/>
                    <a:pt x="969" y="5"/>
                    <a:pt x="969" y="5"/>
                  </a:cubicBezTo>
                  <a:cubicBezTo>
                    <a:pt x="969" y="63"/>
                    <a:pt x="969" y="63"/>
                    <a:pt x="969" y="63"/>
                  </a:cubicBezTo>
                  <a:lnTo>
                    <a:pt x="975" y="63"/>
                  </a:lnTo>
                  <a:close/>
                  <a:moveTo>
                    <a:pt x="915" y="38"/>
                  </a:moveTo>
                  <a:cubicBezTo>
                    <a:pt x="916" y="33"/>
                    <a:pt x="919" y="26"/>
                    <a:pt x="926" y="26"/>
                  </a:cubicBezTo>
                  <a:cubicBezTo>
                    <a:pt x="934" y="26"/>
                    <a:pt x="936" y="33"/>
                    <a:pt x="936" y="38"/>
                  </a:cubicBezTo>
                  <a:lnTo>
                    <a:pt x="915" y="38"/>
                  </a:lnTo>
                  <a:close/>
                  <a:moveTo>
                    <a:pt x="942" y="43"/>
                  </a:moveTo>
                  <a:cubicBezTo>
                    <a:pt x="942" y="42"/>
                    <a:pt x="942" y="41"/>
                    <a:pt x="942" y="40"/>
                  </a:cubicBezTo>
                  <a:cubicBezTo>
                    <a:pt x="942" y="32"/>
                    <a:pt x="939" y="20"/>
                    <a:pt x="926" y="20"/>
                  </a:cubicBezTo>
                  <a:cubicBezTo>
                    <a:pt x="915" y="20"/>
                    <a:pt x="908" y="30"/>
                    <a:pt x="908" y="43"/>
                  </a:cubicBezTo>
                  <a:cubicBezTo>
                    <a:pt x="908" y="55"/>
                    <a:pt x="915" y="64"/>
                    <a:pt x="927" y="64"/>
                  </a:cubicBezTo>
                  <a:cubicBezTo>
                    <a:pt x="933" y="64"/>
                    <a:pt x="938" y="62"/>
                    <a:pt x="940" y="61"/>
                  </a:cubicBezTo>
                  <a:cubicBezTo>
                    <a:pt x="939" y="56"/>
                    <a:pt x="939" y="56"/>
                    <a:pt x="939" y="56"/>
                  </a:cubicBezTo>
                  <a:cubicBezTo>
                    <a:pt x="936" y="57"/>
                    <a:pt x="933" y="58"/>
                    <a:pt x="928" y="58"/>
                  </a:cubicBezTo>
                  <a:cubicBezTo>
                    <a:pt x="921" y="58"/>
                    <a:pt x="915" y="54"/>
                    <a:pt x="915" y="43"/>
                  </a:cubicBezTo>
                  <a:lnTo>
                    <a:pt x="942" y="43"/>
                  </a:lnTo>
                  <a:close/>
                  <a:moveTo>
                    <a:pt x="866" y="63"/>
                  </a:moveTo>
                  <a:cubicBezTo>
                    <a:pt x="873" y="63"/>
                    <a:pt x="873" y="63"/>
                    <a:pt x="873" y="63"/>
                  </a:cubicBezTo>
                  <a:cubicBezTo>
                    <a:pt x="873" y="38"/>
                    <a:pt x="873" y="38"/>
                    <a:pt x="873" y="38"/>
                  </a:cubicBezTo>
                  <a:cubicBezTo>
                    <a:pt x="873" y="36"/>
                    <a:pt x="873" y="35"/>
                    <a:pt x="874" y="34"/>
                  </a:cubicBezTo>
                  <a:cubicBezTo>
                    <a:pt x="875" y="30"/>
                    <a:pt x="879" y="26"/>
                    <a:pt x="883" y="26"/>
                  </a:cubicBezTo>
                  <a:cubicBezTo>
                    <a:pt x="890" y="26"/>
                    <a:pt x="892" y="32"/>
                    <a:pt x="892" y="39"/>
                  </a:cubicBezTo>
                  <a:cubicBezTo>
                    <a:pt x="892" y="63"/>
                    <a:pt x="892" y="63"/>
                    <a:pt x="892" y="63"/>
                  </a:cubicBezTo>
                  <a:cubicBezTo>
                    <a:pt x="899" y="63"/>
                    <a:pt x="899" y="63"/>
                    <a:pt x="899" y="63"/>
                  </a:cubicBezTo>
                  <a:cubicBezTo>
                    <a:pt x="899" y="38"/>
                    <a:pt x="899" y="38"/>
                    <a:pt x="899" y="38"/>
                  </a:cubicBezTo>
                  <a:cubicBezTo>
                    <a:pt x="899" y="24"/>
                    <a:pt x="891" y="20"/>
                    <a:pt x="886" y="20"/>
                  </a:cubicBezTo>
                  <a:cubicBezTo>
                    <a:pt x="883" y="20"/>
                    <a:pt x="881" y="21"/>
                    <a:pt x="879" y="22"/>
                  </a:cubicBezTo>
                  <a:cubicBezTo>
                    <a:pt x="876" y="23"/>
                    <a:pt x="875" y="25"/>
                    <a:pt x="874" y="28"/>
                  </a:cubicBezTo>
                  <a:cubicBezTo>
                    <a:pt x="873" y="28"/>
                    <a:pt x="873" y="28"/>
                    <a:pt x="873" y="28"/>
                  </a:cubicBezTo>
                  <a:cubicBezTo>
                    <a:pt x="873" y="1"/>
                    <a:pt x="873" y="1"/>
                    <a:pt x="873" y="1"/>
                  </a:cubicBezTo>
                  <a:cubicBezTo>
                    <a:pt x="866" y="1"/>
                    <a:pt x="866" y="1"/>
                    <a:pt x="866" y="1"/>
                  </a:cubicBezTo>
                  <a:lnTo>
                    <a:pt x="866" y="63"/>
                  </a:lnTo>
                  <a:close/>
                  <a:moveTo>
                    <a:pt x="841" y="13"/>
                  </a:moveTo>
                  <a:cubicBezTo>
                    <a:pt x="841" y="21"/>
                    <a:pt x="841" y="21"/>
                    <a:pt x="841" y="21"/>
                  </a:cubicBezTo>
                  <a:cubicBezTo>
                    <a:pt x="835" y="21"/>
                    <a:pt x="835" y="21"/>
                    <a:pt x="835" y="21"/>
                  </a:cubicBezTo>
                  <a:cubicBezTo>
                    <a:pt x="835" y="27"/>
                    <a:pt x="835" y="27"/>
                    <a:pt x="835" y="27"/>
                  </a:cubicBezTo>
                  <a:cubicBezTo>
                    <a:pt x="841" y="27"/>
                    <a:pt x="841" y="27"/>
                    <a:pt x="841" y="27"/>
                  </a:cubicBezTo>
                  <a:cubicBezTo>
                    <a:pt x="841" y="50"/>
                    <a:pt x="841" y="50"/>
                    <a:pt x="841" y="50"/>
                  </a:cubicBezTo>
                  <a:cubicBezTo>
                    <a:pt x="841" y="54"/>
                    <a:pt x="842" y="58"/>
                    <a:pt x="844" y="61"/>
                  </a:cubicBezTo>
                  <a:cubicBezTo>
                    <a:pt x="846" y="63"/>
                    <a:pt x="848" y="64"/>
                    <a:pt x="852" y="64"/>
                  </a:cubicBezTo>
                  <a:cubicBezTo>
                    <a:pt x="854" y="64"/>
                    <a:pt x="857" y="63"/>
                    <a:pt x="858" y="63"/>
                  </a:cubicBezTo>
                  <a:cubicBezTo>
                    <a:pt x="858" y="57"/>
                    <a:pt x="858" y="57"/>
                    <a:pt x="858" y="57"/>
                  </a:cubicBezTo>
                  <a:cubicBezTo>
                    <a:pt x="857" y="57"/>
                    <a:pt x="855" y="57"/>
                    <a:pt x="854" y="57"/>
                  </a:cubicBezTo>
                  <a:cubicBezTo>
                    <a:pt x="850" y="57"/>
                    <a:pt x="848" y="54"/>
                    <a:pt x="848" y="49"/>
                  </a:cubicBezTo>
                  <a:cubicBezTo>
                    <a:pt x="848" y="27"/>
                    <a:pt x="848" y="27"/>
                    <a:pt x="848" y="27"/>
                  </a:cubicBezTo>
                  <a:cubicBezTo>
                    <a:pt x="858" y="27"/>
                    <a:pt x="858" y="27"/>
                    <a:pt x="858" y="27"/>
                  </a:cubicBezTo>
                  <a:cubicBezTo>
                    <a:pt x="858" y="21"/>
                    <a:pt x="858" y="21"/>
                    <a:pt x="858" y="21"/>
                  </a:cubicBezTo>
                  <a:cubicBezTo>
                    <a:pt x="848" y="21"/>
                    <a:pt x="848" y="21"/>
                    <a:pt x="848" y="21"/>
                  </a:cubicBezTo>
                  <a:cubicBezTo>
                    <a:pt x="848" y="11"/>
                    <a:pt x="848" y="11"/>
                    <a:pt x="848" y="11"/>
                  </a:cubicBezTo>
                  <a:lnTo>
                    <a:pt x="841" y="13"/>
                  </a:lnTo>
                  <a:close/>
                  <a:moveTo>
                    <a:pt x="807" y="63"/>
                  </a:moveTo>
                  <a:cubicBezTo>
                    <a:pt x="807" y="27"/>
                    <a:pt x="807" y="27"/>
                    <a:pt x="807" y="27"/>
                  </a:cubicBezTo>
                  <a:cubicBezTo>
                    <a:pt x="816" y="27"/>
                    <a:pt x="816" y="27"/>
                    <a:pt x="816" y="27"/>
                  </a:cubicBezTo>
                  <a:cubicBezTo>
                    <a:pt x="816" y="21"/>
                    <a:pt x="816" y="21"/>
                    <a:pt x="816" y="21"/>
                  </a:cubicBezTo>
                  <a:cubicBezTo>
                    <a:pt x="807" y="21"/>
                    <a:pt x="807" y="21"/>
                    <a:pt x="807" y="21"/>
                  </a:cubicBezTo>
                  <a:cubicBezTo>
                    <a:pt x="807" y="19"/>
                    <a:pt x="807" y="19"/>
                    <a:pt x="807" y="19"/>
                  </a:cubicBezTo>
                  <a:cubicBezTo>
                    <a:pt x="807" y="12"/>
                    <a:pt x="808" y="7"/>
                    <a:pt x="814" y="7"/>
                  </a:cubicBezTo>
                  <a:cubicBezTo>
                    <a:pt x="817" y="7"/>
                    <a:pt x="818" y="7"/>
                    <a:pt x="819" y="8"/>
                  </a:cubicBezTo>
                  <a:cubicBezTo>
                    <a:pt x="820" y="2"/>
                    <a:pt x="820" y="2"/>
                    <a:pt x="820" y="2"/>
                  </a:cubicBezTo>
                  <a:cubicBezTo>
                    <a:pt x="819" y="1"/>
                    <a:pt x="816" y="0"/>
                    <a:pt x="814" y="0"/>
                  </a:cubicBezTo>
                  <a:cubicBezTo>
                    <a:pt x="811" y="0"/>
                    <a:pt x="807" y="2"/>
                    <a:pt x="804" y="4"/>
                  </a:cubicBezTo>
                  <a:cubicBezTo>
                    <a:pt x="801" y="8"/>
                    <a:pt x="800" y="13"/>
                    <a:pt x="800" y="19"/>
                  </a:cubicBezTo>
                  <a:cubicBezTo>
                    <a:pt x="800" y="21"/>
                    <a:pt x="800" y="21"/>
                    <a:pt x="800" y="21"/>
                  </a:cubicBezTo>
                  <a:cubicBezTo>
                    <a:pt x="795" y="21"/>
                    <a:pt x="795" y="21"/>
                    <a:pt x="795" y="21"/>
                  </a:cubicBezTo>
                  <a:cubicBezTo>
                    <a:pt x="795" y="27"/>
                    <a:pt x="795" y="27"/>
                    <a:pt x="795" y="27"/>
                  </a:cubicBezTo>
                  <a:cubicBezTo>
                    <a:pt x="800" y="27"/>
                    <a:pt x="800" y="27"/>
                    <a:pt x="800" y="27"/>
                  </a:cubicBezTo>
                  <a:cubicBezTo>
                    <a:pt x="800" y="63"/>
                    <a:pt x="800" y="63"/>
                    <a:pt x="800" y="63"/>
                  </a:cubicBezTo>
                  <a:lnTo>
                    <a:pt x="807" y="63"/>
                  </a:lnTo>
                  <a:close/>
                  <a:moveTo>
                    <a:pt x="771" y="26"/>
                  </a:moveTo>
                  <a:cubicBezTo>
                    <a:pt x="780" y="26"/>
                    <a:pt x="783" y="35"/>
                    <a:pt x="783" y="42"/>
                  </a:cubicBezTo>
                  <a:cubicBezTo>
                    <a:pt x="783" y="51"/>
                    <a:pt x="778" y="58"/>
                    <a:pt x="771" y="58"/>
                  </a:cubicBezTo>
                  <a:cubicBezTo>
                    <a:pt x="764" y="58"/>
                    <a:pt x="759" y="51"/>
                    <a:pt x="759" y="42"/>
                  </a:cubicBezTo>
                  <a:cubicBezTo>
                    <a:pt x="759" y="34"/>
                    <a:pt x="763" y="26"/>
                    <a:pt x="771" y="26"/>
                  </a:cubicBezTo>
                  <a:moveTo>
                    <a:pt x="772" y="20"/>
                  </a:moveTo>
                  <a:cubicBezTo>
                    <a:pt x="761" y="20"/>
                    <a:pt x="752" y="28"/>
                    <a:pt x="752" y="42"/>
                  </a:cubicBezTo>
                  <a:cubicBezTo>
                    <a:pt x="752" y="55"/>
                    <a:pt x="760" y="64"/>
                    <a:pt x="771" y="64"/>
                  </a:cubicBezTo>
                  <a:cubicBezTo>
                    <a:pt x="780" y="64"/>
                    <a:pt x="790" y="57"/>
                    <a:pt x="790" y="42"/>
                  </a:cubicBezTo>
                  <a:cubicBezTo>
                    <a:pt x="790" y="29"/>
                    <a:pt x="783" y="20"/>
                    <a:pt x="772" y="20"/>
                  </a:cubicBezTo>
                  <a:moveTo>
                    <a:pt x="695" y="21"/>
                  </a:moveTo>
                  <a:cubicBezTo>
                    <a:pt x="709" y="60"/>
                    <a:pt x="709" y="60"/>
                    <a:pt x="709" y="60"/>
                  </a:cubicBezTo>
                  <a:cubicBezTo>
                    <a:pt x="710" y="60"/>
                    <a:pt x="710" y="61"/>
                    <a:pt x="710" y="62"/>
                  </a:cubicBezTo>
                  <a:cubicBezTo>
                    <a:pt x="710" y="62"/>
                    <a:pt x="710" y="63"/>
                    <a:pt x="709" y="63"/>
                  </a:cubicBezTo>
                  <a:cubicBezTo>
                    <a:pt x="708" y="67"/>
                    <a:pt x="705" y="70"/>
                    <a:pt x="703" y="72"/>
                  </a:cubicBezTo>
                  <a:cubicBezTo>
                    <a:pt x="701" y="74"/>
                    <a:pt x="699" y="75"/>
                    <a:pt x="697" y="76"/>
                  </a:cubicBezTo>
                  <a:cubicBezTo>
                    <a:pt x="699" y="82"/>
                    <a:pt x="699" y="82"/>
                    <a:pt x="699" y="82"/>
                  </a:cubicBezTo>
                  <a:cubicBezTo>
                    <a:pt x="701" y="81"/>
                    <a:pt x="704" y="80"/>
                    <a:pt x="708" y="77"/>
                  </a:cubicBezTo>
                  <a:cubicBezTo>
                    <a:pt x="712" y="72"/>
                    <a:pt x="716" y="65"/>
                    <a:pt x="721" y="51"/>
                  </a:cubicBezTo>
                  <a:cubicBezTo>
                    <a:pt x="732" y="21"/>
                    <a:pt x="732" y="21"/>
                    <a:pt x="732" y="21"/>
                  </a:cubicBezTo>
                  <a:cubicBezTo>
                    <a:pt x="724" y="21"/>
                    <a:pt x="724" y="21"/>
                    <a:pt x="724" y="21"/>
                  </a:cubicBezTo>
                  <a:cubicBezTo>
                    <a:pt x="716" y="46"/>
                    <a:pt x="716" y="46"/>
                    <a:pt x="716" y="46"/>
                  </a:cubicBezTo>
                  <a:cubicBezTo>
                    <a:pt x="715" y="49"/>
                    <a:pt x="715" y="52"/>
                    <a:pt x="714" y="54"/>
                  </a:cubicBezTo>
                  <a:cubicBezTo>
                    <a:pt x="714" y="54"/>
                    <a:pt x="714" y="54"/>
                    <a:pt x="714" y="54"/>
                  </a:cubicBezTo>
                  <a:cubicBezTo>
                    <a:pt x="713" y="52"/>
                    <a:pt x="712" y="48"/>
                    <a:pt x="711" y="46"/>
                  </a:cubicBezTo>
                  <a:cubicBezTo>
                    <a:pt x="703" y="21"/>
                    <a:pt x="703" y="21"/>
                    <a:pt x="703" y="21"/>
                  </a:cubicBezTo>
                  <a:lnTo>
                    <a:pt x="695" y="21"/>
                  </a:lnTo>
                  <a:close/>
                  <a:moveTo>
                    <a:pt x="674" y="13"/>
                  </a:moveTo>
                  <a:cubicBezTo>
                    <a:pt x="674" y="21"/>
                    <a:pt x="674" y="21"/>
                    <a:pt x="674" y="21"/>
                  </a:cubicBezTo>
                  <a:cubicBezTo>
                    <a:pt x="668" y="21"/>
                    <a:pt x="668" y="21"/>
                    <a:pt x="668" y="21"/>
                  </a:cubicBezTo>
                  <a:cubicBezTo>
                    <a:pt x="668" y="27"/>
                    <a:pt x="668" y="27"/>
                    <a:pt x="668" y="27"/>
                  </a:cubicBezTo>
                  <a:cubicBezTo>
                    <a:pt x="674" y="27"/>
                    <a:pt x="674" y="27"/>
                    <a:pt x="674" y="27"/>
                  </a:cubicBezTo>
                  <a:cubicBezTo>
                    <a:pt x="674" y="50"/>
                    <a:pt x="674" y="50"/>
                    <a:pt x="674" y="50"/>
                  </a:cubicBezTo>
                  <a:cubicBezTo>
                    <a:pt x="674" y="54"/>
                    <a:pt x="675" y="58"/>
                    <a:pt x="677" y="61"/>
                  </a:cubicBezTo>
                  <a:cubicBezTo>
                    <a:pt x="679" y="63"/>
                    <a:pt x="681" y="64"/>
                    <a:pt x="685" y="64"/>
                  </a:cubicBezTo>
                  <a:cubicBezTo>
                    <a:pt x="688" y="64"/>
                    <a:pt x="690" y="63"/>
                    <a:pt x="691" y="63"/>
                  </a:cubicBezTo>
                  <a:cubicBezTo>
                    <a:pt x="691" y="57"/>
                    <a:pt x="691" y="57"/>
                    <a:pt x="691" y="57"/>
                  </a:cubicBezTo>
                  <a:cubicBezTo>
                    <a:pt x="690" y="57"/>
                    <a:pt x="689" y="57"/>
                    <a:pt x="687" y="57"/>
                  </a:cubicBezTo>
                  <a:cubicBezTo>
                    <a:pt x="683" y="57"/>
                    <a:pt x="681" y="54"/>
                    <a:pt x="681" y="49"/>
                  </a:cubicBezTo>
                  <a:cubicBezTo>
                    <a:pt x="681" y="27"/>
                    <a:pt x="681" y="27"/>
                    <a:pt x="681" y="27"/>
                  </a:cubicBezTo>
                  <a:cubicBezTo>
                    <a:pt x="691" y="27"/>
                    <a:pt x="691" y="27"/>
                    <a:pt x="691" y="27"/>
                  </a:cubicBezTo>
                  <a:cubicBezTo>
                    <a:pt x="691" y="21"/>
                    <a:pt x="691" y="21"/>
                    <a:pt x="691" y="21"/>
                  </a:cubicBezTo>
                  <a:cubicBezTo>
                    <a:pt x="681" y="21"/>
                    <a:pt x="681" y="21"/>
                    <a:pt x="681" y="21"/>
                  </a:cubicBezTo>
                  <a:cubicBezTo>
                    <a:pt x="681" y="11"/>
                    <a:pt x="681" y="11"/>
                    <a:pt x="681" y="11"/>
                  </a:cubicBezTo>
                  <a:lnTo>
                    <a:pt x="674" y="13"/>
                  </a:lnTo>
                  <a:close/>
                  <a:moveTo>
                    <a:pt x="658" y="4"/>
                  </a:moveTo>
                  <a:cubicBezTo>
                    <a:pt x="655" y="4"/>
                    <a:pt x="653" y="7"/>
                    <a:pt x="653" y="9"/>
                  </a:cubicBezTo>
                  <a:cubicBezTo>
                    <a:pt x="653" y="12"/>
                    <a:pt x="655" y="14"/>
                    <a:pt x="657" y="14"/>
                  </a:cubicBezTo>
                  <a:cubicBezTo>
                    <a:pt x="660" y="14"/>
                    <a:pt x="662" y="12"/>
                    <a:pt x="662" y="9"/>
                  </a:cubicBezTo>
                  <a:cubicBezTo>
                    <a:pt x="662" y="6"/>
                    <a:pt x="660" y="4"/>
                    <a:pt x="658" y="4"/>
                  </a:cubicBezTo>
                  <a:moveTo>
                    <a:pt x="661" y="21"/>
                  </a:moveTo>
                  <a:cubicBezTo>
                    <a:pt x="654" y="21"/>
                    <a:pt x="654" y="21"/>
                    <a:pt x="654" y="21"/>
                  </a:cubicBezTo>
                  <a:cubicBezTo>
                    <a:pt x="654" y="63"/>
                    <a:pt x="654" y="63"/>
                    <a:pt x="654" y="63"/>
                  </a:cubicBezTo>
                  <a:cubicBezTo>
                    <a:pt x="661" y="63"/>
                    <a:pt x="661" y="63"/>
                    <a:pt x="661" y="63"/>
                  </a:cubicBezTo>
                  <a:lnTo>
                    <a:pt x="661" y="21"/>
                  </a:lnTo>
                  <a:close/>
                  <a:moveTo>
                    <a:pt x="619" y="61"/>
                  </a:moveTo>
                  <a:cubicBezTo>
                    <a:pt x="622" y="63"/>
                    <a:pt x="626" y="64"/>
                    <a:pt x="630" y="64"/>
                  </a:cubicBezTo>
                  <a:cubicBezTo>
                    <a:pt x="640" y="64"/>
                    <a:pt x="645" y="59"/>
                    <a:pt x="645" y="51"/>
                  </a:cubicBezTo>
                  <a:cubicBezTo>
                    <a:pt x="645" y="45"/>
                    <a:pt x="641" y="41"/>
                    <a:pt x="635" y="39"/>
                  </a:cubicBezTo>
                  <a:cubicBezTo>
                    <a:pt x="630" y="36"/>
                    <a:pt x="627" y="35"/>
                    <a:pt x="627" y="31"/>
                  </a:cubicBezTo>
                  <a:cubicBezTo>
                    <a:pt x="627" y="28"/>
                    <a:pt x="630" y="26"/>
                    <a:pt x="634" y="26"/>
                  </a:cubicBezTo>
                  <a:cubicBezTo>
                    <a:pt x="637" y="26"/>
                    <a:pt x="640" y="27"/>
                    <a:pt x="642" y="28"/>
                  </a:cubicBezTo>
                  <a:cubicBezTo>
                    <a:pt x="643" y="23"/>
                    <a:pt x="643" y="23"/>
                    <a:pt x="643" y="23"/>
                  </a:cubicBezTo>
                  <a:cubicBezTo>
                    <a:pt x="641" y="21"/>
                    <a:pt x="638" y="20"/>
                    <a:pt x="634" y="20"/>
                  </a:cubicBezTo>
                  <a:cubicBezTo>
                    <a:pt x="626" y="20"/>
                    <a:pt x="621" y="26"/>
                    <a:pt x="621" y="32"/>
                  </a:cubicBezTo>
                  <a:cubicBezTo>
                    <a:pt x="621" y="37"/>
                    <a:pt x="624" y="41"/>
                    <a:pt x="631" y="44"/>
                  </a:cubicBezTo>
                  <a:cubicBezTo>
                    <a:pt x="636" y="46"/>
                    <a:pt x="638" y="48"/>
                    <a:pt x="638" y="52"/>
                  </a:cubicBezTo>
                  <a:cubicBezTo>
                    <a:pt x="638" y="55"/>
                    <a:pt x="636" y="58"/>
                    <a:pt x="631" y="58"/>
                  </a:cubicBezTo>
                  <a:cubicBezTo>
                    <a:pt x="627" y="58"/>
                    <a:pt x="623" y="56"/>
                    <a:pt x="621" y="55"/>
                  </a:cubicBezTo>
                  <a:lnTo>
                    <a:pt x="619" y="61"/>
                  </a:lnTo>
                  <a:close/>
                  <a:moveTo>
                    <a:pt x="596" y="63"/>
                  </a:moveTo>
                  <a:cubicBezTo>
                    <a:pt x="603" y="63"/>
                    <a:pt x="603" y="63"/>
                    <a:pt x="603" y="63"/>
                  </a:cubicBezTo>
                  <a:cubicBezTo>
                    <a:pt x="603" y="40"/>
                    <a:pt x="603" y="40"/>
                    <a:pt x="603" y="40"/>
                  </a:cubicBezTo>
                  <a:cubicBezTo>
                    <a:pt x="603" y="39"/>
                    <a:pt x="603" y="38"/>
                    <a:pt x="603" y="37"/>
                  </a:cubicBezTo>
                  <a:cubicBezTo>
                    <a:pt x="604" y="31"/>
                    <a:pt x="608" y="27"/>
                    <a:pt x="613" y="27"/>
                  </a:cubicBezTo>
                  <a:cubicBezTo>
                    <a:pt x="614" y="27"/>
                    <a:pt x="614" y="27"/>
                    <a:pt x="615" y="27"/>
                  </a:cubicBezTo>
                  <a:cubicBezTo>
                    <a:pt x="615" y="20"/>
                    <a:pt x="615" y="20"/>
                    <a:pt x="615" y="20"/>
                  </a:cubicBezTo>
                  <a:cubicBezTo>
                    <a:pt x="614" y="20"/>
                    <a:pt x="614" y="20"/>
                    <a:pt x="613" y="20"/>
                  </a:cubicBezTo>
                  <a:cubicBezTo>
                    <a:pt x="608" y="20"/>
                    <a:pt x="604" y="24"/>
                    <a:pt x="602" y="29"/>
                  </a:cubicBezTo>
                  <a:cubicBezTo>
                    <a:pt x="602" y="29"/>
                    <a:pt x="602" y="29"/>
                    <a:pt x="602" y="29"/>
                  </a:cubicBezTo>
                  <a:cubicBezTo>
                    <a:pt x="602" y="21"/>
                    <a:pt x="602" y="21"/>
                    <a:pt x="602" y="21"/>
                  </a:cubicBezTo>
                  <a:cubicBezTo>
                    <a:pt x="596" y="21"/>
                    <a:pt x="596" y="21"/>
                    <a:pt x="596" y="21"/>
                  </a:cubicBezTo>
                  <a:cubicBezTo>
                    <a:pt x="596" y="25"/>
                    <a:pt x="596" y="29"/>
                    <a:pt x="596" y="34"/>
                  </a:cubicBezTo>
                  <a:lnTo>
                    <a:pt x="596" y="63"/>
                  </a:lnTo>
                  <a:close/>
                  <a:moveTo>
                    <a:pt x="560" y="38"/>
                  </a:moveTo>
                  <a:cubicBezTo>
                    <a:pt x="560" y="33"/>
                    <a:pt x="563" y="26"/>
                    <a:pt x="570" y="26"/>
                  </a:cubicBezTo>
                  <a:cubicBezTo>
                    <a:pt x="578" y="26"/>
                    <a:pt x="580" y="33"/>
                    <a:pt x="580" y="38"/>
                  </a:cubicBezTo>
                  <a:lnTo>
                    <a:pt x="560" y="38"/>
                  </a:lnTo>
                  <a:close/>
                  <a:moveTo>
                    <a:pt x="587" y="43"/>
                  </a:moveTo>
                  <a:cubicBezTo>
                    <a:pt x="587" y="42"/>
                    <a:pt x="587" y="41"/>
                    <a:pt x="587" y="40"/>
                  </a:cubicBezTo>
                  <a:cubicBezTo>
                    <a:pt x="587" y="32"/>
                    <a:pt x="584" y="20"/>
                    <a:pt x="571" y="20"/>
                  </a:cubicBezTo>
                  <a:cubicBezTo>
                    <a:pt x="560" y="20"/>
                    <a:pt x="553" y="30"/>
                    <a:pt x="553" y="43"/>
                  </a:cubicBezTo>
                  <a:cubicBezTo>
                    <a:pt x="553" y="55"/>
                    <a:pt x="560" y="64"/>
                    <a:pt x="572" y="64"/>
                  </a:cubicBezTo>
                  <a:cubicBezTo>
                    <a:pt x="578" y="64"/>
                    <a:pt x="582" y="62"/>
                    <a:pt x="585" y="61"/>
                  </a:cubicBezTo>
                  <a:cubicBezTo>
                    <a:pt x="584" y="56"/>
                    <a:pt x="584" y="56"/>
                    <a:pt x="584" y="56"/>
                  </a:cubicBezTo>
                  <a:cubicBezTo>
                    <a:pt x="581" y="57"/>
                    <a:pt x="578" y="58"/>
                    <a:pt x="573" y="58"/>
                  </a:cubicBezTo>
                  <a:cubicBezTo>
                    <a:pt x="566" y="58"/>
                    <a:pt x="560" y="54"/>
                    <a:pt x="560" y="43"/>
                  </a:cubicBezTo>
                  <a:lnTo>
                    <a:pt x="587" y="43"/>
                  </a:lnTo>
                  <a:close/>
                  <a:moveTo>
                    <a:pt x="513" y="21"/>
                  </a:moveTo>
                  <a:cubicBezTo>
                    <a:pt x="528" y="63"/>
                    <a:pt x="528" y="63"/>
                    <a:pt x="528" y="63"/>
                  </a:cubicBezTo>
                  <a:cubicBezTo>
                    <a:pt x="534" y="63"/>
                    <a:pt x="534" y="63"/>
                    <a:pt x="534" y="63"/>
                  </a:cubicBezTo>
                  <a:cubicBezTo>
                    <a:pt x="550" y="21"/>
                    <a:pt x="550" y="21"/>
                    <a:pt x="550" y="21"/>
                  </a:cubicBezTo>
                  <a:cubicBezTo>
                    <a:pt x="542" y="21"/>
                    <a:pt x="542" y="21"/>
                    <a:pt x="542" y="21"/>
                  </a:cubicBezTo>
                  <a:cubicBezTo>
                    <a:pt x="535" y="44"/>
                    <a:pt x="535" y="44"/>
                    <a:pt x="535" y="44"/>
                  </a:cubicBezTo>
                  <a:cubicBezTo>
                    <a:pt x="533" y="48"/>
                    <a:pt x="532" y="52"/>
                    <a:pt x="531" y="55"/>
                  </a:cubicBezTo>
                  <a:cubicBezTo>
                    <a:pt x="531" y="55"/>
                    <a:pt x="531" y="55"/>
                    <a:pt x="531" y="55"/>
                  </a:cubicBezTo>
                  <a:cubicBezTo>
                    <a:pt x="530" y="52"/>
                    <a:pt x="529" y="48"/>
                    <a:pt x="528" y="44"/>
                  </a:cubicBezTo>
                  <a:cubicBezTo>
                    <a:pt x="520" y="21"/>
                    <a:pt x="520" y="21"/>
                    <a:pt x="520" y="21"/>
                  </a:cubicBezTo>
                  <a:lnTo>
                    <a:pt x="513" y="21"/>
                  </a:lnTo>
                  <a:close/>
                  <a:moveTo>
                    <a:pt x="502" y="4"/>
                  </a:moveTo>
                  <a:cubicBezTo>
                    <a:pt x="500" y="4"/>
                    <a:pt x="498" y="7"/>
                    <a:pt x="498" y="9"/>
                  </a:cubicBezTo>
                  <a:cubicBezTo>
                    <a:pt x="498" y="12"/>
                    <a:pt x="500" y="14"/>
                    <a:pt x="502" y="14"/>
                  </a:cubicBezTo>
                  <a:cubicBezTo>
                    <a:pt x="505" y="14"/>
                    <a:pt x="507" y="12"/>
                    <a:pt x="507" y="9"/>
                  </a:cubicBezTo>
                  <a:cubicBezTo>
                    <a:pt x="507" y="6"/>
                    <a:pt x="505" y="4"/>
                    <a:pt x="502" y="4"/>
                  </a:cubicBezTo>
                  <a:moveTo>
                    <a:pt x="506" y="21"/>
                  </a:moveTo>
                  <a:cubicBezTo>
                    <a:pt x="499" y="21"/>
                    <a:pt x="499" y="21"/>
                    <a:pt x="499" y="21"/>
                  </a:cubicBezTo>
                  <a:cubicBezTo>
                    <a:pt x="499" y="63"/>
                    <a:pt x="499" y="63"/>
                    <a:pt x="499" y="63"/>
                  </a:cubicBezTo>
                  <a:cubicBezTo>
                    <a:pt x="506" y="63"/>
                    <a:pt x="506" y="63"/>
                    <a:pt x="506" y="63"/>
                  </a:cubicBezTo>
                  <a:lnTo>
                    <a:pt x="506" y="21"/>
                  </a:lnTo>
                  <a:close/>
                  <a:moveTo>
                    <a:pt x="454" y="63"/>
                  </a:moveTo>
                  <a:cubicBezTo>
                    <a:pt x="461" y="63"/>
                    <a:pt x="461" y="63"/>
                    <a:pt x="461" y="63"/>
                  </a:cubicBezTo>
                  <a:cubicBezTo>
                    <a:pt x="461" y="38"/>
                    <a:pt x="461" y="38"/>
                    <a:pt x="461" y="38"/>
                  </a:cubicBezTo>
                  <a:cubicBezTo>
                    <a:pt x="461" y="36"/>
                    <a:pt x="462" y="35"/>
                    <a:pt x="462" y="34"/>
                  </a:cubicBezTo>
                  <a:cubicBezTo>
                    <a:pt x="463" y="30"/>
                    <a:pt x="467" y="26"/>
                    <a:pt x="471" y="26"/>
                  </a:cubicBezTo>
                  <a:cubicBezTo>
                    <a:pt x="478" y="26"/>
                    <a:pt x="480" y="32"/>
                    <a:pt x="480" y="39"/>
                  </a:cubicBezTo>
                  <a:cubicBezTo>
                    <a:pt x="480" y="63"/>
                    <a:pt x="480" y="63"/>
                    <a:pt x="480" y="63"/>
                  </a:cubicBezTo>
                  <a:cubicBezTo>
                    <a:pt x="487" y="63"/>
                    <a:pt x="487" y="63"/>
                    <a:pt x="487" y="63"/>
                  </a:cubicBezTo>
                  <a:cubicBezTo>
                    <a:pt x="487" y="38"/>
                    <a:pt x="487" y="38"/>
                    <a:pt x="487" y="38"/>
                  </a:cubicBezTo>
                  <a:cubicBezTo>
                    <a:pt x="487" y="24"/>
                    <a:pt x="479" y="20"/>
                    <a:pt x="474" y="20"/>
                  </a:cubicBezTo>
                  <a:cubicBezTo>
                    <a:pt x="467" y="20"/>
                    <a:pt x="463" y="24"/>
                    <a:pt x="461" y="28"/>
                  </a:cubicBezTo>
                  <a:cubicBezTo>
                    <a:pt x="461" y="28"/>
                    <a:pt x="461" y="28"/>
                    <a:pt x="461" y="28"/>
                  </a:cubicBezTo>
                  <a:cubicBezTo>
                    <a:pt x="460" y="21"/>
                    <a:pt x="460" y="21"/>
                    <a:pt x="460" y="21"/>
                  </a:cubicBezTo>
                  <a:cubicBezTo>
                    <a:pt x="454" y="21"/>
                    <a:pt x="454" y="21"/>
                    <a:pt x="454" y="21"/>
                  </a:cubicBezTo>
                  <a:cubicBezTo>
                    <a:pt x="454" y="24"/>
                    <a:pt x="454" y="28"/>
                    <a:pt x="454" y="32"/>
                  </a:cubicBezTo>
                  <a:lnTo>
                    <a:pt x="454" y="63"/>
                  </a:lnTo>
                  <a:close/>
                  <a:moveTo>
                    <a:pt x="402" y="5"/>
                  </a:moveTo>
                  <a:cubicBezTo>
                    <a:pt x="402" y="39"/>
                    <a:pt x="402" y="39"/>
                    <a:pt x="402" y="39"/>
                  </a:cubicBezTo>
                  <a:cubicBezTo>
                    <a:pt x="402" y="57"/>
                    <a:pt x="411" y="64"/>
                    <a:pt x="422" y="64"/>
                  </a:cubicBezTo>
                  <a:cubicBezTo>
                    <a:pt x="434" y="64"/>
                    <a:pt x="442" y="56"/>
                    <a:pt x="442" y="39"/>
                  </a:cubicBezTo>
                  <a:cubicBezTo>
                    <a:pt x="442" y="5"/>
                    <a:pt x="442" y="5"/>
                    <a:pt x="442" y="5"/>
                  </a:cubicBezTo>
                  <a:cubicBezTo>
                    <a:pt x="435" y="5"/>
                    <a:pt x="435" y="5"/>
                    <a:pt x="435" y="5"/>
                  </a:cubicBezTo>
                  <a:cubicBezTo>
                    <a:pt x="435" y="39"/>
                    <a:pt x="435" y="39"/>
                    <a:pt x="435" y="39"/>
                  </a:cubicBezTo>
                  <a:cubicBezTo>
                    <a:pt x="435" y="52"/>
                    <a:pt x="430" y="58"/>
                    <a:pt x="422" y="58"/>
                  </a:cubicBezTo>
                  <a:cubicBezTo>
                    <a:pt x="415" y="58"/>
                    <a:pt x="409" y="52"/>
                    <a:pt x="409" y="39"/>
                  </a:cubicBezTo>
                  <a:cubicBezTo>
                    <a:pt x="409" y="5"/>
                    <a:pt x="409" y="5"/>
                    <a:pt x="409" y="5"/>
                  </a:cubicBezTo>
                  <a:lnTo>
                    <a:pt x="402" y="5"/>
                  </a:lnTo>
                  <a:close/>
                  <a:moveTo>
                    <a:pt x="341" y="63"/>
                  </a:moveTo>
                  <a:cubicBezTo>
                    <a:pt x="348" y="63"/>
                    <a:pt x="348" y="63"/>
                    <a:pt x="348" y="63"/>
                  </a:cubicBezTo>
                  <a:cubicBezTo>
                    <a:pt x="348" y="38"/>
                    <a:pt x="348" y="38"/>
                    <a:pt x="348" y="38"/>
                  </a:cubicBezTo>
                  <a:cubicBezTo>
                    <a:pt x="348" y="36"/>
                    <a:pt x="348" y="35"/>
                    <a:pt x="348" y="34"/>
                  </a:cubicBezTo>
                  <a:cubicBezTo>
                    <a:pt x="349" y="30"/>
                    <a:pt x="353" y="26"/>
                    <a:pt x="358" y="26"/>
                  </a:cubicBezTo>
                  <a:cubicBezTo>
                    <a:pt x="364" y="26"/>
                    <a:pt x="367" y="32"/>
                    <a:pt x="367" y="39"/>
                  </a:cubicBezTo>
                  <a:cubicBezTo>
                    <a:pt x="367" y="63"/>
                    <a:pt x="367" y="63"/>
                    <a:pt x="367" y="63"/>
                  </a:cubicBezTo>
                  <a:cubicBezTo>
                    <a:pt x="374" y="63"/>
                    <a:pt x="374" y="63"/>
                    <a:pt x="374" y="63"/>
                  </a:cubicBezTo>
                  <a:cubicBezTo>
                    <a:pt x="374" y="38"/>
                    <a:pt x="374" y="38"/>
                    <a:pt x="374" y="38"/>
                  </a:cubicBezTo>
                  <a:cubicBezTo>
                    <a:pt x="374" y="24"/>
                    <a:pt x="365" y="20"/>
                    <a:pt x="360" y="20"/>
                  </a:cubicBezTo>
                  <a:cubicBezTo>
                    <a:pt x="354" y="20"/>
                    <a:pt x="349" y="24"/>
                    <a:pt x="347" y="28"/>
                  </a:cubicBezTo>
                  <a:cubicBezTo>
                    <a:pt x="347" y="28"/>
                    <a:pt x="347" y="28"/>
                    <a:pt x="347" y="28"/>
                  </a:cubicBezTo>
                  <a:cubicBezTo>
                    <a:pt x="347" y="21"/>
                    <a:pt x="347" y="21"/>
                    <a:pt x="347" y="2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1" y="24"/>
                    <a:pt x="341" y="28"/>
                    <a:pt x="341" y="32"/>
                  </a:cubicBezTo>
                  <a:lnTo>
                    <a:pt x="341" y="63"/>
                  </a:lnTo>
                  <a:close/>
                  <a:moveTo>
                    <a:pt x="313" y="26"/>
                  </a:moveTo>
                  <a:cubicBezTo>
                    <a:pt x="321" y="26"/>
                    <a:pt x="324" y="35"/>
                    <a:pt x="324" y="42"/>
                  </a:cubicBezTo>
                  <a:cubicBezTo>
                    <a:pt x="324" y="51"/>
                    <a:pt x="319" y="58"/>
                    <a:pt x="313" y="58"/>
                  </a:cubicBezTo>
                  <a:cubicBezTo>
                    <a:pt x="306" y="58"/>
                    <a:pt x="301" y="51"/>
                    <a:pt x="301" y="42"/>
                  </a:cubicBezTo>
                  <a:cubicBezTo>
                    <a:pt x="301" y="34"/>
                    <a:pt x="304" y="26"/>
                    <a:pt x="313" y="26"/>
                  </a:cubicBezTo>
                  <a:moveTo>
                    <a:pt x="313" y="20"/>
                  </a:moveTo>
                  <a:cubicBezTo>
                    <a:pt x="302" y="20"/>
                    <a:pt x="294" y="28"/>
                    <a:pt x="294" y="42"/>
                  </a:cubicBezTo>
                  <a:cubicBezTo>
                    <a:pt x="294" y="55"/>
                    <a:pt x="302" y="64"/>
                    <a:pt x="312" y="64"/>
                  </a:cubicBezTo>
                  <a:cubicBezTo>
                    <a:pt x="322" y="64"/>
                    <a:pt x="332" y="57"/>
                    <a:pt x="332" y="42"/>
                  </a:cubicBezTo>
                  <a:cubicBezTo>
                    <a:pt x="332" y="29"/>
                    <a:pt x="324" y="20"/>
                    <a:pt x="313" y="20"/>
                  </a:cubicBezTo>
                  <a:moveTo>
                    <a:pt x="281" y="4"/>
                  </a:moveTo>
                  <a:cubicBezTo>
                    <a:pt x="279" y="4"/>
                    <a:pt x="277" y="7"/>
                    <a:pt x="277" y="9"/>
                  </a:cubicBezTo>
                  <a:cubicBezTo>
                    <a:pt x="277" y="12"/>
                    <a:pt x="278" y="14"/>
                    <a:pt x="281" y="14"/>
                  </a:cubicBezTo>
                  <a:cubicBezTo>
                    <a:pt x="284" y="14"/>
                    <a:pt x="286" y="12"/>
                    <a:pt x="286" y="9"/>
                  </a:cubicBezTo>
                  <a:cubicBezTo>
                    <a:pt x="286" y="6"/>
                    <a:pt x="284" y="4"/>
                    <a:pt x="281" y="4"/>
                  </a:cubicBezTo>
                  <a:moveTo>
                    <a:pt x="285" y="21"/>
                  </a:moveTo>
                  <a:cubicBezTo>
                    <a:pt x="278" y="21"/>
                    <a:pt x="278" y="21"/>
                    <a:pt x="278" y="21"/>
                  </a:cubicBezTo>
                  <a:cubicBezTo>
                    <a:pt x="278" y="63"/>
                    <a:pt x="278" y="63"/>
                    <a:pt x="278" y="63"/>
                  </a:cubicBezTo>
                  <a:cubicBezTo>
                    <a:pt x="285" y="63"/>
                    <a:pt x="285" y="63"/>
                    <a:pt x="285" y="63"/>
                  </a:cubicBezTo>
                  <a:lnTo>
                    <a:pt x="285" y="21"/>
                  </a:lnTo>
                  <a:close/>
                  <a:moveTo>
                    <a:pt x="251" y="63"/>
                  </a:moveTo>
                  <a:cubicBezTo>
                    <a:pt x="258" y="63"/>
                    <a:pt x="258" y="63"/>
                    <a:pt x="258" y="63"/>
                  </a:cubicBezTo>
                  <a:cubicBezTo>
                    <a:pt x="258" y="40"/>
                    <a:pt x="258" y="40"/>
                    <a:pt x="258" y="40"/>
                  </a:cubicBezTo>
                  <a:cubicBezTo>
                    <a:pt x="258" y="39"/>
                    <a:pt x="258" y="38"/>
                    <a:pt x="258" y="37"/>
                  </a:cubicBezTo>
                  <a:cubicBezTo>
                    <a:pt x="259" y="31"/>
                    <a:pt x="263" y="27"/>
                    <a:pt x="268" y="27"/>
                  </a:cubicBezTo>
                  <a:cubicBezTo>
                    <a:pt x="269" y="27"/>
                    <a:pt x="270" y="27"/>
                    <a:pt x="270" y="27"/>
                  </a:cubicBezTo>
                  <a:cubicBezTo>
                    <a:pt x="270" y="20"/>
                    <a:pt x="270" y="20"/>
                    <a:pt x="270" y="20"/>
                  </a:cubicBezTo>
                  <a:cubicBezTo>
                    <a:pt x="270" y="20"/>
                    <a:pt x="269" y="20"/>
                    <a:pt x="268" y="20"/>
                  </a:cubicBezTo>
                  <a:cubicBezTo>
                    <a:pt x="264" y="20"/>
                    <a:pt x="259" y="24"/>
                    <a:pt x="257" y="29"/>
                  </a:cubicBezTo>
                  <a:cubicBezTo>
                    <a:pt x="257" y="29"/>
                    <a:pt x="257" y="29"/>
                    <a:pt x="257" y="29"/>
                  </a:cubicBezTo>
                  <a:cubicBezTo>
                    <a:pt x="257" y="21"/>
                    <a:pt x="257" y="21"/>
                    <a:pt x="257" y="21"/>
                  </a:cubicBezTo>
                  <a:cubicBezTo>
                    <a:pt x="251" y="21"/>
                    <a:pt x="251" y="21"/>
                    <a:pt x="251" y="21"/>
                  </a:cubicBezTo>
                  <a:cubicBezTo>
                    <a:pt x="251" y="25"/>
                    <a:pt x="251" y="29"/>
                    <a:pt x="251" y="34"/>
                  </a:cubicBezTo>
                  <a:lnTo>
                    <a:pt x="251" y="63"/>
                  </a:lnTo>
                  <a:close/>
                  <a:moveTo>
                    <a:pt x="239" y="21"/>
                  </a:moveTo>
                  <a:cubicBezTo>
                    <a:pt x="232" y="21"/>
                    <a:pt x="232" y="21"/>
                    <a:pt x="232" y="21"/>
                  </a:cubicBezTo>
                  <a:cubicBezTo>
                    <a:pt x="232" y="47"/>
                    <a:pt x="232" y="47"/>
                    <a:pt x="232" y="47"/>
                  </a:cubicBezTo>
                  <a:cubicBezTo>
                    <a:pt x="232" y="48"/>
                    <a:pt x="232" y="49"/>
                    <a:pt x="232" y="50"/>
                  </a:cubicBezTo>
                  <a:cubicBezTo>
                    <a:pt x="230" y="54"/>
                    <a:pt x="227" y="57"/>
                    <a:pt x="222" y="57"/>
                  </a:cubicBezTo>
                  <a:cubicBezTo>
                    <a:pt x="216" y="57"/>
                    <a:pt x="214" y="52"/>
                    <a:pt x="214" y="44"/>
                  </a:cubicBezTo>
                  <a:cubicBezTo>
                    <a:pt x="214" y="21"/>
                    <a:pt x="214" y="21"/>
                    <a:pt x="214" y="21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6" y="45"/>
                    <a:pt x="206" y="45"/>
                    <a:pt x="206" y="45"/>
                  </a:cubicBezTo>
                  <a:cubicBezTo>
                    <a:pt x="206" y="60"/>
                    <a:pt x="214" y="64"/>
                    <a:pt x="220" y="64"/>
                  </a:cubicBezTo>
                  <a:cubicBezTo>
                    <a:pt x="227" y="64"/>
                    <a:pt x="231" y="59"/>
                    <a:pt x="233" y="56"/>
                  </a:cubicBezTo>
                  <a:cubicBezTo>
                    <a:pt x="233" y="56"/>
                    <a:pt x="233" y="56"/>
                    <a:pt x="233" y="56"/>
                  </a:cubicBezTo>
                  <a:cubicBezTo>
                    <a:pt x="233" y="63"/>
                    <a:pt x="233" y="63"/>
                    <a:pt x="233" y="63"/>
                  </a:cubicBezTo>
                  <a:cubicBezTo>
                    <a:pt x="240" y="63"/>
                    <a:pt x="240" y="63"/>
                    <a:pt x="240" y="63"/>
                  </a:cubicBezTo>
                  <a:cubicBezTo>
                    <a:pt x="239" y="60"/>
                    <a:pt x="239" y="56"/>
                    <a:pt x="239" y="51"/>
                  </a:cubicBezTo>
                  <a:lnTo>
                    <a:pt x="239" y="21"/>
                  </a:lnTo>
                  <a:close/>
                  <a:moveTo>
                    <a:pt x="196" y="32"/>
                  </a:moveTo>
                  <a:cubicBezTo>
                    <a:pt x="178" y="32"/>
                    <a:pt x="178" y="32"/>
                    <a:pt x="178" y="32"/>
                  </a:cubicBezTo>
                  <a:cubicBezTo>
                    <a:pt x="178" y="38"/>
                    <a:pt x="178" y="38"/>
                    <a:pt x="178" y="38"/>
                  </a:cubicBezTo>
                  <a:cubicBezTo>
                    <a:pt x="189" y="38"/>
                    <a:pt x="189" y="38"/>
                    <a:pt x="189" y="38"/>
                  </a:cubicBezTo>
                  <a:cubicBezTo>
                    <a:pt x="189" y="56"/>
                    <a:pt x="189" y="56"/>
                    <a:pt x="189" y="56"/>
                  </a:cubicBezTo>
                  <a:cubicBezTo>
                    <a:pt x="188" y="56"/>
                    <a:pt x="185" y="57"/>
                    <a:pt x="180" y="57"/>
                  </a:cubicBezTo>
                  <a:cubicBezTo>
                    <a:pt x="167" y="57"/>
                    <a:pt x="159" y="48"/>
                    <a:pt x="159" y="34"/>
                  </a:cubicBezTo>
                  <a:cubicBezTo>
                    <a:pt x="159" y="19"/>
                    <a:pt x="168" y="10"/>
                    <a:pt x="181" y="10"/>
                  </a:cubicBezTo>
                  <a:cubicBezTo>
                    <a:pt x="186" y="10"/>
                    <a:pt x="190" y="11"/>
                    <a:pt x="193" y="13"/>
                  </a:cubicBezTo>
                  <a:cubicBezTo>
                    <a:pt x="195" y="7"/>
                    <a:pt x="195" y="7"/>
                    <a:pt x="195" y="7"/>
                  </a:cubicBezTo>
                  <a:cubicBezTo>
                    <a:pt x="192" y="5"/>
                    <a:pt x="187" y="4"/>
                    <a:pt x="181" y="4"/>
                  </a:cubicBezTo>
                  <a:cubicBezTo>
                    <a:pt x="163" y="4"/>
                    <a:pt x="152" y="17"/>
                    <a:pt x="152" y="34"/>
                  </a:cubicBezTo>
                  <a:cubicBezTo>
                    <a:pt x="152" y="43"/>
                    <a:pt x="155" y="51"/>
                    <a:pt x="159" y="56"/>
                  </a:cubicBezTo>
                  <a:cubicBezTo>
                    <a:pt x="165" y="61"/>
                    <a:pt x="171" y="63"/>
                    <a:pt x="180" y="63"/>
                  </a:cubicBezTo>
                  <a:cubicBezTo>
                    <a:pt x="187" y="63"/>
                    <a:pt x="193" y="62"/>
                    <a:pt x="196" y="60"/>
                  </a:cubicBezTo>
                  <a:lnTo>
                    <a:pt x="196" y="32"/>
                  </a:lnTo>
                  <a:close/>
                  <a:moveTo>
                    <a:pt x="126" y="42"/>
                  </a:moveTo>
                  <a:cubicBezTo>
                    <a:pt x="145" y="42"/>
                    <a:pt x="145" y="42"/>
                    <a:pt x="145" y="42"/>
                  </a:cubicBezTo>
                  <a:cubicBezTo>
                    <a:pt x="145" y="37"/>
                    <a:pt x="145" y="37"/>
                    <a:pt x="145" y="37"/>
                  </a:cubicBezTo>
                  <a:cubicBezTo>
                    <a:pt x="126" y="37"/>
                    <a:pt x="126" y="37"/>
                    <a:pt x="126" y="37"/>
                  </a:cubicBezTo>
                  <a:lnTo>
                    <a:pt x="126" y="42"/>
                  </a:lnTo>
                  <a:close/>
                  <a:moveTo>
                    <a:pt x="84" y="63"/>
                  </a:moveTo>
                  <a:cubicBezTo>
                    <a:pt x="91" y="63"/>
                    <a:pt x="91" y="63"/>
                    <a:pt x="91" y="63"/>
                  </a:cubicBezTo>
                  <a:cubicBezTo>
                    <a:pt x="91" y="38"/>
                    <a:pt x="91" y="38"/>
                    <a:pt x="91" y="38"/>
                  </a:cubicBezTo>
                  <a:cubicBezTo>
                    <a:pt x="91" y="36"/>
                    <a:pt x="92" y="35"/>
                    <a:pt x="92" y="34"/>
                  </a:cubicBezTo>
                  <a:cubicBezTo>
                    <a:pt x="93" y="30"/>
                    <a:pt x="97" y="26"/>
                    <a:pt x="101" y="26"/>
                  </a:cubicBezTo>
                  <a:cubicBezTo>
                    <a:pt x="108" y="26"/>
                    <a:pt x="110" y="32"/>
                    <a:pt x="110" y="39"/>
                  </a:cubicBezTo>
                  <a:cubicBezTo>
                    <a:pt x="110" y="63"/>
                    <a:pt x="110" y="63"/>
                    <a:pt x="110" y="63"/>
                  </a:cubicBezTo>
                  <a:cubicBezTo>
                    <a:pt x="117" y="63"/>
                    <a:pt x="117" y="63"/>
                    <a:pt x="117" y="63"/>
                  </a:cubicBezTo>
                  <a:cubicBezTo>
                    <a:pt x="117" y="38"/>
                    <a:pt x="117" y="38"/>
                    <a:pt x="117" y="38"/>
                  </a:cubicBezTo>
                  <a:cubicBezTo>
                    <a:pt x="117" y="24"/>
                    <a:pt x="109" y="20"/>
                    <a:pt x="104" y="20"/>
                  </a:cubicBezTo>
                  <a:cubicBezTo>
                    <a:pt x="97" y="20"/>
                    <a:pt x="93" y="24"/>
                    <a:pt x="91" y="28"/>
                  </a:cubicBezTo>
                  <a:cubicBezTo>
                    <a:pt x="91" y="28"/>
                    <a:pt x="91" y="28"/>
                    <a:pt x="91" y="28"/>
                  </a:cubicBezTo>
                  <a:cubicBezTo>
                    <a:pt x="90" y="21"/>
                    <a:pt x="90" y="21"/>
                    <a:pt x="90" y="21"/>
                  </a:cubicBezTo>
                  <a:cubicBezTo>
                    <a:pt x="84" y="21"/>
                    <a:pt x="84" y="21"/>
                    <a:pt x="84" y="21"/>
                  </a:cubicBezTo>
                  <a:cubicBezTo>
                    <a:pt x="84" y="24"/>
                    <a:pt x="84" y="28"/>
                    <a:pt x="84" y="32"/>
                  </a:cubicBezTo>
                  <a:lnTo>
                    <a:pt x="84" y="63"/>
                  </a:lnTo>
                  <a:close/>
                  <a:moveTo>
                    <a:pt x="48" y="38"/>
                  </a:moveTo>
                  <a:cubicBezTo>
                    <a:pt x="49" y="33"/>
                    <a:pt x="52" y="26"/>
                    <a:pt x="59" y="26"/>
                  </a:cubicBezTo>
                  <a:cubicBezTo>
                    <a:pt x="67" y="26"/>
                    <a:pt x="69" y="33"/>
                    <a:pt x="69" y="38"/>
                  </a:cubicBezTo>
                  <a:lnTo>
                    <a:pt x="48" y="38"/>
                  </a:lnTo>
                  <a:close/>
                  <a:moveTo>
                    <a:pt x="75" y="43"/>
                  </a:moveTo>
                  <a:cubicBezTo>
                    <a:pt x="76" y="42"/>
                    <a:pt x="76" y="41"/>
                    <a:pt x="76" y="40"/>
                  </a:cubicBezTo>
                  <a:cubicBezTo>
                    <a:pt x="76" y="32"/>
                    <a:pt x="72" y="20"/>
                    <a:pt x="60" y="20"/>
                  </a:cubicBezTo>
                  <a:cubicBezTo>
                    <a:pt x="48" y="20"/>
                    <a:pt x="41" y="30"/>
                    <a:pt x="41" y="43"/>
                  </a:cubicBezTo>
                  <a:cubicBezTo>
                    <a:pt x="41" y="55"/>
                    <a:pt x="48" y="64"/>
                    <a:pt x="60" y="64"/>
                  </a:cubicBezTo>
                  <a:cubicBezTo>
                    <a:pt x="67" y="64"/>
                    <a:pt x="71" y="62"/>
                    <a:pt x="73" y="61"/>
                  </a:cubicBezTo>
                  <a:cubicBezTo>
                    <a:pt x="72" y="56"/>
                    <a:pt x="72" y="56"/>
                    <a:pt x="72" y="56"/>
                  </a:cubicBezTo>
                  <a:cubicBezTo>
                    <a:pt x="70" y="57"/>
                    <a:pt x="66" y="58"/>
                    <a:pt x="61" y="58"/>
                  </a:cubicBezTo>
                  <a:cubicBezTo>
                    <a:pt x="54" y="58"/>
                    <a:pt x="48" y="54"/>
                    <a:pt x="48" y="43"/>
                  </a:cubicBezTo>
                  <a:lnTo>
                    <a:pt x="75" y="43"/>
                  </a:lnTo>
                  <a:close/>
                  <a:moveTo>
                    <a:pt x="7" y="35"/>
                  </a:moveTo>
                  <a:cubicBezTo>
                    <a:pt x="13" y="35"/>
                    <a:pt x="13" y="35"/>
                    <a:pt x="13" y="35"/>
                  </a:cubicBezTo>
                  <a:cubicBezTo>
                    <a:pt x="21" y="35"/>
                    <a:pt x="27" y="38"/>
                    <a:pt x="27" y="46"/>
                  </a:cubicBezTo>
                  <a:cubicBezTo>
                    <a:pt x="27" y="55"/>
                    <a:pt x="21" y="57"/>
                    <a:pt x="13" y="57"/>
                  </a:cubicBezTo>
                  <a:cubicBezTo>
                    <a:pt x="11" y="57"/>
                    <a:pt x="9" y="57"/>
                    <a:pt x="7" y="57"/>
                  </a:cubicBezTo>
                  <a:lnTo>
                    <a:pt x="7" y="35"/>
                  </a:lnTo>
                  <a:close/>
                  <a:moveTo>
                    <a:pt x="7" y="10"/>
                  </a:moveTo>
                  <a:cubicBezTo>
                    <a:pt x="9" y="10"/>
                    <a:pt x="10" y="10"/>
                    <a:pt x="14" y="10"/>
                  </a:cubicBezTo>
                  <a:cubicBezTo>
                    <a:pt x="21" y="10"/>
                    <a:pt x="25" y="13"/>
                    <a:pt x="25" y="19"/>
                  </a:cubicBezTo>
                  <a:cubicBezTo>
                    <a:pt x="25" y="25"/>
                    <a:pt x="21" y="29"/>
                    <a:pt x="14" y="29"/>
                  </a:cubicBezTo>
                  <a:cubicBezTo>
                    <a:pt x="7" y="29"/>
                    <a:pt x="7" y="29"/>
                    <a:pt x="7" y="29"/>
                  </a:cubicBezTo>
                  <a:lnTo>
                    <a:pt x="7" y="10"/>
                  </a:lnTo>
                  <a:close/>
                  <a:moveTo>
                    <a:pt x="0" y="63"/>
                  </a:moveTo>
                  <a:cubicBezTo>
                    <a:pt x="3" y="63"/>
                    <a:pt x="6" y="63"/>
                    <a:pt x="11" y="63"/>
                  </a:cubicBezTo>
                  <a:cubicBezTo>
                    <a:pt x="20" y="63"/>
                    <a:pt x="26" y="62"/>
                    <a:pt x="30" y="58"/>
                  </a:cubicBezTo>
                  <a:cubicBezTo>
                    <a:pt x="33" y="55"/>
                    <a:pt x="35" y="51"/>
                    <a:pt x="35" y="46"/>
                  </a:cubicBezTo>
                  <a:cubicBezTo>
                    <a:pt x="35" y="38"/>
                    <a:pt x="29" y="33"/>
                    <a:pt x="23" y="32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9" y="29"/>
                    <a:pt x="33" y="24"/>
                    <a:pt x="33" y="19"/>
                  </a:cubicBezTo>
                  <a:cubicBezTo>
                    <a:pt x="33" y="14"/>
                    <a:pt x="31" y="11"/>
                    <a:pt x="28" y="8"/>
                  </a:cubicBezTo>
                  <a:cubicBezTo>
                    <a:pt x="25" y="5"/>
                    <a:pt x="20" y="4"/>
                    <a:pt x="13" y="4"/>
                  </a:cubicBezTo>
                  <a:cubicBezTo>
                    <a:pt x="8" y="4"/>
                    <a:pt x="3" y="5"/>
                    <a:pt x="0" y="5"/>
                  </a:cubicBezTo>
                  <a:lnTo>
                    <a:pt x="0" y="63"/>
                  </a:lnTo>
                  <a:close/>
                </a:path>
              </a:pathLst>
            </a:custGeom>
            <a:solidFill>
              <a:srgbClr val="5757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AE1A2D2D-D313-4697-B7B5-DEB9CBACE1D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6876" y="6273800"/>
              <a:ext cx="2012950" cy="168275"/>
            </a:xfrm>
            <a:custGeom>
              <a:avLst/>
              <a:gdLst>
                <a:gd name="T0" fmla="*/ 1166 w 1179"/>
                <a:gd name="T1" fmla="*/ 17 h 97"/>
                <a:gd name="T2" fmla="*/ 1121 w 1179"/>
                <a:gd name="T3" fmla="*/ 42 h 97"/>
                <a:gd name="T4" fmla="*/ 1170 w 1179"/>
                <a:gd name="T5" fmla="*/ 72 h 97"/>
                <a:gd name="T6" fmla="*/ 1090 w 1179"/>
                <a:gd name="T7" fmla="*/ 0 h 97"/>
                <a:gd name="T8" fmla="*/ 1094 w 1179"/>
                <a:gd name="T9" fmla="*/ 72 h 97"/>
                <a:gd name="T10" fmla="*/ 1046 w 1179"/>
                <a:gd name="T11" fmla="*/ 1 h 97"/>
                <a:gd name="T12" fmla="*/ 1045 w 1179"/>
                <a:gd name="T13" fmla="*/ 64 h 97"/>
                <a:gd name="T14" fmla="*/ 1018 w 1179"/>
                <a:gd name="T15" fmla="*/ 0 h 97"/>
                <a:gd name="T16" fmla="*/ 1022 w 1179"/>
                <a:gd name="T17" fmla="*/ 16 h 97"/>
                <a:gd name="T18" fmla="*/ 998 w 1179"/>
                <a:gd name="T19" fmla="*/ 58 h 97"/>
                <a:gd name="T20" fmla="*/ 954 w 1179"/>
                <a:gd name="T21" fmla="*/ 10 h 97"/>
                <a:gd name="T22" fmla="*/ 951 w 1179"/>
                <a:gd name="T23" fmla="*/ 72 h 97"/>
                <a:gd name="T24" fmla="*/ 891 w 1179"/>
                <a:gd name="T25" fmla="*/ 2 h 97"/>
                <a:gd name="T26" fmla="*/ 938 w 1179"/>
                <a:gd name="T27" fmla="*/ 72 h 97"/>
                <a:gd name="T28" fmla="*/ 835 w 1179"/>
                <a:gd name="T29" fmla="*/ 11 h 97"/>
                <a:gd name="T30" fmla="*/ 873 w 1179"/>
                <a:gd name="T31" fmla="*/ 8 h 97"/>
                <a:gd name="T32" fmla="*/ 820 w 1179"/>
                <a:gd name="T33" fmla="*/ 40 h 97"/>
                <a:gd name="T34" fmla="*/ 799 w 1179"/>
                <a:gd name="T35" fmla="*/ 3 h 97"/>
                <a:gd name="T36" fmla="*/ 787 w 1179"/>
                <a:gd name="T37" fmla="*/ 7 h 97"/>
                <a:gd name="T38" fmla="*/ 756 w 1179"/>
                <a:gd name="T39" fmla="*/ 0 h 97"/>
                <a:gd name="T40" fmla="*/ 761 w 1179"/>
                <a:gd name="T41" fmla="*/ 59 h 97"/>
                <a:gd name="T42" fmla="*/ 746 w 1179"/>
                <a:gd name="T43" fmla="*/ 73 h 97"/>
                <a:gd name="T44" fmla="*/ 666 w 1179"/>
                <a:gd name="T45" fmla="*/ 0 h 97"/>
                <a:gd name="T46" fmla="*/ 638 w 1179"/>
                <a:gd name="T47" fmla="*/ 66 h 97"/>
                <a:gd name="T48" fmla="*/ 658 w 1179"/>
                <a:gd name="T49" fmla="*/ 50 h 97"/>
                <a:gd name="T50" fmla="*/ 693 w 1179"/>
                <a:gd name="T51" fmla="*/ 72 h 97"/>
                <a:gd name="T52" fmla="*/ 591 w 1179"/>
                <a:gd name="T53" fmla="*/ 31 h 97"/>
                <a:gd name="T54" fmla="*/ 559 w 1179"/>
                <a:gd name="T55" fmla="*/ 8 h 97"/>
                <a:gd name="T56" fmla="*/ 599 w 1179"/>
                <a:gd name="T57" fmla="*/ 72 h 97"/>
                <a:gd name="T58" fmla="*/ 511 w 1179"/>
                <a:gd name="T59" fmla="*/ 1 h 97"/>
                <a:gd name="T60" fmla="*/ 529 w 1179"/>
                <a:gd name="T61" fmla="*/ 97 h 97"/>
                <a:gd name="T62" fmla="*/ 503 w 1179"/>
                <a:gd name="T63" fmla="*/ 33 h 97"/>
                <a:gd name="T64" fmla="*/ 427 w 1179"/>
                <a:gd name="T65" fmla="*/ 8 h 97"/>
                <a:gd name="T66" fmla="*/ 444 w 1179"/>
                <a:gd name="T67" fmla="*/ 49 h 97"/>
                <a:gd name="T68" fmla="*/ 427 w 1179"/>
                <a:gd name="T69" fmla="*/ 73 h 97"/>
                <a:gd name="T70" fmla="*/ 459 w 1179"/>
                <a:gd name="T71" fmla="*/ 71 h 97"/>
                <a:gd name="T72" fmla="*/ 392 w 1179"/>
                <a:gd name="T73" fmla="*/ 1 h 97"/>
                <a:gd name="T74" fmla="*/ 410 w 1179"/>
                <a:gd name="T75" fmla="*/ 72 h 97"/>
                <a:gd name="T76" fmla="*/ 333 w 1179"/>
                <a:gd name="T77" fmla="*/ 10 h 97"/>
                <a:gd name="T78" fmla="*/ 380 w 1179"/>
                <a:gd name="T79" fmla="*/ 31 h 97"/>
                <a:gd name="T80" fmla="*/ 304 w 1179"/>
                <a:gd name="T81" fmla="*/ 8 h 97"/>
                <a:gd name="T82" fmla="*/ 322 w 1179"/>
                <a:gd name="T83" fmla="*/ 15 h 97"/>
                <a:gd name="T84" fmla="*/ 275 w 1179"/>
                <a:gd name="T85" fmla="*/ 8 h 97"/>
                <a:gd name="T86" fmla="*/ 293 w 1179"/>
                <a:gd name="T87" fmla="*/ 15 h 97"/>
                <a:gd name="T88" fmla="*/ 245 w 1179"/>
                <a:gd name="T89" fmla="*/ 8 h 97"/>
                <a:gd name="T90" fmla="*/ 263 w 1179"/>
                <a:gd name="T91" fmla="*/ 15 h 97"/>
                <a:gd name="T92" fmla="*/ 171 w 1179"/>
                <a:gd name="T93" fmla="*/ 0 h 97"/>
                <a:gd name="T94" fmla="*/ 192 w 1179"/>
                <a:gd name="T95" fmla="*/ 58 h 97"/>
                <a:gd name="T96" fmla="*/ 140 w 1179"/>
                <a:gd name="T97" fmla="*/ 23 h 97"/>
                <a:gd name="T98" fmla="*/ 118 w 1179"/>
                <a:gd name="T99" fmla="*/ 8 h 97"/>
                <a:gd name="T100" fmla="*/ 140 w 1179"/>
                <a:gd name="T101" fmla="*/ 23 h 97"/>
                <a:gd name="T102" fmla="*/ 67 w 1179"/>
                <a:gd name="T103" fmla="*/ 8 h 97"/>
                <a:gd name="T104" fmla="*/ 84 w 1179"/>
                <a:gd name="T105" fmla="*/ 49 h 97"/>
                <a:gd name="T106" fmla="*/ 67 w 1179"/>
                <a:gd name="T107" fmla="*/ 73 h 97"/>
                <a:gd name="T108" fmla="*/ 99 w 1179"/>
                <a:gd name="T109" fmla="*/ 71 h 97"/>
                <a:gd name="T110" fmla="*/ 38 w 1179"/>
                <a:gd name="T111" fmla="*/ 7 h 97"/>
                <a:gd name="T112" fmla="*/ 38 w 1179"/>
                <a:gd name="T113" fmla="*/ 33 h 97"/>
                <a:gd name="T114" fmla="*/ 56 w 1179"/>
                <a:gd name="T115" fmla="*/ 64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79" h="97">
                  <a:moveTo>
                    <a:pt x="1179" y="71"/>
                  </a:moveTo>
                  <a:cubicBezTo>
                    <a:pt x="1175" y="63"/>
                    <a:pt x="1169" y="54"/>
                    <a:pt x="1162" y="45"/>
                  </a:cubicBezTo>
                  <a:cubicBezTo>
                    <a:pt x="1171" y="34"/>
                    <a:pt x="1176" y="23"/>
                    <a:pt x="1176" y="11"/>
                  </a:cubicBezTo>
                  <a:cubicBezTo>
                    <a:pt x="1176" y="0"/>
                    <a:pt x="1176" y="0"/>
                    <a:pt x="1176" y="0"/>
                  </a:cubicBezTo>
                  <a:cubicBezTo>
                    <a:pt x="1166" y="0"/>
                    <a:pt x="1166" y="0"/>
                    <a:pt x="1166" y="0"/>
                  </a:cubicBezTo>
                  <a:cubicBezTo>
                    <a:pt x="1166" y="17"/>
                    <a:pt x="1166" y="17"/>
                    <a:pt x="1166" y="17"/>
                  </a:cubicBezTo>
                  <a:cubicBezTo>
                    <a:pt x="1166" y="25"/>
                    <a:pt x="1164" y="33"/>
                    <a:pt x="1159" y="41"/>
                  </a:cubicBezTo>
                  <a:cubicBezTo>
                    <a:pt x="1144" y="22"/>
                    <a:pt x="1134" y="9"/>
                    <a:pt x="1126" y="0"/>
                  </a:cubicBezTo>
                  <a:cubicBezTo>
                    <a:pt x="1116" y="0"/>
                    <a:pt x="1116" y="0"/>
                    <a:pt x="1116" y="0"/>
                  </a:cubicBezTo>
                  <a:cubicBezTo>
                    <a:pt x="1116" y="2"/>
                    <a:pt x="1116" y="2"/>
                    <a:pt x="1116" y="2"/>
                  </a:cubicBezTo>
                  <a:cubicBezTo>
                    <a:pt x="1124" y="11"/>
                    <a:pt x="1130" y="18"/>
                    <a:pt x="1132" y="21"/>
                  </a:cubicBezTo>
                  <a:cubicBezTo>
                    <a:pt x="1126" y="29"/>
                    <a:pt x="1123" y="36"/>
                    <a:pt x="1121" y="42"/>
                  </a:cubicBezTo>
                  <a:cubicBezTo>
                    <a:pt x="1119" y="46"/>
                    <a:pt x="1119" y="53"/>
                    <a:pt x="1119" y="61"/>
                  </a:cubicBezTo>
                  <a:cubicBezTo>
                    <a:pt x="1119" y="72"/>
                    <a:pt x="1119" y="72"/>
                    <a:pt x="1119" y="72"/>
                  </a:cubicBezTo>
                  <a:cubicBezTo>
                    <a:pt x="1128" y="72"/>
                    <a:pt x="1128" y="72"/>
                    <a:pt x="1128" y="72"/>
                  </a:cubicBezTo>
                  <a:cubicBezTo>
                    <a:pt x="1128" y="57"/>
                    <a:pt x="1128" y="57"/>
                    <a:pt x="1128" y="57"/>
                  </a:cubicBezTo>
                  <a:cubicBezTo>
                    <a:pt x="1128" y="43"/>
                    <a:pt x="1131" y="33"/>
                    <a:pt x="1136" y="25"/>
                  </a:cubicBezTo>
                  <a:cubicBezTo>
                    <a:pt x="1150" y="42"/>
                    <a:pt x="1161" y="58"/>
                    <a:pt x="1170" y="72"/>
                  </a:cubicBezTo>
                  <a:cubicBezTo>
                    <a:pt x="1179" y="72"/>
                    <a:pt x="1179" y="72"/>
                    <a:pt x="1179" y="72"/>
                  </a:cubicBezTo>
                  <a:lnTo>
                    <a:pt x="1179" y="71"/>
                  </a:lnTo>
                  <a:close/>
                  <a:moveTo>
                    <a:pt x="1103" y="15"/>
                  </a:moveTo>
                  <a:cubicBezTo>
                    <a:pt x="1103" y="10"/>
                    <a:pt x="1102" y="6"/>
                    <a:pt x="1099" y="3"/>
                  </a:cubicBezTo>
                  <a:cubicBezTo>
                    <a:pt x="1096" y="1"/>
                    <a:pt x="1094" y="0"/>
                    <a:pt x="1090" y="0"/>
                  </a:cubicBezTo>
                  <a:cubicBezTo>
                    <a:pt x="1090" y="0"/>
                    <a:pt x="1090" y="0"/>
                    <a:pt x="1090" y="0"/>
                  </a:cubicBezTo>
                  <a:cubicBezTo>
                    <a:pt x="1088" y="0"/>
                    <a:pt x="1086" y="0"/>
                    <a:pt x="1085" y="1"/>
                  </a:cubicBezTo>
                  <a:cubicBezTo>
                    <a:pt x="1085" y="8"/>
                    <a:pt x="1085" y="8"/>
                    <a:pt x="1085" y="8"/>
                  </a:cubicBezTo>
                  <a:cubicBezTo>
                    <a:pt x="1085" y="8"/>
                    <a:pt x="1085" y="8"/>
                    <a:pt x="1086" y="7"/>
                  </a:cubicBezTo>
                  <a:cubicBezTo>
                    <a:pt x="1087" y="7"/>
                    <a:pt x="1087" y="7"/>
                    <a:pt x="1087" y="7"/>
                  </a:cubicBezTo>
                  <a:cubicBezTo>
                    <a:pt x="1092" y="7"/>
                    <a:pt x="1094" y="10"/>
                    <a:pt x="1094" y="16"/>
                  </a:cubicBezTo>
                  <a:cubicBezTo>
                    <a:pt x="1094" y="72"/>
                    <a:pt x="1094" y="72"/>
                    <a:pt x="1094" y="72"/>
                  </a:cubicBezTo>
                  <a:cubicBezTo>
                    <a:pt x="1103" y="72"/>
                    <a:pt x="1103" y="72"/>
                    <a:pt x="1103" y="72"/>
                  </a:cubicBezTo>
                  <a:lnTo>
                    <a:pt x="1103" y="15"/>
                  </a:lnTo>
                  <a:close/>
                  <a:moveTo>
                    <a:pt x="1074" y="23"/>
                  </a:moveTo>
                  <a:cubicBezTo>
                    <a:pt x="1074" y="15"/>
                    <a:pt x="1071" y="9"/>
                    <a:pt x="1067" y="5"/>
                  </a:cubicBezTo>
                  <a:cubicBezTo>
                    <a:pt x="1063" y="2"/>
                    <a:pt x="1059" y="0"/>
                    <a:pt x="1053" y="0"/>
                  </a:cubicBezTo>
                  <a:cubicBezTo>
                    <a:pt x="1050" y="0"/>
                    <a:pt x="1048" y="1"/>
                    <a:pt x="1046" y="1"/>
                  </a:cubicBezTo>
                  <a:cubicBezTo>
                    <a:pt x="1046" y="9"/>
                    <a:pt x="1046" y="9"/>
                    <a:pt x="1046" y="9"/>
                  </a:cubicBezTo>
                  <a:cubicBezTo>
                    <a:pt x="1047" y="9"/>
                    <a:pt x="1047" y="9"/>
                    <a:pt x="1047" y="9"/>
                  </a:cubicBezTo>
                  <a:cubicBezTo>
                    <a:pt x="1048" y="8"/>
                    <a:pt x="1050" y="8"/>
                    <a:pt x="1052" y="8"/>
                  </a:cubicBezTo>
                  <a:cubicBezTo>
                    <a:pt x="1060" y="8"/>
                    <a:pt x="1065" y="13"/>
                    <a:pt x="1065" y="24"/>
                  </a:cubicBezTo>
                  <a:cubicBezTo>
                    <a:pt x="1065" y="64"/>
                    <a:pt x="1065" y="64"/>
                    <a:pt x="1065" y="64"/>
                  </a:cubicBezTo>
                  <a:cubicBezTo>
                    <a:pt x="1045" y="64"/>
                    <a:pt x="1045" y="64"/>
                    <a:pt x="1045" y="64"/>
                  </a:cubicBezTo>
                  <a:cubicBezTo>
                    <a:pt x="1045" y="72"/>
                    <a:pt x="1045" y="72"/>
                    <a:pt x="1045" y="72"/>
                  </a:cubicBezTo>
                  <a:cubicBezTo>
                    <a:pt x="1074" y="72"/>
                    <a:pt x="1074" y="72"/>
                    <a:pt x="1074" y="72"/>
                  </a:cubicBezTo>
                  <a:lnTo>
                    <a:pt x="1074" y="23"/>
                  </a:lnTo>
                  <a:close/>
                  <a:moveTo>
                    <a:pt x="1031" y="15"/>
                  </a:moveTo>
                  <a:cubicBezTo>
                    <a:pt x="1031" y="10"/>
                    <a:pt x="1029" y="6"/>
                    <a:pt x="1026" y="3"/>
                  </a:cubicBezTo>
                  <a:cubicBezTo>
                    <a:pt x="1024" y="1"/>
                    <a:pt x="1021" y="0"/>
                    <a:pt x="1018" y="0"/>
                  </a:cubicBezTo>
                  <a:cubicBezTo>
                    <a:pt x="1018" y="0"/>
                    <a:pt x="1018" y="0"/>
                    <a:pt x="1018" y="0"/>
                  </a:cubicBezTo>
                  <a:cubicBezTo>
                    <a:pt x="1015" y="0"/>
                    <a:pt x="1014" y="0"/>
                    <a:pt x="1013" y="1"/>
                  </a:cubicBezTo>
                  <a:cubicBezTo>
                    <a:pt x="1013" y="8"/>
                    <a:pt x="1013" y="8"/>
                    <a:pt x="1013" y="8"/>
                  </a:cubicBezTo>
                  <a:cubicBezTo>
                    <a:pt x="1013" y="8"/>
                    <a:pt x="1013" y="8"/>
                    <a:pt x="1014" y="7"/>
                  </a:cubicBezTo>
                  <a:cubicBezTo>
                    <a:pt x="1014" y="7"/>
                    <a:pt x="1014" y="7"/>
                    <a:pt x="1014" y="7"/>
                  </a:cubicBezTo>
                  <a:cubicBezTo>
                    <a:pt x="1019" y="7"/>
                    <a:pt x="1022" y="10"/>
                    <a:pt x="1022" y="16"/>
                  </a:cubicBezTo>
                  <a:cubicBezTo>
                    <a:pt x="1022" y="40"/>
                    <a:pt x="1022" y="40"/>
                    <a:pt x="1022" y="40"/>
                  </a:cubicBezTo>
                  <a:cubicBezTo>
                    <a:pt x="1031" y="40"/>
                    <a:pt x="1031" y="40"/>
                    <a:pt x="1031" y="40"/>
                  </a:cubicBezTo>
                  <a:lnTo>
                    <a:pt x="1031" y="15"/>
                  </a:lnTo>
                  <a:close/>
                  <a:moveTo>
                    <a:pt x="1007" y="64"/>
                  </a:moveTo>
                  <a:cubicBezTo>
                    <a:pt x="1002" y="64"/>
                    <a:pt x="1002" y="64"/>
                    <a:pt x="1002" y="64"/>
                  </a:cubicBezTo>
                  <a:cubicBezTo>
                    <a:pt x="1000" y="64"/>
                    <a:pt x="998" y="62"/>
                    <a:pt x="998" y="58"/>
                  </a:cubicBezTo>
                  <a:cubicBezTo>
                    <a:pt x="998" y="31"/>
                    <a:pt x="998" y="31"/>
                    <a:pt x="998" y="31"/>
                  </a:cubicBezTo>
                  <a:cubicBezTo>
                    <a:pt x="998" y="21"/>
                    <a:pt x="995" y="13"/>
                    <a:pt x="989" y="7"/>
                  </a:cubicBezTo>
                  <a:cubicBezTo>
                    <a:pt x="983" y="2"/>
                    <a:pt x="977" y="0"/>
                    <a:pt x="968" y="0"/>
                  </a:cubicBezTo>
                  <a:cubicBezTo>
                    <a:pt x="962" y="0"/>
                    <a:pt x="957" y="1"/>
                    <a:pt x="953" y="2"/>
                  </a:cubicBezTo>
                  <a:cubicBezTo>
                    <a:pt x="953" y="10"/>
                    <a:pt x="953" y="10"/>
                    <a:pt x="953" y="10"/>
                  </a:cubicBezTo>
                  <a:cubicBezTo>
                    <a:pt x="954" y="10"/>
                    <a:pt x="954" y="10"/>
                    <a:pt x="954" y="10"/>
                  </a:cubicBezTo>
                  <a:cubicBezTo>
                    <a:pt x="957" y="9"/>
                    <a:pt x="962" y="8"/>
                    <a:pt x="966" y="8"/>
                  </a:cubicBezTo>
                  <a:cubicBezTo>
                    <a:pt x="982" y="8"/>
                    <a:pt x="989" y="16"/>
                    <a:pt x="989" y="33"/>
                  </a:cubicBezTo>
                  <a:cubicBezTo>
                    <a:pt x="989" y="58"/>
                    <a:pt x="989" y="58"/>
                    <a:pt x="989" y="58"/>
                  </a:cubicBezTo>
                  <a:cubicBezTo>
                    <a:pt x="989" y="61"/>
                    <a:pt x="990" y="63"/>
                    <a:pt x="991" y="64"/>
                  </a:cubicBezTo>
                  <a:cubicBezTo>
                    <a:pt x="951" y="64"/>
                    <a:pt x="951" y="64"/>
                    <a:pt x="951" y="64"/>
                  </a:cubicBezTo>
                  <a:cubicBezTo>
                    <a:pt x="951" y="72"/>
                    <a:pt x="951" y="72"/>
                    <a:pt x="951" y="72"/>
                  </a:cubicBezTo>
                  <a:cubicBezTo>
                    <a:pt x="1007" y="72"/>
                    <a:pt x="1007" y="72"/>
                    <a:pt x="1007" y="72"/>
                  </a:cubicBezTo>
                  <a:lnTo>
                    <a:pt x="1007" y="64"/>
                  </a:lnTo>
                  <a:close/>
                  <a:moveTo>
                    <a:pt x="938" y="31"/>
                  </a:moveTo>
                  <a:cubicBezTo>
                    <a:pt x="938" y="20"/>
                    <a:pt x="934" y="12"/>
                    <a:pt x="927" y="7"/>
                  </a:cubicBezTo>
                  <a:cubicBezTo>
                    <a:pt x="922" y="2"/>
                    <a:pt x="915" y="0"/>
                    <a:pt x="906" y="0"/>
                  </a:cubicBezTo>
                  <a:cubicBezTo>
                    <a:pt x="900" y="0"/>
                    <a:pt x="895" y="0"/>
                    <a:pt x="891" y="2"/>
                  </a:cubicBezTo>
                  <a:cubicBezTo>
                    <a:pt x="891" y="10"/>
                    <a:pt x="891" y="10"/>
                    <a:pt x="891" y="10"/>
                  </a:cubicBezTo>
                  <a:cubicBezTo>
                    <a:pt x="892" y="10"/>
                    <a:pt x="892" y="10"/>
                    <a:pt x="892" y="10"/>
                  </a:cubicBezTo>
                  <a:cubicBezTo>
                    <a:pt x="895" y="8"/>
                    <a:pt x="899" y="8"/>
                    <a:pt x="904" y="8"/>
                  </a:cubicBezTo>
                  <a:cubicBezTo>
                    <a:pt x="921" y="8"/>
                    <a:pt x="929" y="16"/>
                    <a:pt x="929" y="33"/>
                  </a:cubicBezTo>
                  <a:cubicBezTo>
                    <a:pt x="929" y="72"/>
                    <a:pt x="929" y="72"/>
                    <a:pt x="929" y="72"/>
                  </a:cubicBezTo>
                  <a:cubicBezTo>
                    <a:pt x="938" y="72"/>
                    <a:pt x="938" y="72"/>
                    <a:pt x="938" y="72"/>
                  </a:cubicBezTo>
                  <a:lnTo>
                    <a:pt x="938" y="31"/>
                  </a:lnTo>
                  <a:close/>
                  <a:moveTo>
                    <a:pt x="867" y="58"/>
                  </a:moveTo>
                  <a:cubicBezTo>
                    <a:pt x="863" y="64"/>
                    <a:pt x="857" y="66"/>
                    <a:pt x="850" y="66"/>
                  </a:cubicBezTo>
                  <a:cubicBezTo>
                    <a:pt x="836" y="66"/>
                    <a:pt x="829" y="57"/>
                    <a:pt x="829" y="40"/>
                  </a:cubicBezTo>
                  <a:cubicBezTo>
                    <a:pt x="829" y="31"/>
                    <a:pt x="830" y="24"/>
                    <a:pt x="831" y="19"/>
                  </a:cubicBezTo>
                  <a:cubicBezTo>
                    <a:pt x="832" y="16"/>
                    <a:pt x="833" y="13"/>
                    <a:pt x="835" y="11"/>
                  </a:cubicBezTo>
                  <a:cubicBezTo>
                    <a:pt x="837" y="9"/>
                    <a:pt x="838" y="8"/>
                    <a:pt x="840" y="8"/>
                  </a:cubicBezTo>
                  <a:cubicBezTo>
                    <a:pt x="850" y="8"/>
                    <a:pt x="850" y="8"/>
                    <a:pt x="850" y="8"/>
                  </a:cubicBezTo>
                  <a:cubicBezTo>
                    <a:pt x="857" y="8"/>
                    <a:pt x="863" y="10"/>
                    <a:pt x="866" y="14"/>
                  </a:cubicBezTo>
                  <a:cubicBezTo>
                    <a:pt x="871" y="19"/>
                    <a:pt x="873" y="26"/>
                    <a:pt x="873" y="37"/>
                  </a:cubicBezTo>
                  <a:cubicBezTo>
                    <a:pt x="873" y="46"/>
                    <a:pt x="871" y="53"/>
                    <a:pt x="867" y="58"/>
                  </a:cubicBezTo>
                  <a:moveTo>
                    <a:pt x="873" y="8"/>
                  </a:moveTo>
                  <a:cubicBezTo>
                    <a:pt x="868" y="3"/>
                    <a:pt x="861" y="0"/>
                    <a:pt x="852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18" y="8"/>
                    <a:pt x="818" y="8"/>
                    <a:pt x="818" y="8"/>
                  </a:cubicBezTo>
                  <a:cubicBezTo>
                    <a:pt x="830" y="8"/>
                    <a:pt x="830" y="8"/>
                    <a:pt x="830" y="8"/>
                  </a:cubicBezTo>
                  <a:cubicBezTo>
                    <a:pt x="825" y="13"/>
                    <a:pt x="822" y="20"/>
                    <a:pt x="820" y="29"/>
                  </a:cubicBezTo>
                  <a:cubicBezTo>
                    <a:pt x="820" y="31"/>
                    <a:pt x="820" y="35"/>
                    <a:pt x="820" y="40"/>
                  </a:cubicBezTo>
                  <a:cubicBezTo>
                    <a:pt x="820" y="63"/>
                    <a:pt x="830" y="74"/>
                    <a:pt x="850" y="74"/>
                  </a:cubicBezTo>
                  <a:cubicBezTo>
                    <a:pt x="859" y="74"/>
                    <a:pt x="866" y="70"/>
                    <a:pt x="872" y="64"/>
                  </a:cubicBezTo>
                  <a:cubicBezTo>
                    <a:pt x="879" y="57"/>
                    <a:pt x="882" y="48"/>
                    <a:pt x="882" y="36"/>
                  </a:cubicBezTo>
                  <a:cubicBezTo>
                    <a:pt x="882" y="23"/>
                    <a:pt x="879" y="14"/>
                    <a:pt x="873" y="8"/>
                  </a:cubicBezTo>
                  <a:moveTo>
                    <a:pt x="803" y="15"/>
                  </a:moveTo>
                  <a:cubicBezTo>
                    <a:pt x="803" y="10"/>
                    <a:pt x="801" y="6"/>
                    <a:pt x="799" y="3"/>
                  </a:cubicBezTo>
                  <a:cubicBezTo>
                    <a:pt x="796" y="1"/>
                    <a:pt x="794" y="0"/>
                    <a:pt x="790" y="0"/>
                  </a:cubicBezTo>
                  <a:cubicBezTo>
                    <a:pt x="790" y="0"/>
                    <a:pt x="790" y="0"/>
                    <a:pt x="790" y="0"/>
                  </a:cubicBezTo>
                  <a:cubicBezTo>
                    <a:pt x="787" y="0"/>
                    <a:pt x="786" y="0"/>
                    <a:pt x="785" y="1"/>
                  </a:cubicBezTo>
                  <a:cubicBezTo>
                    <a:pt x="785" y="8"/>
                    <a:pt x="785" y="8"/>
                    <a:pt x="785" y="8"/>
                  </a:cubicBezTo>
                  <a:cubicBezTo>
                    <a:pt x="785" y="8"/>
                    <a:pt x="785" y="8"/>
                    <a:pt x="786" y="7"/>
                  </a:cubicBezTo>
                  <a:cubicBezTo>
                    <a:pt x="787" y="7"/>
                    <a:pt x="787" y="7"/>
                    <a:pt x="787" y="7"/>
                  </a:cubicBezTo>
                  <a:cubicBezTo>
                    <a:pt x="791" y="7"/>
                    <a:pt x="794" y="10"/>
                    <a:pt x="794" y="16"/>
                  </a:cubicBezTo>
                  <a:cubicBezTo>
                    <a:pt x="794" y="40"/>
                    <a:pt x="794" y="40"/>
                    <a:pt x="794" y="40"/>
                  </a:cubicBezTo>
                  <a:cubicBezTo>
                    <a:pt x="803" y="40"/>
                    <a:pt x="803" y="40"/>
                    <a:pt x="803" y="40"/>
                  </a:cubicBezTo>
                  <a:lnTo>
                    <a:pt x="803" y="15"/>
                  </a:lnTo>
                  <a:close/>
                  <a:moveTo>
                    <a:pt x="771" y="9"/>
                  </a:moveTo>
                  <a:cubicBezTo>
                    <a:pt x="767" y="3"/>
                    <a:pt x="762" y="0"/>
                    <a:pt x="756" y="0"/>
                  </a:cubicBezTo>
                  <a:cubicBezTo>
                    <a:pt x="749" y="0"/>
                    <a:pt x="745" y="3"/>
                    <a:pt x="742" y="9"/>
                  </a:cubicBezTo>
                  <a:cubicBezTo>
                    <a:pt x="742" y="18"/>
                    <a:pt x="742" y="18"/>
                    <a:pt x="742" y="18"/>
                  </a:cubicBezTo>
                  <a:cubicBezTo>
                    <a:pt x="743" y="18"/>
                    <a:pt x="743" y="18"/>
                    <a:pt x="743" y="18"/>
                  </a:cubicBezTo>
                  <a:cubicBezTo>
                    <a:pt x="747" y="11"/>
                    <a:pt x="751" y="8"/>
                    <a:pt x="755" y="8"/>
                  </a:cubicBezTo>
                  <a:cubicBezTo>
                    <a:pt x="763" y="8"/>
                    <a:pt x="767" y="17"/>
                    <a:pt x="767" y="35"/>
                  </a:cubicBezTo>
                  <a:cubicBezTo>
                    <a:pt x="767" y="45"/>
                    <a:pt x="765" y="53"/>
                    <a:pt x="761" y="59"/>
                  </a:cubicBezTo>
                  <a:cubicBezTo>
                    <a:pt x="757" y="63"/>
                    <a:pt x="752" y="66"/>
                    <a:pt x="746" y="66"/>
                  </a:cubicBezTo>
                  <a:cubicBezTo>
                    <a:pt x="733" y="66"/>
                    <a:pt x="727" y="57"/>
                    <a:pt x="727" y="39"/>
                  </a:cubicBezTo>
                  <a:cubicBezTo>
                    <a:pt x="727" y="0"/>
                    <a:pt x="727" y="0"/>
                    <a:pt x="727" y="0"/>
                  </a:cubicBezTo>
                  <a:cubicBezTo>
                    <a:pt x="718" y="0"/>
                    <a:pt x="718" y="0"/>
                    <a:pt x="718" y="0"/>
                  </a:cubicBezTo>
                  <a:cubicBezTo>
                    <a:pt x="718" y="38"/>
                    <a:pt x="718" y="38"/>
                    <a:pt x="718" y="38"/>
                  </a:cubicBezTo>
                  <a:cubicBezTo>
                    <a:pt x="718" y="62"/>
                    <a:pt x="727" y="73"/>
                    <a:pt x="746" y="73"/>
                  </a:cubicBezTo>
                  <a:cubicBezTo>
                    <a:pt x="755" y="73"/>
                    <a:pt x="762" y="70"/>
                    <a:pt x="768" y="63"/>
                  </a:cubicBezTo>
                  <a:cubicBezTo>
                    <a:pt x="774" y="56"/>
                    <a:pt x="777" y="46"/>
                    <a:pt x="777" y="34"/>
                  </a:cubicBezTo>
                  <a:cubicBezTo>
                    <a:pt x="777" y="23"/>
                    <a:pt x="775" y="14"/>
                    <a:pt x="771" y="9"/>
                  </a:cubicBezTo>
                  <a:moveTo>
                    <a:pt x="702" y="31"/>
                  </a:moveTo>
                  <a:cubicBezTo>
                    <a:pt x="702" y="19"/>
                    <a:pt x="698" y="11"/>
                    <a:pt x="691" y="6"/>
                  </a:cubicBezTo>
                  <a:cubicBezTo>
                    <a:pt x="686" y="2"/>
                    <a:pt x="677" y="0"/>
                    <a:pt x="666" y="0"/>
                  </a:cubicBezTo>
                  <a:cubicBezTo>
                    <a:pt x="656" y="0"/>
                    <a:pt x="647" y="1"/>
                    <a:pt x="639" y="2"/>
                  </a:cubicBezTo>
                  <a:cubicBezTo>
                    <a:pt x="639" y="10"/>
                    <a:pt x="639" y="10"/>
                    <a:pt x="639" y="10"/>
                  </a:cubicBezTo>
                  <a:cubicBezTo>
                    <a:pt x="644" y="9"/>
                    <a:pt x="648" y="8"/>
                    <a:pt x="652" y="8"/>
                  </a:cubicBezTo>
                  <a:cubicBezTo>
                    <a:pt x="650" y="12"/>
                    <a:pt x="649" y="17"/>
                    <a:pt x="649" y="21"/>
                  </a:cubicBezTo>
                  <a:cubicBezTo>
                    <a:pt x="649" y="51"/>
                    <a:pt x="649" y="51"/>
                    <a:pt x="649" y="51"/>
                  </a:cubicBezTo>
                  <a:cubicBezTo>
                    <a:pt x="649" y="61"/>
                    <a:pt x="645" y="66"/>
                    <a:pt x="638" y="66"/>
                  </a:cubicBezTo>
                  <a:cubicBezTo>
                    <a:pt x="637" y="66"/>
                    <a:pt x="636" y="65"/>
                    <a:pt x="635" y="64"/>
                  </a:cubicBezTo>
                  <a:cubicBezTo>
                    <a:pt x="634" y="65"/>
                    <a:pt x="634" y="65"/>
                    <a:pt x="634" y="65"/>
                  </a:cubicBezTo>
                  <a:cubicBezTo>
                    <a:pt x="634" y="70"/>
                    <a:pt x="634" y="70"/>
                    <a:pt x="634" y="70"/>
                  </a:cubicBezTo>
                  <a:cubicBezTo>
                    <a:pt x="635" y="72"/>
                    <a:pt x="637" y="73"/>
                    <a:pt x="640" y="73"/>
                  </a:cubicBezTo>
                  <a:cubicBezTo>
                    <a:pt x="645" y="73"/>
                    <a:pt x="649" y="71"/>
                    <a:pt x="652" y="67"/>
                  </a:cubicBezTo>
                  <a:cubicBezTo>
                    <a:pt x="656" y="63"/>
                    <a:pt x="658" y="58"/>
                    <a:pt x="658" y="50"/>
                  </a:cubicBezTo>
                  <a:cubicBezTo>
                    <a:pt x="658" y="10"/>
                    <a:pt x="658" y="10"/>
                    <a:pt x="658" y="10"/>
                  </a:cubicBezTo>
                  <a:cubicBezTo>
                    <a:pt x="658" y="9"/>
                    <a:pt x="658" y="8"/>
                    <a:pt x="659" y="8"/>
                  </a:cubicBezTo>
                  <a:cubicBezTo>
                    <a:pt x="662" y="7"/>
                    <a:pt x="664" y="7"/>
                    <a:pt x="665" y="7"/>
                  </a:cubicBezTo>
                  <a:cubicBezTo>
                    <a:pt x="674" y="7"/>
                    <a:pt x="681" y="9"/>
                    <a:pt x="685" y="12"/>
                  </a:cubicBezTo>
                  <a:cubicBezTo>
                    <a:pt x="690" y="15"/>
                    <a:pt x="693" y="22"/>
                    <a:pt x="693" y="31"/>
                  </a:cubicBezTo>
                  <a:cubicBezTo>
                    <a:pt x="693" y="72"/>
                    <a:pt x="693" y="72"/>
                    <a:pt x="693" y="72"/>
                  </a:cubicBezTo>
                  <a:cubicBezTo>
                    <a:pt x="702" y="72"/>
                    <a:pt x="702" y="72"/>
                    <a:pt x="702" y="72"/>
                  </a:cubicBezTo>
                  <a:lnTo>
                    <a:pt x="702" y="31"/>
                  </a:lnTo>
                  <a:close/>
                  <a:moveTo>
                    <a:pt x="599" y="64"/>
                  </a:moveTo>
                  <a:cubicBezTo>
                    <a:pt x="594" y="64"/>
                    <a:pt x="594" y="64"/>
                    <a:pt x="594" y="64"/>
                  </a:cubicBezTo>
                  <a:cubicBezTo>
                    <a:pt x="592" y="64"/>
                    <a:pt x="591" y="62"/>
                    <a:pt x="591" y="58"/>
                  </a:cubicBezTo>
                  <a:cubicBezTo>
                    <a:pt x="591" y="31"/>
                    <a:pt x="591" y="31"/>
                    <a:pt x="591" y="31"/>
                  </a:cubicBezTo>
                  <a:cubicBezTo>
                    <a:pt x="591" y="21"/>
                    <a:pt x="587" y="13"/>
                    <a:pt x="581" y="7"/>
                  </a:cubicBezTo>
                  <a:cubicBezTo>
                    <a:pt x="576" y="2"/>
                    <a:pt x="569" y="0"/>
                    <a:pt x="560" y="0"/>
                  </a:cubicBezTo>
                  <a:cubicBezTo>
                    <a:pt x="555" y="0"/>
                    <a:pt x="550" y="1"/>
                    <a:pt x="545" y="2"/>
                  </a:cubicBezTo>
                  <a:cubicBezTo>
                    <a:pt x="545" y="10"/>
                    <a:pt x="545" y="10"/>
                    <a:pt x="545" y="10"/>
                  </a:cubicBezTo>
                  <a:cubicBezTo>
                    <a:pt x="546" y="10"/>
                    <a:pt x="546" y="10"/>
                    <a:pt x="546" y="10"/>
                  </a:cubicBezTo>
                  <a:cubicBezTo>
                    <a:pt x="550" y="9"/>
                    <a:pt x="554" y="8"/>
                    <a:pt x="559" y="8"/>
                  </a:cubicBezTo>
                  <a:cubicBezTo>
                    <a:pt x="574" y="8"/>
                    <a:pt x="582" y="16"/>
                    <a:pt x="582" y="33"/>
                  </a:cubicBezTo>
                  <a:cubicBezTo>
                    <a:pt x="582" y="58"/>
                    <a:pt x="582" y="58"/>
                    <a:pt x="582" y="58"/>
                  </a:cubicBezTo>
                  <a:cubicBezTo>
                    <a:pt x="582" y="61"/>
                    <a:pt x="582" y="63"/>
                    <a:pt x="583" y="64"/>
                  </a:cubicBezTo>
                  <a:cubicBezTo>
                    <a:pt x="543" y="64"/>
                    <a:pt x="543" y="64"/>
                    <a:pt x="543" y="64"/>
                  </a:cubicBezTo>
                  <a:cubicBezTo>
                    <a:pt x="543" y="72"/>
                    <a:pt x="543" y="72"/>
                    <a:pt x="543" y="72"/>
                  </a:cubicBezTo>
                  <a:cubicBezTo>
                    <a:pt x="599" y="72"/>
                    <a:pt x="599" y="72"/>
                    <a:pt x="599" y="72"/>
                  </a:cubicBezTo>
                  <a:lnTo>
                    <a:pt x="599" y="64"/>
                  </a:lnTo>
                  <a:close/>
                  <a:moveTo>
                    <a:pt x="529" y="15"/>
                  </a:moveTo>
                  <a:cubicBezTo>
                    <a:pt x="529" y="10"/>
                    <a:pt x="528" y="6"/>
                    <a:pt x="525" y="3"/>
                  </a:cubicBezTo>
                  <a:cubicBezTo>
                    <a:pt x="523" y="1"/>
                    <a:pt x="520" y="0"/>
                    <a:pt x="517" y="0"/>
                  </a:cubicBezTo>
                  <a:cubicBezTo>
                    <a:pt x="516" y="0"/>
                    <a:pt x="516" y="0"/>
                    <a:pt x="516" y="0"/>
                  </a:cubicBezTo>
                  <a:cubicBezTo>
                    <a:pt x="514" y="0"/>
                    <a:pt x="512" y="0"/>
                    <a:pt x="511" y="1"/>
                  </a:cubicBezTo>
                  <a:cubicBezTo>
                    <a:pt x="511" y="8"/>
                    <a:pt x="511" y="8"/>
                    <a:pt x="511" y="8"/>
                  </a:cubicBezTo>
                  <a:cubicBezTo>
                    <a:pt x="512" y="8"/>
                    <a:pt x="512" y="8"/>
                    <a:pt x="512" y="7"/>
                  </a:cubicBezTo>
                  <a:cubicBezTo>
                    <a:pt x="513" y="7"/>
                    <a:pt x="513" y="7"/>
                    <a:pt x="513" y="7"/>
                  </a:cubicBezTo>
                  <a:cubicBezTo>
                    <a:pt x="518" y="7"/>
                    <a:pt x="520" y="10"/>
                    <a:pt x="520" y="16"/>
                  </a:cubicBezTo>
                  <a:cubicBezTo>
                    <a:pt x="520" y="97"/>
                    <a:pt x="520" y="97"/>
                    <a:pt x="520" y="97"/>
                  </a:cubicBezTo>
                  <a:cubicBezTo>
                    <a:pt x="529" y="97"/>
                    <a:pt x="529" y="97"/>
                    <a:pt x="529" y="97"/>
                  </a:cubicBezTo>
                  <a:lnTo>
                    <a:pt x="529" y="15"/>
                  </a:lnTo>
                  <a:close/>
                  <a:moveTo>
                    <a:pt x="503" y="33"/>
                  </a:moveTo>
                  <a:cubicBezTo>
                    <a:pt x="470" y="33"/>
                    <a:pt x="470" y="33"/>
                    <a:pt x="470" y="33"/>
                  </a:cubicBezTo>
                  <a:cubicBezTo>
                    <a:pt x="470" y="40"/>
                    <a:pt x="470" y="40"/>
                    <a:pt x="470" y="40"/>
                  </a:cubicBezTo>
                  <a:cubicBezTo>
                    <a:pt x="503" y="40"/>
                    <a:pt x="503" y="40"/>
                    <a:pt x="503" y="40"/>
                  </a:cubicBezTo>
                  <a:lnTo>
                    <a:pt x="503" y="33"/>
                  </a:lnTo>
                  <a:close/>
                  <a:moveTo>
                    <a:pt x="456" y="46"/>
                  </a:moveTo>
                  <a:cubicBezTo>
                    <a:pt x="456" y="26"/>
                    <a:pt x="456" y="26"/>
                    <a:pt x="456" y="26"/>
                  </a:cubicBezTo>
                  <a:cubicBezTo>
                    <a:pt x="456" y="18"/>
                    <a:pt x="454" y="11"/>
                    <a:pt x="450" y="6"/>
                  </a:cubicBezTo>
                  <a:cubicBezTo>
                    <a:pt x="446" y="2"/>
                    <a:pt x="440" y="0"/>
                    <a:pt x="434" y="0"/>
                  </a:cubicBezTo>
                  <a:cubicBezTo>
                    <a:pt x="431" y="0"/>
                    <a:pt x="429" y="0"/>
                    <a:pt x="427" y="1"/>
                  </a:cubicBezTo>
                  <a:cubicBezTo>
                    <a:pt x="427" y="8"/>
                    <a:pt x="427" y="8"/>
                    <a:pt x="427" y="8"/>
                  </a:cubicBezTo>
                  <a:cubicBezTo>
                    <a:pt x="428" y="8"/>
                    <a:pt x="428" y="8"/>
                    <a:pt x="428" y="8"/>
                  </a:cubicBezTo>
                  <a:cubicBezTo>
                    <a:pt x="429" y="8"/>
                    <a:pt x="430" y="8"/>
                    <a:pt x="432" y="8"/>
                  </a:cubicBezTo>
                  <a:cubicBezTo>
                    <a:pt x="437" y="8"/>
                    <a:pt x="441" y="9"/>
                    <a:pt x="444" y="13"/>
                  </a:cubicBezTo>
                  <a:cubicBezTo>
                    <a:pt x="446" y="16"/>
                    <a:pt x="448" y="21"/>
                    <a:pt x="448" y="28"/>
                  </a:cubicBezTo>
                  <a:cubicBezTo>
                    <a:pt x="448" y="29"/>
                    <a:pt x="448" y="29"/>
                    <a:pt x="448" y="29"/>
                  </a:cubicBezTo>
                  <a:cubicBezTo>
                    <a:pt x="448" y="36"/>
                    <a:pt x="446" y="43"/>
                    <a:pt x="444" y="49"/>
                  </a:cubicBezTo>
                  <a:cubicBezTo>
                    <a:pt x="442" y="54"/>
                    <a:pt x="439" y="58"/>
                    <a:pt x="436" y="61"/>
                  </a:cubicBezTo>
                  <a:cubicBezTo>
                    <a:pt x="433" y="63"/>
                    <a:pt x="430" y="65"/>
                    <a:pt x="428" y="65"/>
                  </a:cubicBezTo>
                  <a:cubicBezTo>
                    <a:pt x="426" y="65"/>
                    <a:pt x="424" y="64"/>
                    <a:pt x="422" y="63"/>
                  </a:cubicBezTo>
                  <a:cubicBezTo>
                    <a:pt x="421" y="63"/>
                    <a:pt x="421" y="63"/>
                    <a:pt x="421" y="63"/>
                  </a:cubicBezTo>
                  <a:cubicBezTo>
                    <a:pt x="421" y="71"/>
                    <a:pt x="421" y="71"/>
                    <a:pt x="421" y="71"/>
                  </a:cubicBezTo>
                  <a:cubicBezTo>
                    <a:pt x="423" y="73"/>
                    <a:pt x="425" y="73"/>
                    <a:pt x="427" y="73"/>
                  </a:cubicBezTo>
                  <a:cubicBezTo>
                    <a:pt x="436" y="73"/>
                    <a:pt x="442" y="67"/>
                    <a:pt x="447" y="53"/>
                  </a:cubicBezTo>
                  <a:cubicBezTo>
                    <a:pt x="447" y="53"/>
                    <a:pt x="447" y="52"/>
                    <a:pt x="448" y="52"/>
                  </a:cubicBezTo>
                  <a:cubicBezTo>
                    <a:pt x="448" y="52"/>
                    <a:pt x="448" y="53"/>
                    <a:pt x="449" y="53"/>
                  </a:cubicBezTo>
                  <a:cubicBezTo>
                    <a:pt x="449" y="61"/>
                    <a:pt x="450" y="68"/>
                    <a:pt x="451" y="72"/>
                  </a:cubicBezTo>
                  <a:cubicBezTo>
                    <a:pt x="459" y="72"/>
                    <a:pt x="459" y="72"/>
                    <a:pt x="459" y="72"/>
                  </a:cubicBezTo>
                  <a:cubicBezTo>
                    <a:pt x="459" y="71"/>
                    <a:pt x="459" y="71"/>
                    <a:pt x="459" y="71"/>
                  </a:cubicBezTo>
                  <a:cubicBezTo>
                    <a:pt x="457" y="63"/>
                    <a:pt x="456" y="55"/>
                    <a:pt x="456" y="46"/>
                  </a:cubicBezTo>
                  <a:moveTo>
                    <a:pt x="410" y="15"/>
                  </a:moveTo>
                  <a:cubicBezTo>
                    <a:pt x="410" y="10"/>
                    <a:pt x="408" y="6"/>
                    <a:pt x="406" y="3"/>
                  </a:cubicBezTo>
                  <a:cubicBezTo>
                    <a:pt x="403" y="1"/>
                    <a:pt x="400" y="0"/>
                    <a:pt x="397" y="0"/>
                  </a:cubicBezTo>
                  <a:cubicBezTo>
                    <a:pt x="397" y="0"/>
                    <a:pt x="397" y="0"/>
                    <a:pt x="397" y="0"/>
                  </a:cubicBezTo>
                  <a:cubicBezTo>
                    <a:pt x="394" y="0"/>
                    <a:pt x="393" y="0"/>
                    <a:pt x="392" y="1"/>
                  </a:cubicBezTo>
                  <a:cubicBezTo>
                    <a:pt x="392" y="8"/>
                    <a:pt x="392" y="8"/>
                    <a:pt x="392" y="8"/>
                  </a:cubicBezTo>
                  <a:cubicBezTo>
                    <a:pt x="392" y="8"/>
                    <a:pt x="392" y="8"/>
                    <a:pt x="393" y="7"/>
                  </a:cubicBezTo>
                  <a:cubicBezTo>
                    <a:pt x="394" y="7"/>
                    <a:pt x="394" y="7"/>
                    <a:pt x="394" y="7"/>
                  </a:cubicBezTo>
                  <a:cubicBezTo>
                    <a:pt x="398" y="7"/>
                    <a:pt x="401" y="10"/>
                    <a:pt x="401" y="16"/>
                  </a:cubicBezTo>
                  <a:cubicBezTo>
                    <a:pt x="401" y="72"/>
                    <a:pt x="401" y="72"/>
                    <a:pt x="401" y="72"/>
                  </a:cubicBezTo>
                  <a:cubicBezTo>
                    <a:pt x="410" y="72"/>
                    <a:pt x="410" y="72"/>
                    <a:pt x="410" y="72"/>
                  </a:cubicBezTo>
                  <a:lnTo>
                    <a:pt x="410" y="15"/>
                  </a:lnTo>
                  <a:close/>
                  <a:moveTo>
                    <a:pt x="380" y="31"/>
                  </a:moveTo>
                  <a:cubicBezTo>
                    <a:pt x="380" y="20"/>
                    <a:pt x="377" y="12"/>
                    <a:pt x="370" y="7"/>
                  </a:cubicBezTo>
                  <a:cubicBezTo>
                    <a:pt x="364" y="2"/>
                    <a:pt x="357" y="0"/>
                    <a:pt x="348" y="0"/>
                  </a:cubicBezTo>
                  <a:cubicBezTo>
                    <a:pt x="342" y="0"/>
                    <a:pt x="337" y="0"/>
                    <a:pt x="333" y="2"/>
                  </a:cubicBezTo>
                  <a:cubicBezTo>
                    <a:pt x="333" y="10"/>
                    <a:pt x="333" y="10"/>
                    <a:pt x="333" y="10"/>
                  </a:cubicBezTo>
                  <a:cubicBezTo>
                    <a:pt x="334" y="10"/>
                    <a:pt x="334" y="10"/>
                    <a:pt x="334" y="10"/>
                  </a:cubicBezTo>
                  <a:cubicBezTo>
                    <a:pt x="337" y="8"/>
                    <a:pt x="342" y="8"/>
                    <a:pt x="347" y="8"/>
                  </a:cubicBezTo>
                  <a:cubicBezTo>
                    <a:pt x="363" y="8"/>
                    <a:pt x="371" y="16"/>
                    <a:pt x="371" y="33"/>
                  </a:cubicBezTo>
                  <a:cubicBezTo>
                    <a:pt x="371" y="72"/>
                    <a:pt x="371" y="72"/>
                    <a:pt x="371" y="72"/>
                  </a:cubicBezTo>
                  <a:cubicBezTo>
                    <a:pt x="380" y="72"/>
                    <a:pt x="380" y="72"/>
                    <a:pt x="380" y="72"/>
                  </a:cubicBezTo>
                  <a:lnTo>
                    <a:pt x="380" y="31"/>
                  </a:lnTo>
                  <a:close/>
                  <a:moveTo>
                    <a:pt x="322" y="15"/>
                  </a:moveTo>
                  <a:cubicBezTo>
                    <a:pt x="322" y="10"/>
                    <a:pt x="321" y="6"/>
                    <a:pt x="318" y="3"/>
                  </a:cubicBezTo>
                  <a:cubicBezTo>
                    <a:pt x="316" y="1"/>
                    <a:pt x="313" y="0"/>
                    <a:pt x="310" y="0"/>
                  </a:cubicBezTo>
                  <a:cubicBezTo>
                    <a:pt x="309" y="0"/>
                    <a:pt x="309" y="0"/>
                    <a:pt x="309" y="0"/>
                  </a:cubicBezTo>
                  <a:cubicBezTo>
                    <a:pt x="307" y="0"/>
                    <a:pt x="305" y="0"/>
                    <a:pt x="304" y="1"/>
                  </a:cubicBezTo>
                  <a:cubicBezTo>
                    <a:pt x="304" y="8"/>
                    <a:pt x="304" y="8"/>
                    <a:pt x="304" y="8"/>
                  </a:cubicBezTo>
                  <a:cubicBezTo>
                    <a:pt x="305" y="8"/>
                    <a:pt x="305" y="8"/>
                    <a:pt x="305" y="7"/>
                  </a:cubicBezTo>
                  <a:cubicBezTo>
                    <a:pt x="306" y="7"/>
                    <a:pt x="306" y="7"/>
                    <a:pt x="306" y="7"/>
                  </a:cubicBezTo>
                  <a:cubicBezTo>
                    <a:pt x="311" y="7"/>
                    <a:pt x="313" y="10"/>
                    <a:pt x="313" y="16"/>
                  </a:cubicBezTo>
                  <a:cubicBezTo>
                    <a:pt x="313" y="40"/>
                    <a:pt x="313" y="40"/>
                    <a:pt x="313" y="40"/>
                  </a:cubicBezTo>
                  <a:cubicBezTo>
                    <a:pt x="322" y="40"/>
                    <a:pt x="322" y="40"/>
                    <a:pt x="322" y="40"/>
                  </a:cubicBezTo>
                  <a:lnTo>
                    <a:pt x="322" y="15"/>
                  </a:lnTo>
                  <a:close/>
                  <a:moveTo>
                    <a:pt x="293" y="15"/>
                  </a:moveTo>
                  <a:cubicBezTo>
                    <a:pt x="293" y="10"/>
                    <a:pt x="291" y="6"/>
                    <a:pt x="289" y="3"/>
                  </a:cubicBezTo>
                  <a:cubicBezTo>
                    <a:pt x="286" y="1"/>
                    <a:pt x="283" y="0"/>
                    <a:pt x="280" y="0"/>
                  </a:cubicBezTo>
                  <a:cubicBezTo>
                    <a:pt x="280" y="0"/>
                    <a:pt x="280" y="0"/>
                    <a:pt x="280" y="0"/>
                  </a:cubicBezTo>
                  <a:cubicBezTo>
                    <a:pt x="277" y="0"/>
                    <a:pt x="276" y="0"/>
                    <a:pt x="275" y="1"/>
                  </a:cubicBezTo>
                  <a:cubicBezTo>
                    <a:pt x="275" y="8"/>
                    <a:pt x="275" y="8"/>
                    <a:pt x="275" y="8"/>
                  </a:cubicBezTo>
                  <a:cubicBezTo>
                    <a:pt x="275" y="8"/>
                    <a:pt x="275" y="8"/>
                    <a:pt x="276" y="7"/>
                  </a:cubicBezTo>
                  <a:cubicBezTo>
                    <a:pt x="277" y="7"/>
                    <a:pt x="277" y="7"/>
                    <a:pt x="277" y="7"/>
                  </a:cubicBezTo>
                  <a:cubicBezTo>
                    <a:pt x="281" y="7"/>
                    <a:pt x="284" y="10"/>
                    <a:pt x="284" y="16"/>
                  </a:cubicBezTo>
                  <a:cubicBezTo>
                    <a:pt x="284" y="72"/>
                    <a:pt x="284" y="72"/>
                    <a:pt x="284" y="72"/>
                  </a:cubicBezTo>
                  <a:cubicBezTo>
                    <a:pt x="293" y="72"/>
                    <a:pt x="293" y="72"/>
                    <a:pt x="293" y="72"/>
                  </a:cubicBezTo>
                  <a:lnTo>
                    <a:pt x="293" y="15"/>
                  </a:lnTo>
                  <a:close/>
                  <a:moveTo>
                    <a:pt x="263" y="15"/>
                  </a:moveTo>
                  <a:cubicBezTo>
                    <a:pt x="263" y="10"/>
                    <a:pt x="261" y="6"/>
                    <a:pt x="258" y="3"/>
                  </a:cubicBezTo>
                  <a:cubicBezTo>
                    <a:pt x="256" y="1"/>
                    <a:pt x="253" y="0"/>
                    <a:pt x="250" y="0"/>
                  </a:cubicBezTo>
                  <a:cubicBezTo>
                    <a:pt x="250" y="0"/>
                    <a:pt x="250" y="0"/>
                    <a:pt x="250" y="0"/>
                  </a:cubicBezTo>
                  <a:cubicBezTo>
                    <a:pt x="247" y="0"/>
                    <a:pt x="246" y="0"/>
                    <a:pt x="245" y="1"/>
                  </a:cubicBezTo>
                  <a:cubicBezTo>
                    <a:pt x="245" y="8"/>
                    <a:pt x="245" y="8"/>
                    <a:pt x="245" y="8"/>
                  </a:cubicBezTo>
                  <a:cubicBezTo>
                    <a:pt x="245" y="8"/>
                    <a:pt x="245" y="8"/>
                    <a:pt x="246" y="7"/>
                  </a:cubicBezTo>
                  <a:cubicBezTo>
                    <a:pt x="246" y="7"/>
                    <a:pt x="246" y="7"/>
                    <a:pt x="246" y="7"/>
                  </a:cubicBezTo>
                  <a:cubicBezTo>
                    <a:pt x="251" y="7"/>
                    <a:pt x="254" y="10"/>
                    <a:pt x="254" y="16"/>
                  </a:cubicBezTo>
                  <a:cubicBezTo>
                    <a:pt x="254" y="97"/>
                    <a:pt x="254" y="97"/>
                    <a:pt x="254" y="97"/>
                  </a:cubicBezTo>
                  <a:cubicBezTo>
                    <a:pt x="263" y="97"/>
                    <a:pt x="263" y="97"/>
                    <a:pt x="263" y="97"/>
                  </a:cubicBezTo>
                  <a:lnTo>
                    <a:pt x="263" y="15"/>
                  </a:lnTo>
                  <a:close/>
                  <a:moveTo>
                    <a:pt x="210" y="64"/>
                  </a:moveTo>
                  <a:cubicBezTo>
                    <a:pt x="205" y="64"/>
                    <a:pt x="205" y="64"/>
                    <a:pt x="205" y="64"/>
                  </a:cubicBezTo>
                  <a:cubicBezTo>
                    <a:pt x="202" y="64"/>
                    <a:pt x="201" y="62"/>
                    <a:pt x="201" y="58"/>
                  </a:cubicBezTo>
                  <a:cubicBezTo>
                    <a:pt x="201" y="31"/>
                    <a:pt x="201" y="31"/>
                    <a:pt x="201" y="31"/>
                  </a:cubicBezTo>
                  <a:cubicBezTo>
                    <a:pt x="201" y="21"/>
                    <a:pt x="198" y="13"/>
                    <a:pt x="191" y="7"/>
                  </a:cubicBezTo>
                  <a:cubicBezTo>
                    <a:pt x="186" y="2"/>
                    <a:pt x="179" y="0"/>
                    <a:pt x="171" y="0"/>
                  </a:cubicBezTo>
                  <a:cubicBezTo>
                    <a:pt x="165" y="0"/>
                    <a:pt x="160" y="1"/>
                    <a:pt x="156" y="2"/>
                  </a:cubicBezTo>
                  <a:cubicBezTo>
                    <a:pt x="156" y="10"/>
                    <a:pt x="156" y="10"/>
                    <a:pt x="156" y="10"/>
                  </a:cubicBezTo>
                  <a:cubicBezTo>
                    <a:pt x="156" y="10"/>
                    <a:pt x="156" y="10"/>
                    <a:pt x="156" y="10"/>
                  </a:cubicBezTo>
                  <a:cubicBezTo>
                    <a:pt x="160" y="9"/>
                    <a:pt x="164" y="8"/>
                    <a:pt x="169" y="8"/>
                  </a:cubicBezTo>
                  <a:cubicBezTo>
                    <a:pt x="184" y="8"/>
                    <a:pt x="192" y="16"/>
                    <a:pt x="192" y="33"/>
                  </a:cubicBezTo>
                  <a:cubicBezTo>
                    <a:pt x="192" y="58"/>
                    <a:pt x="192" y="58"/>
                    <a:pt x="192" y="58"/>
                  </a:cubicBezTo>
                  <a:cubicBezTo>
                    <a:pt x="192" y="61"/>
                    <a:pt x="192" y="63"/>
                    <a:pt x="193" y="64"/>
                  </a:cubicBezTo>
                  <a:cubicBezTo>
                    <a:pt x="153" y="64"/>
                    <a:pt x="153" y="64"/>
                    <a:pt x="153" y="64"/>
                  </a:cubicBezTo>
                  <a:cubicBezTo>
                    <a:pt x="153" y="72"/>
                    <a:pt x="153" y="72"/>
                    <a:pt x="153" y="72"/>
                  </a:cubicBezTo>
                  <a:cubicBezTo>
                    <a:pt x="210" y="72"/>
                    <a:pt x="210" y="72"/>
                    <a:pt x="210" y="72"/>
                  </a:cubicBezTo>
                  <a:lnTo>
                    <a:pt x="210" y="64"/>
                  </a:lnTo>
                  <a:close/>
                  <a:moveTo>
                    <a:pt x="140" y="23"/>
                  </a:moveTo>
                  <a:cubicBezTo>
                    <a:pt x="140" y="15"/>
                    <a:pt x="138" y="9"/>
                    <a:pt x="134" y="5"/>
                  </a:cubicBezTo>
                  <a:cubicBezTo>
                    <a:pt x="130" y="2"/>
                    <a:pt x="125" y="0"/>
                    <a:pt x="120" y="0"/>
                  </a:cubicBezTo>
                  <a:cubicBezTo>
                    <a:pt x="117" y="0"/>
                    <a:pt x="114" y="1"/>
                    <a:pt x="113" y="1"/>
                  </a:cubicBezTo>
                  <a:cubicBezTo>
                    <a:pt x="113" y="9"/>
                    <a:pt x="113" y="9"/>
                    <a:pt x="113" y="9"/>
                  </a:cubicBezTo>
                  <a:cubicBezTo>
                    <a:pt x="114" y="9"/>
                    <a:pt x="114" y="9"/>
                    <a:pt x="114" y="9"/>
                  </a:cubicBezTo>
                  <a:cubicBezTo>
                    <a:pt x="115" y="8"/>
                    <a:pt x="117" y="8"/>
                    <a:pt x="118" y="8"/>
                  </a:cubicBezTo>
                  <a:cubicBezTo>
                    <a:pt x="127" y="8"/>
                    <a:pt x="131" y="13"/>
                    <a:pt x="131" y="24"/>
                  </a:cubicBezTo>
                  <a:cubicBezTo>
                    <a:pt x="131" y="64"/>
                    <a:pt x="131" y="64"/>
                    <a:pt x="131" y="64"/>
                  </a:cubicBezTo>
                  <a:cubicBezTo>
                    <a:pt x="111" y="64"/>
                    <a:pt x="111" y="64"/>
                    <a:pt x="111" y="64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40" y="72"/>
                    <a:pt x="140" y="72"/>
                    <a:pt x="140" y="72"/>
                  </a:cubicBezTo>
                  <a:lnTo>
                    <a:pt x="140" y="23"/>
                  </a:lnTo>
                  <a:close/>
                  <a:moveTo>
                    <a:pt x="96" y="46"/>
                  </a:moveTo>
                  <a:cubicBezTo>
                    <a:pt x="96" y="26"/>
                    <a:pt x="96" y="26"/>
                    <a:pt x="96" y="26"/>
                  </a:cubicBezTo>
                  <a:cubicBezTo>
                    <a:pt x="96" y="18"/>
                    <a:pt x="94" y="11"/>
                    <a:pt x="90" y="6"/>
                  </a:cubicBezTo>
                  <a:cubicBezTo>
                    <a:pt x="86" y="2"/>
                    <a:pt x="81" y="0"/>
                    <a:pt x="74" y="0"/>
                  </a:cubicBezTo>
                  <a:cubicBezTo>
                    <a:pt x="71" y="0"/>
                    <a:pt x="69" y="0"/>
                    <a:pt x="67" y="1"/>
                  </a:cubicBezTo>
                  <a:cubicBezTo>
                    <a:pt x="67" y="8"/>
                    <a:pt x="67" y="8"/>
                    <a:pt x="67" y="8"/>
                  </a:cubicBezTo>
                  <a:cubicBezTo>
                    <a:pt x="68" y="8"/>
                    <a:pt x="68" y="8"/>
                    <a:pt x="68" y="8"/>
                  </a:cubicBezTo>
                  <a:cubicBezTo>
                    <a:pt x="69" y="8"/>
                    <a:pt x="71" y="8"/>
                    <a:pt x="73" y="8"/>
                  </a:cubicBezTo>
                  <a:cubicBezTo>
                    <a:pt x="77" y="8"/>
                    <a:pt x="81" y="9"/>
                    <a:pt x="84" y="13"/>
                  </a:cubicBezTo>
                  <a:cubicBezTo>
                    <a:pt x="86" y="16"/>
                    <a:pt x="88" y="21"/>
                    <a:pt x="88" y="28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36"/>
                    <a:pt x="87" y="43"/>
                    <a:pt x="84" y="49"/>
                  </a:cubicBezTo>
                  <a:cubicBezTo>
                    <a:pt x="82" y="54"/>
                    <a:pt x="79" y="58"/>
                    <a:pt x="76" y="61"/>
                  </a:cubicBezTo>
                  <a:cubicBezTo>
                    <a:pt x="73" y="63"/>
                    <a:pt x="70" y="65"/>
                    <a:pt x="68" y="65"/>
                  </a:cubicBezTo>
                  <a:cubicBezTo>
                    <a:pt x="66" y="65"/>
                    <a:pt x="64" y="64"/>
                    <a:pt x="62" y="63"/>
                  </a:cubicBezTo>
                  <a:cubicBezTo>
                    <a:pt x="61" y="63"/>
                    <a:pt x="61" y="63"/>
                    <a:pt x="61" y="63"/>
                  </a:cubicBezTo>
                  <a:cubicBezTo>
                    <a:pt x="61" y="71"/>
                    <a:pt x="61" y="71"/>
                    <a:pt x="61" y="71"/>
                  </a:cubicBezTo>
                  <a:cubicBezTo>
                    <a:pt x="63" y="73"/>
                    <a:pt x="65" y="73"/>
                    <a:pt x="67" y="73"/>
                  </a:cubicBezTo>
                  <a:cubicBezTo>
                    <a:pt x="76" y="73"/>
                    <a:pt x="82" y="67"/>
                    <a:pt x="87" y="53"/>
                  </a:cubicBezTo>
                  <a:cubicBezTo>
                    <a:pt x="87" y="53"/>
                    <a:pt x="87" y="52"/>
                    <a:pt x="88" y="52"/>
                  </a:cubicBezTo>
                  <a:cubicBezTo>
                    <a:pt x="88" y="52"/>
                    <a:pt x="89" y="53"/>
                    <a:pt x="89" y="53"/>
                  </a:cubicBezTo>
                  <a:cubicBezTo>
                    <a:pt x="89" y="61"/>
                    <a:pt x="90" y="68"/>
                    <a:pt x="91" y="72"/>
                  </a:cubicBezTo>
                  <a:cubicBezTo>
                    <a:pt x="99" y="72"/>
                    <a:pt x="99" y="72"/>
                    <a:pt x="99" y="72"/>
                  </a:cubicBezTo>
                  <a:cubicBezTo>
                    <a:pt x="99" y="71"/>
                    <a:pt x="99" y="71"/>
                    <a:pt x="99" y="71"/>
                  </a:cubicBezTo>
                  <a:cubicBezTo>
                    <a:pt x="97" y="63"/>
                    <a:pt x="96" y="55"/>
                    <a:pt x="96" y="46"/>
                  </a:cubicBezTo>
                  <a:moveTo>
                    <a:pt x="56" y="64"/>
                  </a:moveTo>
                  <a:cubicBezTo>
                    <a:pt x="51" y="64"/>
                    <a:pt x="51" y="64"/>
                    <a:pt x="51" y="64"/>
                  </a:cubicBezTo>
                  <a:cubicBezTo>
                    <a:pt x="48" y="64"/>
                    <a:pt x="47" y="62"/>
                    <a:pt x="47" y="58"/>
                  </a:cubicBezTo>
                  <a:cubicBezTo>
                    <a:pt x="47" y="31"/>
                    <a:pt x="47" y="31"/>
                    <a:pt x="47" y="31"/>
                  </a:cubicBezTo>
                  <a:cubicBezTo>
                    <a:pt x="47" y="21"/>
                    <a:pt x="44" y="13"/>
                    <a:pt x="38" y="7"/>
                  </a:cubicBezTo>
                  <a:cubicBezTo>
                    <a:pt x="32" y="2"/>
                    <a:pt x="25" y="0"/>
                    <a:pt x="17" y="0"/>
                  </a:cubicBezTo>
                  <a:cubicBezTo>
                    <a:pt x="11" y="0"/>
                    <a:pt x="6" y="1"/>
                    <a:pt x="2" y="2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6" y="9"/>
                    <a:pt x="10" y="8"/>
                    <a:pt x="15" y="8"/>
                  </a:cubicBezTo>
                  <a:cubicBezTo>
                    <a:pt x="31" y="8"/>
                    <a:pt x="38" y="16"/>
                    <a:pt x="38" y="33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8" y="61"/>
                    <a:pt x="39" y="63"/>
                    <a:pt x="40" y="64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56" y="72"/>
                    <a:pt x="56" y="72"/>
                    <a:pt x="56" y="72"/>
                  </a:cubicBezTo>
                  <a:lnTo>
                    <a:pt x="56" y="64"/>
                  </a:lnTo>
                  <a:close/>
                </a:path>
              </a:pathLst>
            </a:custGeom>
            <a:solidFill>
              <a:srgbClr val="5757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2FE2104-1613-4965-A4ED-53BA3581DE51}"/>
                </a:ext>
              </a:extLst>
            </p:cNvPr>
            <p:cNvGrpSpPr/>
            <p:nvPr userDrawn="1"/>
          </p:nvGrpSpPr>
          <p:grpSpPr>
            <a:xfrm>
              <a:off x="2530476" y="6227763"/>
              <a:ext cx="412750" cy="417513"/>
              <a:chOff x="2530476" y="6227763"/>
              <a:chExt cx="412750" cy="417513"/>
            </a:xfrm>
          </p:grpSpPr>
          <p:sp>
            <p:nvSpPr>
              <p:cNvPr id="10" name="Oval 7">
                <a:extLst>
                  <a:ext uri="{FF2B5EF4-FFF2-40B4-BE49-F238E27FC236}">
                    <a16:creationId xmlns:a16="http://schemas.microsoft.com/office/drawing/2014/main" id="{2DA2F4A4-B81B-4574-A4A2-E8A6B075D08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2530476" y="6227763"/>
                <a:ext cx="412750" cy="4175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8">
                <a:extLst>
                  <a:ext uri="{FF2B5EF4-FFF2-40B4-BE49-F238E27FC236}">
                    <a16:creationId xmlns:a16="http://schemas.microsoft.com/office/drawing/2014/main" id="{138E14E4-183C-4888-A492-992EADB6EE4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2752726" y="6480175"/>
                <a:ext cx="65088" cy="96838"/>
              </a:xfrm>
              <a:custGeom>
                <a:avLst/>
                <a:gdLst>
                  <a:gd name="T0" fmla="*/ 38 w 38"/>
                  <a:gd name="T1" fmla="*/ 56 h 56"/>
                  <a:gd name="T2" fmla="*/ 32 w 38"/>
                  <a:gd name="T3" fmla="*/ 7 h 56"/>
                  <a:gd name="T4" fmla="*/ 18 w 38"/>
                  <a:gd name="T5" fmla="*/ 0 h 56"/>
                  <a:gd name="T6" fmla="*/ 11 w 38"/>
                  <a:gd name="T7" fmla="*/ 56 h 56"/>
                  <a:gd name="T8" fmla="*/ 38 w 38"/>
                  <a:gd name="T9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56">
                    <a:moveTo>
                      <a:pt x="38" y="56"/>
                    </a:moveTo>
                    <a:cubicBezTo>
                      <a:pt x="18" y="45"/>
                      <a:pt x="20" y="24"/>
                      <a:pt x="32" y="7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" y="12"/>
                      <a:pt x="0" y="41"/>
                      <a:pt x="11" y="56"/>
                    </a:cubicBezTo>
                    <a:lnTo>
                      <a:pt x="38" y="5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Freeform 9">
                <a:extLst>
                  <a:ext uri="{FF2B5EF4-FFF2-40B4-BE49-F238E27FC236}">
                    <a16:creationId xmlns:a16="http://schemas.microsoft.com/office/drawing/2014/main" id="{EAA81855-0880-4F78-93BF-6157E0101C9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2576513" y="6284913"/>
                <a:ext cx="238125" cy="292100"/>
              </a:xfrm>
              <a:custGeom>
                <a:avLst/>
                <a:gdLst>
                  <a:gd name="T0" fmla="*/ 81 w 140"/>
                  <a:gd name="T1" fmla="*/ 169 h 169"/>
                  <a:gd name="T2" fmla="*/ 107 w 140"/>
                  <a:gd name="T3" fmla="*/ 169 h 169"/>
                  <a:gd name="T4" fmla="*/ 107 w 140"/>
                  <a:gd name="T5" fmla="*/ 124 h 169"/>
                  <a:gd name="T6" fmla="*/ 139 w 140"/>
                  <a:gd name="T7" fmla="*/ 73 h 169"/>
                  <a:gd name="T8" fmla="*/ 83 w 140"/>
                  <a:gd name="T9" fmla="*/ 0 h 169"/>
                  <a:gd name="T10" fmla="*/ 80 w 140"/>
                  <a:gd name="T11" fmla="*/ 119 h 169"/>
                  <a:gd name="T12" fmla="*/ 85 w 140"/>
                  <a:gd name="T13" fmla="*/ 109 h 169"/>
                  <a:gd name="T14" fmla="*/ 90 w 140"/>
                  <a:gd name="T15" fmla="*/ 101 h 169"/>
                  <a:gd name="T16" fmla="*/ 91 w 140"/>
                  <a:gd name="T17" fmla="*/ 13 h 169"/>
                  <a:gd name="T18" fmla="*/ 119 w 140"/>
                  <a:gd name="T19" fmla="*/ 71 h 169"/>
                  <a:gd name="T20" fmla="*/ 91 w 140"/>
                  <a:gd name="T21" fmla="*/ 111 h 169"/>
                  <a:gd name="T22" fmla="*/ 81 w 140"/>
                  <a:gd name="T23" fmla="*/ 169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40" h="169">
                    <a:moveTo>
                      <a:pt x="81" y="169"/>
                    </a:moveTo>
                    <a:cubicBezTo>
                      <a:pt x="107" y="169"/>
                      <a:pt x="107" y="169"/>
                      <a:pt x="107" y="169"/>
                    </a:cubicBezTo>
                    <a:cubicBezTo>
                      <a:pt x="100" y="156"/>
                      <a:pt x="101" y="138"/>
                      <a:pt x="107" y="124"/>
                    </a:cubicBezTo>
                    <a:cubicBezTo>
                      <a:pt x="115" y="106"/>
                      <a:pt x="140" y="96"/>
                      <a:pt x="139" y="73"/>
                    </a:cubicBezTo>
                    <a:cubicBezTo>
                      <a:pt x="138" y="43"/>
                      <a:pt x="108" y="13"/>
                      <a:pt x="83" y="0"/>
                    </a:cubicBezTo>
                    <a:cubicBezTo>
                      <a:pt x="101" y="35"/>
                      <a:pt x="0" y="78"/>
                      <a:pt x="80" y="119"/>
                    </a:cubicBezTo>
                    <a:cubicBezTo>
                      <a:pt x="80" y="119"/>
                      <a:pt x="83" y="113"/>
                      <a:pt x="85" y="109"/>
                    </a:cubicBezTo>
                    <a:cubicBezTo>
                      <a:pt x="86" y="106"/>
                      <a:pt x="90" y="101"/>
                      <a:pt x="90" y="101"/>
                    </a:cubicBezTo>
                    <a:cubicBezTo>
                      <a:pt x="42" y="78"/>
                      <a:pt x="95" y="47"/>
                      <a:pt x="91" y="13"/>
                    </a:cubicBezTo>
                    <a:cubicBezTo>
                      <a:pt x="103" y="26"/>
                      <a:pt x="121" y="53"/>
                      <a:pt x="119" y="71"/>
                    </a:cubicBezTo>
                    <a:cubicBezTo>
                      <a:pt x="117" y="89"/>
                      <a:pt x="100" y="97"/>
                      <a:pt x="91" y="111"/>
                    </a:cubicBezTo>
                    <a:cubicBezTo>
                      <a:pt x="81" y="124"/>
                      <a:pt x="80" y="149"/>
                      <a:pt x="81" y="169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" name="Freeform 10">
                <a:extLst>
                  <a:ext uri="{FF2B5EF4-FFF2-40B4-BE49-F238E27FC236}">
                    <a16:creationId xmlns:a16="http://schemas.microsoft.com/office/drawing/2014/main" id="{278EDA77-DC9D-4BB9-9531-646D410426F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2652713" y="6473825"/>
                <a:ext cx="57150" cy="103188"/>
              </a:xfrm>
              <a:custGeom>
                <a:avLst/>
                <a:gdLst>
                  <a:gd name="T0" fmla="*/ 33 w 33"/>
                  <a:gd name="T1" fmla="*/ 15 h 59"/>
                  <a:gd name="T2" fmla="*/ 23 w 33"/>
                  <a:gd name="T3" fmla="*/ 9 h 59"/>
                  <a:gd name="T4" fmla="*/ 10 w 33"/>
                  <a:gd name="T5" fmla="*/ 0 h 59"/>
                  <a:gd name="T6" fmla="*/ 0 w 33"/>
                  <a:gd name="T7" fmla="*/ 59 h 59"/>
                  <a:gd name="T8" fmla="*/ 30 w 33"/>
                  <a:gd name="T9" fmla="*/ 59 h 59"/>
                  <a:gd name="T10" fmla="*/ 33 w 33"/>
                  <a:gd name="T11" fmla="*/ 15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3" h="59">
                    <a:moveTo>
                      <a:pt x="33" y="15"/>
                    </a:moveTo>
                    <a:cubicBezTo>
                      <a:pt x="33" y="15"/>
                      <a:pt x="27" y="12"/>
                      <a:pt x="23" y="9"/>
                    </a:cubicBezTo>
                    <a:cubicBezTo>
                      <a:pt x="18" y="6"/>
                      <a:pt x="10" y="0"/>
                      <a:pt x="10" y="0"/>
                    </a:cubicBezTo>
                    <a:cubicBezTo>
                      <a:pt x="16" y="20"/>
                      <a:pt x="16" y="45"/>
                      <a:pt x="0" y="59"/>
                    </a:cubicBezTo>
                    <a:cubicBezTo>
                      <a:pt x="30" y="59"/>
                      <a:pt x="30" y="59"/>
                      <a:pt x="30" y="59"/>
                    </a:cubicBezTo>
                    <a:cubicBezTo>
                      <a:pt x="30" y="42"/>
                      <a:pt x="30" y="29"/>
                      <a:pt x="33" y="15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33542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D98B74B4-99AD-4A7C-8C25-EB2620233D5E}"/>
              </a:ext>
            </a:extLst>
          </p:cNvPr>
          <p:cNvSpPr/>
          <p:nvPr userDrawn="1"/>
        </p:nvSpPr>
        <p:spPr>
          <a:xfrm rot="19795236" flipH="1">
            <a:off x="5920963" y="805826"/>
            <a:ext cx="7141728" cy="3313804"/>
          </a:xfrm>
          <a:custGeom>
            <a:avLst/>
            <a:gdLst>
              <a:gd name="connsiteX0" fmla="*/ 0 w 7141728"/>
              <a:gd name="connsiteY0" fmla="*/ 879151 h 3313804"/>
              <a:gd name="connsiteX1" fmla="*/ 1517874 w 7141728"/>
              <a:gd name="connsiteY1" fmla="*/ 0 h 3313804"/>
              <a:gd name="connsiteX2" fmla="*/ 5222375 w 7141728"/>
              <a:gd name="connsiteY2" fmla="*/ 0 h 3313804"/>
              <a:gd name="connsiteX3" fmla="*/ 7141728 w 7141728"/>
              <a:gd name="connsiteY3" fmla="*/ 3313804 h 3313804"/>
              <a:gd name="connsiteX4" fmla="*/ 1410150 w 7141728"/>
              <a:gd name="connsiteY4" fmla="*/ 3313804 h 3313804"/>
              <a:gd name="connsiteX5" fmla="*/ 0 w 7141728"/>
              <a:gd name="connsiteY5" fmla="*/ 879151 h 3313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41728" h="3313804">
                <a:moveTo>
                  <a:pt x="0" y="879151"/>
                </a:moveTo>
                <a:lnTo>
                  <a:pt x="1517874" y="0"/>
                </a:lnTo>
                <a:lnTo>
                  <a:pt x="5222375" y="0"/>
                </a:lnTo>
                <a:lnTo>
                  <a:pt x="7141728" y="3313804"/>
                </a:lnTo>
                <a:lnTo>
                  <a:pt x="1410150" y="3313804"/>
                </a:lnTo>
                <a:lnTo>
                  <a:pt x="0" y="879151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000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6743756-CD24-4CF8-84C4-F4B1A545E6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32348" y="1880748"/>
            <a:ext cx="4966001" cy="4983602"/>
          </a:xfrm>
          <a:custGeom>
            <a:avLst/>
            <a:gdLst>
              <a:gd name="connsiteX0" fmla="*/ 0 w 4959716"/>
              <a:gd name="connsiteY0" fmla="*/ 5017892 h 5017892"/>
              <a:gd name="connsiteX1" fmla="*/ 1239929 w 4959716"/>
              <a:gd name="connsiteY1" fmla="*/ 0 h 5017892"/>
              <a:gd name="connsiteX2" fmla="*/ 4959716 w 4959716"/>
              <a:gd name="connsiteY2" fmla="*/ 0 h 5017892"/>
              <a:gd name="connsiteX3" fmla="*/ 3719787 w 4959716"/>
              <a:gd name="connsiteY3" fmla="*/ 5017892 h 5017892"/>
              <a:gd name="connsiteX4" fmla="*/ 0 w 4959716"/>
              <a:gd name="connsiteY4" fmla="*/ 5017892 h 5017892"/>
              <a:gd name="connsiteX0" fmla="*/ 4671 w 4964387"/>
              <a:gd name="connsiteY0" fmla="*/ 5030592 h 5030592"/>
              <a:gd name="connsiteX1" fmla="*/ 0 w 4964387"/>
              <a:gd name="connsiteY1" fmla="*/ 0 h 5030592"/>
              <a:gd name="connsiteX2" fmla="*/ 4964387 w 4964387"/>
              <a:gd name="connsiteY2" fmla="*/ 12700 h 5030592"/>
              <a:gd name="connsiteX3" fmla="*/ 3724458 w 4964387"/>
              <a:gd name="connsiteY3" fmla="*/ 5030592 h 5030592"/>
              <a:gd name="connsiteX4" fmla="*/ 4671 w 4964387"/>
              <a:gd name="connsiteY4" fmla="*/ 5030592 h 5030592"/>
              <a:gd name="connsiteX0" fmla="*/ 4671 w 4970737"/>
              <a:gd name="connsiteY0" fmla="*/ 5030592 h 5030592"/>
              <a:gd name="connsiteX1" fmla="*/ 0 w 4970737"/>
              <a:gd name="connsiteY1" fmla="*/ 0 h 5030592"/>
              <a:gd name="connsiteX2" fmla="*/ 4970737 w 4970737"/>
              <a:gd name="connsiteY2" fmla="*/ 2908300 h 5030592"/>
              <a:gd name="connsiteX3" fmla="*/ 3724458 w 4970737"/>
              <a:gd name="connsiteY3" fmla="*/ 5030592 h 5030592"/>
              <a:gd name="connsiteX4" fmla="*/ 4671 w 4970737"/>
              <a:gd name="connsiteY4" fmla="*/ 5030592 h 5030592"/>
              <a:gd name="connsiteX0" fmla="*/ 4671 w 4970737"/>
              <a:gd name="connsiteY0" fmla="*/ 5030592 h 5036942"/>
              <a:gd name="connsiteX1" fmla="*/ 0 w 4970737"/>
              <a:gd name="connsiteY1" fmla="*/ 0 h 5036942"/>
              <a:gd name="connsiteX2" fmla="*/ 4970737 w 4970737"/>
              <a:gd name="connsiteY2" fmla="*/ 2908300 h 5036942"/>
              <a:gd name="connsiteX3" fmla="*/ 4969058 w 4970737"/>
              <a:gd name="connsiteY3" fmla="*/ 5036942 h 5036942"/>
              <a:gd name="connsiteX4" fmla="*/ 4671 w 4970737"/>
              <a:gd name="connsiteY4" fmla="*/ 5030592 h 5036942"/>
              <a:gd name="connsiteX0" fmla="*/ 4671 w 4970737"/>
              <a:gd name="connsiteY0" fmla="*/ 5030592 h 5036942"/>
              <a:gd name="connsiteX1" fmla="*/ 5038 w 4970737"/>
              <a:gd name="connsiteY1" fmla="*/ 5030592 h 5036942"/>
              <a:gd name="connsiteX2" fmla="*/ 0 w 4970737"/>
              <a:gd name="connsiteY2" fmla="*/ 0 h 5036942"/>
              <a:gd name="connsiteX3" fmla="*/ 4970737 w 4970737"/>
              <a:gd name="connsiteY3" fmla="*/ 2908300 h 5036942"/>
              <a:gd name="connsiteX4" fmla="*/ 4969058 w 4970737"/>
              <a:gd name="connsiteY4" fmla="*/ 5036942 h 5036942"/>
              <a:gd name="connsiteX5" fmla="*/ 4671 w 4970737"/>
              <a:gd name="connsiteY5" fmla="*/ 5030592 h 5036942"/>
              <a:gd name="connsiteX0" fmla="*/ 703171 w 4970737"/>
              <a:gd name="connsiteY0" fmla="*/ 4522592 h 5036942"/>
              <a:gd name="connsiteX1" fmla="*/ 5038 w 4970737"/>
              <a:gd name="connsiteY1" fmla="*/ 5030592 h 5036942"/>
              <a:gd name="connsiteX2" fmla="*/ 0 w 4970737"/>
              <a:gd name="connsiteY2" fmla="*/ 0 h 5036942"/>
              <a:gd name="connsiteX3" fmla="*/ 4970737 w 4970737"/>
              <a:gd name="connsiteY3" fmla="*/ 2908300 h 5036942"/>
              <a:gd name="connsiteX4" fmla="*/ 4969058 w 4970737"/>
              <a:gd name="connsiteY4" fmla="*/ 5036942 h 5036942"/>
              <a:gd name="connsiteX5" fmla="*/ 703171 w 4970737"/>
              <a:gd name="connsiteY5" fmla="*/ 4522592 h 5036942"/>
              <a:gd name="connsiteX0" fmla="*/ 2081121 w 4970737"/>
              <a:gd name="connsiteY0" fmla="*/ 5036942 h 5036942"/>
              <a:gd name="connsiteX1" fmla="*/ 5038 w 4970737"/>
              <a:gd name="connsiteY1" fmla="*/ 5030592 h 5036942"/>
              <a:gd name="connsiteX2" fmla="*/ 0 w 4970737"/>
              <a:gd name="connsiteY2" fmla="*/ 0 h 5036942"/>
              <a:gd name="connsiteX3" fmla="*/ 4970737 w 4970737"/>
              <a:gd name="connsiteY3" fmla="*/ 2908300 h 5036942"/>
              <a:gd name="connsiteX4" fmla="*/ 4969058 w 4970737"/>
              <a:gd name="connsiteY4" fmla="*/ 5036942 h 5036942"/>
              <a:gd name="connsiteX5" fmla="*/ 2081121 w 4970737"/>
              <a:gd name="connsiteY5" fmla="*/ 5036942 h 5036942"/>
              <a:gd name="connsiteX0" fmla="*/ 2081121 w 4970737"/>
              <a:gd name="connsiteY0" fmla="*/ 5036942 h 5036942"/>
              <a:gd name="connsiteX1" fmla="*/ 5038 w 4970737"/>
              <a:gd name="connsiteY1" fmla="*/ 3849492 h 5036942"/>
              <a:gd name="connsiteX2" fmla="*/ 0 w 4970737"/>
              <a:gd name="connsiteY2" fmla="*/ 0 h 5036942"/>
              <a:gd name="connsiteX3" fmla="*/ 4970737 w 4970737"/>
              <a:gd name="connsiteY3" fmla="*/ 2908300 h 5036942"/>
              <a:gd name="connsiteX4" fmla="*/ 4969058 w 4970737"/>
              <a:gd name="connsiteY4" fmla="*/ 5036942 h 5036942"/>
              <a:gd name="connsiteX5" fmla="*/ 2081121 w 4970737"/>
              <a:gd name="connsiteY5" fmla="*/ 5036942 h 5036942"/>
              <a:gd name="connsiteX0" fmla="*/ 2081121 w 4970737"/>
              <a:gd name="connsiteY0" fmla="*/ 5036942 h 5036942"/>
              <a:gd name="connsiteX1" fmla="*/ 5038 w 4970737"/>
              <a:gd name="connsiteY1" fmla="*/ 3849492 h 5036942"/>
              <a:gd name="connsiteX2" fmla="*/ 0 w 4970737"/>
              <a:gd name="connsiteY2" fmla="*/ 0 h 5036942"/>
              <a:gd name="connsiteX3" fmla="*/ 4970737 w 4970737"/>
              <a:gd name="connsiteY3" fmla="*/ 2901950 h 5036942"/>
              <a:gd name="connsiteX4" fmla="*/ 4969058 w 4970737"/>
              <a:gd name="connsiteY4" fmla="*/ 5036942 h 5036942"/>
              <a:gd name="connsiteX5" fmla="*/ 2081121 w 4970737"/>
              <a:gd name="connsiteY5" fmla="*/ 5036942 h 5036942"/>
              <a:gd name="connsiteX0" fmla="*/ 2076279 w 4965895"/>
              <a:gd name="connsiteY0" fmla="*/ 4979792 h 4979792"/>
              <a:gd name="connsiteX1" fmla="*/ 196 w 4965895"/>
              <a:gd name="connsiteY1" fmla="*/ 3792342 h 4979792"/>
              <a:gd name="connsiteX2" fmla="*/ 6588 w 4965895"/>
              <a:gd name="connsiteY2" fmla="*/ 0 h 4979792"/>
              <a:gd name="connsiteX3" fmla="*/ 4965895 w 4965895"/>
              <a:gd name="connsiteY3" fmla="*/ 2844800 h 4979792"/>
              <a:gd name="connsiteX4" fmla="*/ 4964216 w 4965895"/>
              <a:gd name="connsiteY4" fmla="*/ 4979792 h 4979792"/>
              <a:gd name="connsiteX5" fmla="*/ 2076279 w 4965895"/>
              <a:gd name="connsiteY5" fmla="*/ 4979792 h 4979792"/>
              <a:gd name="connsiteX0" fmla="*/ 2076385 w 4966001"/>
              <a:gd name="connsiteY0" fmla="*/ 4983602 h 4983602"/>
              <a:gd name="connsiteX1" fmla="*/ 302 w 4966001"/>
              <a:gd name="connsiteY1" fmla="*/ 3796152 h 4983602"/>
              <a:gd name="connsiteX2" fmla="*/ 2884 w 4966001"/>
              <a:gd name="connsiteY2" fmla="*/ 0 h 4983602"/>
              <a:gd name="connsiteX3" fmla="*/ 4966001 w 4966001"/>
              <a:gd name="connsiteY3" fmla="*/ 2848610 h 4983602"/>
              <a:gd name="connsiteX4" fmla="*/ 4964322 w 4966001"/>
              <a:gd name="connsiteY4" fmla="*/ 4983602 h 4983602"/>
              <a:gd name="connsiteX5" fmla="*/ 2076385 w 4966001"/>
              <a:gd name="connsiteY5" fmla="*/ 4983602 h 4983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66001" h="4983602">
                <a:moveTo>
                  <a:pt x="2076385" y="4983602"/>
                </a:moveTo>
                <a:lnTo>
                  <a:pt x="302" y="3796152"/>
                </a:lnTo>
                <a:cubicBezTo>
                  <a:pt x="-1377" y="2119288"/>
                  <a:pt x="4563" y="1676864"/>
                  <a:pt x="2884" y="0"/>
                </a:cubicBezTo>
                <a:lnTo>
                  <a:pt x="4966001" y="2848610"/>
                </a:lnTo>
                <a:cubicBezTo>
                  <a:pt x="4965441" y="3558157"/>
                  <a:pt x="4964882" y="4274055"/>
                  <a:pt x="4964322" y="4983602"/>
                </a:cubicBezTo>
                <a:lnTo>
                  <a:pt x="2076385" y="4983602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C7CF1B05-9F4D-40A5-A7B1-38A66E024E1C}"/>
              </a:ext>
            </a:extLst>
          </p:cNvPr>
          <p:cNvSpPr/>
          <p:nvPr userDrawn="1"/>
        </p:nvSpPr>
        <p:spPr>
          <a:xfrm flipH="1">
            <a:off x="0" y="1840110"/>
            <a:ext cx="7071360" cy="5017890"/>
          </a:xfrm>
          <a:custGeom>
            <a:avLst/>
            <a:gdLst>
              <a:gd name="connsiteX0" fmla="*/ 0 w 7071360"/>
              <a:gd name="connsiteY0" fmla="*/ 0 h 5017890"/>
              <a:gd name="connsiteX1" fmla="*/ 7071360 w 7071360"/>
              <a:gd name="connsiteY1" fmla="*/ 0 h 5017890"/>
              <a:gd name="connsiteX2" fmla="*/ 7071360 w 7071360"/>
              <a:gd name="connsiteY2" fmla="*/ 5017890 h 5017890"/>
              <a:gd name="connsiteX3" fmla="*/ 2050060 w 7071360"/>
              <a:gd name="connsiteY3" fmla="*/ 5017890 h 5017890"/>
              <a:gd name="connsiteX4" fmla="*/ 0 w 7071360"/>
              <a:gd name="connsiteY4" fmla="*/ 3903628 h 5017890"/>
              <a:gd name="connsiteX5" fmla="*/ 0 w 7071360"/>
              <a:gd name="connsiteY5" fmla="*/ 0 h 5017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71360" h="5017890">
                <a:moveTo>
                  <a:pt x="0" y="0"/>
                </a:moveTo>
                <a:lnTo>
                  <a:pt x="7071360" y="0"/>
                </a:lnTo>
                <a:lnTo>
                  <a:pt x="7071360" y="5017890"/>
                </a:lnTo>
                <a:lnTo>
                  <a:pt x="2050060" y="5017890"/>
                </a:lnTo>
                <a:lnTo>
                  <a:pt x="0" y="390362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783D4C-B068-43AD-88C9-A0D18B249B7B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398231" y="2118837"/>
            <a:ext cx="5627829" cy="2387600"/>
          </a:xfrm>
        </p:spPr>
        <p:txBody>
          <a:bodyPr anchor="b">
            <a:normAutofit/>
          </a:bodyPr>
          <a:lstStyle>
            <a:lvl1pPr algn="l" rtl="0">
              <a:defRPr sz="44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9CDE13-FEF2-43B7-810A-8EF488D11322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398231" y="4598512"/>
            <a:ext cx="5627829" cy="1655762"/>
          </a:xfrm>
        </p:spPr>
        <p:txBody>
          <a:bodyPr/>
          <a:lstStyle>
            <a:lvl1pPr marL="0" indent="0" algn="l" rtl="0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76DF87-7F27-4FF6-8B9F-A508696968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231" y="710434"/>
            <a:ext cx="2546134" cy="419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067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DEEA9B80-F9CE-4951-9F23-9442A864C4B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8684561" cy="5076312"/>
          </a:xfrm>
          <a:custGeom>
            <a:avLst/>
            <a:gdLst>
              <a:gd name="connsiteX0" fmla="*/ 0 w 4959716"/>
              <a:gd name="connsiteY0" fmla="*/ 5017892 h 5017892"/>
              <a:gd name="connsiteX1" fmla="*/ 1239929 w 4959716"/>
              <a:gd name="connsiteY1" fmla="*/ 0 h 5017892"/>
              <a:gd name="connsiteX2" fmla="*/ 4959716 w 4959716"/>
              <a:gd name="connsiteY2" fmla="*/ 0 h 5017892"/>
              <a:gd name="connsiteX3" fmla="*/ 3719787 w 4959716"/>
              <a:gd name="connsiteY3" fmla="*/ 5017892 h 5017892"/>
              <a:gd name="connsiteX4" fmla="*/ 0 w 4959716"/>
              <a:gd name="connsiteY4" fmla="*/ 5017892 h 5017892"/>
              <a:gd name="connsiteX0" fmla="*/ 4671 w 4964387"/>
              <a:gd name="connsiteY0" fmla="*/ 5030592 h 5030592"/>
              <a:gd name="connsiteX1" fmla="*/ 0 w 4964387"/>
              <a:gd name="connsiteY1" fmla="*/ 0 h 5030592"/>
              <a:gd name="connsiteX2" fmla="*/ 4964387 w 4964387"/>
              <a:gd name="connsiteY2" fmla="*/ 12700 h 5030592"/>
              <a:gd name="connsiteX3" fmla="*/ 3724458 w 4964387"/>
              <a:gd name="connsiteY3" fmla="*/ 5030592 h 5030592"/>
              <a:gd name="connsiteX4" fmla="*/ 4671 w 4964387"/>
              <a:gd name="connsiteY4" fmla="*/ 5030592 h 5030592"/>
              <a:gd name="connsiteX0" fmla="*/ 4671 w 4970737"/>
              <a:gd name="connsiteY0" fmla="*/ 5030592 h 5030592"/>
              <a:gd name="connsiteX1" fmla="*/ 0 w 4970737"/>
              <a:gd name="connsiteY1" fmla="*/ 0 h 5030592"/>
              <a:gd name="connsiteX2" fmla="*/ 4970737 w 4970737"/>
              <a:gd name="connsiteY2" fmla="*/ 2908300 h 5030592"/>
              <a:gd name="connsiteX3" fmla="*/ 3724458 w 4970737"/>
              <a:gd name="connsiteY3" fmla="*/ 5030592 h 5030592"/>
              <a:gd name="connsiteX4" fmla="*/ 4671 w 4970737"/>
              <a:gd name="connsiteY4" fmla="*/ 5030592 h 5030592"/>
              <a:gd name="connsiteX0" fmla="*/ 4671 w 4970737"/>
              <a:gd name="connsiteY0" fmla="*/ 5030592 h 5036942"/>
              <a:gd name="connsiteX1" fmla="*/ 0 w 4970737"/>
              <a:gd name="connsiteY1" fmla="*/ 0 h 5036942"/>
              <a:gd name="connsiteX2" fmla="*/ 4970737 w 4970737"/>
              <a:gd name="connsiteY2" fmla="*/ 2908300 h 5036942"/>
              <a:gd name="connsiteX3" fmla="*/ 4969058 w 4970737"/>
              <a:gd name="connsiteY3" fmla="*/ 5036942 h 5036942"/>
              <a:gd name="connsiteX4" fmla="*/ 4671 w 4970737"/>
              <a:gd name="connsiteY4" fmla="*/ 5030592 h 5036942"/>
              <a:gd name="connsiteX0" fmla="*/ 4671 w 4970737"/>
              <a:gd name="connsiteY0" fmla="*/ 5030592 h 5036942"/>
              <a:gd name="connsiteX1" fmla="*/ 5038 w 4970737"/>
              <a:gd name="connsiteY1" fmla="*/ 5030592 h 5036942"/>
              <a:gd name="connsiteX2" fmla="*/ 0 w 4970737"/>
              <a:gd name="connsiteY2" fmla="*/ 0 h 5036942"/>
              <a:gd name="connsiteX3" fmla="*/ 4970737 w 4970737"/>
              <a:gd name="connsiteY3" fmla="*/ 2908300 h 5036942"/>
              <a:gd name="connsiteX4" fmla="*/ 4969058 w 4970737"/>
              <a:gd name="connsiteY4" fmla="*/ 5036942 h 5036942"/>
              <a:gd name="connsiteX5" fmla="*/ 4671 w 4970737"/>
              <a:gd name="connsiteY5" fmla="*/ 5030592 h 5036942"/>
              <a:gd name="connsiteX0" fmla="*/ 703171 w 4970737"/>
              <a:gd name="connsiteY0" fmla="*/ 4522592 h 5036942"/>
              <a:gd name="connsiteX1" fmla="*/ 5038 w 4970737"/>
              <a:gd name="connsiteY1" fmla="*/ 5030592 h 5036942"/>
              <a:gd name="connsiteX2" fmla="*/ 0 w 4970737"/>
              <a:gd name="connsiteY2" fmla="*/ 0 h 5036942"/>
              <a:gd name="connsiteX3" fmla="*/ 4970737 w 4970737"/>
              <a:gd name="connsiteY3" fmla="*/ 2908300 h 5036942"/>
              <a:gd name="connsiteX4" fmla="*/ 4969058 w 4970737"/>
              <a:gd name="connsiteY4" fmla="*/ 5036942 h 5036942"/>
              <a:gd name="connsiteX5" fmla="*/ 703171 w 4970737"/>
              <a:gd name="connsiteY5" fmla="*/ 4522592 h 5036942"/>
              <a:gd name="connsiteX0" fmla="*/ 2081121 w 4970737"/>
              <a:gd name="connsiteY0" fmla="*/ 5036942 h 5036942"/>
              <a:gd name="connsiteX1" fmla="*/ 5038 w 4970737"/>
              <a:gd name="connsiteY1" fmla="*/ 5030592 h 5036942"/>
              <a:gd name="connsiteX2" fmla="*/ 0 w 4970737"/>
              <a:gd name="connsiteY2" fmla="*/ 0 h 5036942"/>
              <a:gd name="connsiteX3" fmla="*/ 4970737 w 4970737"/>
              <a:gd name="connsiteY3" fmla="*/ 2908300 h 5036942"/>
              <a:gd name="connsiteX4" fmla="*/ 4969058 w 4970737"/>
              <a:gd name="connsiteY4" fmla="*/ 5036942 h 5036942"/>
              <a:gd name="connsiteX5" fmla="*/ 2081121 w 4970737"/>
              <a:gd name="connsiteY5" fmla="*/ 5036942 h 5036942"/>
              <a:gd name="connsiteX0" fmla="*/ 2081121 w 4970737"/>
              <a:gd name="connsiteY0" fmla="*/ 5036942 h 5036942"/>
              <a:gd name="connsiteX1" fmla="*/ 5038 w 4970737"/>
              <a:gd name="connsiteY1" fmla="*/ 3849492 h 5036942"/>
              <a:gd name="connsiteX2" fmla="*/ 0 w 4970737"/>
              <a:gd name="connsiteY2" fmla="*/ 0 h 5036942"/>
              <a:gd name="connsiteX3" fmla="*/ 4970737 w 4970737"/>
              <a:gd name="connsiteY3" fmla="*/ 2908300 h 5036942"/>
              <a:gd name="connsiteX4" fmla="*/ 4969058 w 4970737"/>
              <a:gd name="connsiteY4" fmla="*/ 5036942 h 5036942"/>
              <a:gd name="connsiteX5" fmla="*/ 2081121 w 4970737"/>
              <a:gd name="connsiteY5" fmla="*/ 5036942 h 5036942"/>
              <a:gd name="connsiteX0" fmla="*/ 2081121 w 4970737"/>
              <a:gd name="connsiteY0" fmla="*/ 5036942 h 5036942"/>
              <a:gd name="connsiteX1" fmla="*/ 5038 w 4970737"/>
              <a:gd name="connsiteY1" fmla="*/ 3849492 h 5036942"/>
              <a:gd name="connsiteX2" fmla="*/ 0 w 4970737"/>
              <a:gd name="connsiteY2" fmla="*/ 0 h 5036942"/>
              <a:gd name="connsiteX3" fmla="*/ 4970737 w 4970737"/>
              <a:gd name="connsiteY3" fmla="*/ 2901950 h 5036942"/>
              <a:gd name="connsiteX4" fmla="*/ 4969058 w 4970737"/>
              <a:gd name="connsiteY4" fmla="*/ 5036942 h 5036942"/>
              <a:gd name="connsiteX5" fmla="*/ 2081121 w 4970737"/>
              <a:gd name="connsiteY5" fmla="*/ 5036942 h 5036942"/>
              <a:gd name="connsiteX0" fmla="*/ 2076279 w 4965895"/>
              <a:gd name="connsiteY0" fmla="*/ 4979792 h 4979792"/>
              <a:gd name="connsiteX1" fmla="*/ 196 w 4965895"/>
              <a:gd name="connsiteY1" fmla="*/ 3792342 h 4979792"/>
              <a:gd name="connsiteX2" fmla="*/ 6588 w 4965895"/>
              <a:gd name="connsiteY2" fmla="*/ 0 h 4979792"/>
              <a:gd name="connsiteX3" fmla="*/ 4965895 w 4965895"/>
              <a:gd name="connsiteY3" fmla="*/ 2844800 h 4979792"/>
              <a:gd name="connsiteX4" fmla="*/ 4964216 w 4965895"/>
              <a:gd name="connsiteY4" fmla="*/ 4979792 h 4979792"/>
              <a:gd name="connsiteX5" fmla="*/ 2076279 w 4965895"/>
              <a:gd name="connsiteY5" fmla="*/ 4979792 h 4979792"/>
              <a:gd name="connsiteX0" fmla="*/ 2076385 w 4966001"/>
              <a:gd name="connsiteY0" fmla="*/ 4983602 h 4983602"/>
              <a:gd name="connsiteX1" fmla="*/ 302 w 4966001"/>
              <a:gd name="connsiteY1" fmla="*/ 3796152 h 4983602"/>
              <a:gd name="connsiteX2" fmla="*/ 2884 w 4966001"/>
              <a:gd name="connsiteY2" fmla="*/ 0 h 4983602"/>
              <a:gd name="connsiteX3" fmla="*/ 4966001 w 4966001"/>
              <a:gd name="connsiteY3" fmla="*/ 2848610 h 4983602"/>
              <a:gd name="connsiteX4" fmla="*/ 4964322 w 4966001"/>
              <a:gd name="connsiteY4" fmla="*/ 4983602 h 4983602"/>
              <a:gd name="connsiteX5" fmla="*/ 2076385 w 4966001"/>
              <a:gd name="connsiteY5" fmla="*/ 4983602 h 4983602"/>
              <a:gd name="connsiteX0" fmla="*/ 9297261 w 12186877"/>
              <a:gd name="connsiteY0" fmla="*/ 6853042 h 6853042"/>
              <a:gd name="connsiteX1" fmla="*/ 7221178 w 12186877"/>
              <a:gd name="connsiteY1" fmla="*/ 5665592 h 6853042"/>
              <a:gd name="connsiteX2" fmla="*/ 0 w 12186877"/>
              <a:gd name="connsiteY2" fmla="*/ 0 h 6853042"/>
              <a:gd name="connsiteX3" fmla="*/ 12186877 w 12186877"/>
              <a:gd name="connsiteY3" fmla="*/ 4718050 h 6853042"/>
              <a:gd name="connsiteX4" fmla="*/ 12185198 w 12186877"/>
              <a:gd name="connsiteY4" fmla="*/ 6853042 h 6853042"/>
              <a:gd name="connsiteX5" fmla="*/ 9297261 w 12186877"/>
              <a:gd name="connsiteY5" fmla="*/ 6853042 h 6853042"/>
              <a:gd name="connsiteX0" fmla="*/ 9300145 w 12189761"/>
              <a:gd name="connsiteY0" fmla="*/ 6853042 h 6853042"/>
              <a:gd name="connsiteX1" fmla="*/ 302 w 12189761"/>
              <a:gd name="connsiteY1" fmla="*/ 5076312 h 6853042"/>
              <a:gd name="connsiteX2" fmla="*/ 2884 w 12189761"/>
              <a:gd name="connsiteY2" fmla="*/ 0 h 6853042"/>
              <a:gd name="connsiteX3" fmla="*/ 12189761 w 12189761"/>
              <a:gd name="connsiteY3" fmla="*/ 4718050 h 6853042"/>
              <a:gd name="connsiteX4" fmla="*/ 12188082 w 12189761"/>
              <a:gd name="connsiteY4" fmla="*/ 6853042 h 6853042"/>
              <a:gd name="connsiteX5" fmla="*/ 9300145 w 12189761"/>
              <a:gd name="connsiteY5" fmla="*/ 6853042 h 6853042"/>
              <a:gd name="connsiteX0" fmla="*/ 9300145 w 12188082"/>
              <a:gd name="connsiteY0" fmla="*/ 6853042 h 6853042"/>
              <a:gd name="connsiteX1" fmla="*/ 302 w 12188082"/>
              <a:gd name="connsiteY1" fmla="*/ 5076312 h 6853042"/>
              <a:gd name="connsiteX2" fmla="*/ 2884 w 12188082"/>
              <a:gd name="connsiteY2" fmla="*/ 0 h 6853042"/>
              <a:gd name="connsiteX3" fmla="*/ 8684561 w 12188082"/>
              <a:gd name="connsiteY3" fmla="*/ 3810 h 6853042"/>
              <a:gd name="connsiteX4" fmla="*/ 12188082 w 12188082"/>
              <a:gd name="connsiteY4" fmla="*/ 6853042 h 6853042"/>
              <a:gd name="connsiteX5" fmla="*/ 9300145 w 12188082"/>
              <a:gd name="connsiteY5" fmla="*/ 6853042 h 6853042"/>
              <a:gd name="connsiteX0" fmla="*/ 12188082 w 12188082"/>
              <a:gd name="connsiteY0" fmla="*/ 6853042 h 6853042"/>
              <a:gd name="connsiteX1" fmla="*/ 302 w 12188082"/>
              <a:gd name="connsiteY1" fmla="*/ 5076312 h 6853042"/>
              <a:gd name="connsiteX2" fmla="*/ 2884 w 12188082"/>
              <a:gd name="connsiteY2" fmla="*/ 0 h 6853042"/>
              <a:gd name="connsiteX3" fmla="*/ 8684561 w 12188082"/>
              <a:gd name="connsiteY3" fmla="*/ 3810 h 6853042"/>
              <a:gd name="connsiteX4" fmla="*/ 12188082 w 12188082"/>
              <a:gd name="connsiteY4" fmla="*/ 6853042 h 6853042"/>
              <a:gd name="connsiteX0" fmla="*/ 3724802 w 8684561"/>
              <a:gd name="connsiteY0" fmla="*/ 2027042 h 5076312"/>
              <a:gd name="connsiteX1" fmla="*/ 302 w 8684561"/>
              <a:gd name="connsiteY1" fmla="*/ 5076312 h 5076312"/>
              <a:gd name="connsiteX2" fmla="*/ 2884 w 8684561"/>
              <a:gd name="connsiteY2" fmla="*/ 0 h 5076312"/>
              <a:gd name="connsiteX3" fmla="*/ 8684561 w 8684561"/>
              <a:gd name="connsiteY3" fmla="*/ 3810 h 5076312"/>
              <a:gd name="connsiteX4" fmla="*/ 3724802 w 8684561"/>
              <a:gd name="connsiteY4" fmla="*/ 2027042 h 5076312"/>
              <a:gd name="connsiteX0" fmla="*/ 8684561 w 8684561"/>
              <a:gd name="connsiteY0" fmla="*/ 3810 h 5076312"/>
              <a:gd name="connsiteX1" fmla="*/ 302 w 8684561"/>
              <a:gd name="connsiteY1" fmla="*/ 5076312 h 5076312"/>
              <a:gd name="connsiteX2" fmla="*/ 2884 w 8684561"/>
              <a:gd name="connsiteY2" fmla="*/ 0 h 5076312"/>
              <a:gd name="connsiteX3" fmla="*/ 8684561 w 8684561"/>
              <a:gd name="connsiteY3" fmla="*/ 3810 h 5076312"/>
              <a:gd name="connsiteX0" fmla="*/ 8684561 w 8746449"/>
              <a:gd name="connsiteY0" fmla="*/ 3810 h 5076312"/>
              <a:gd name="connsiteX1" fmla="*/ 302 w 8746449"/>
              <a:gd name="connsiteY1" fmla="*/ 5076312 h 5076312"/>
              <a:gd name="connsiteX2" fmla="*/ 2884 w 8746449"/>
              <a:gd name="connsiteY2" fmla="*/ 0 h 5076312"/>
              <a:gd name="connsiteX3" fmla="*/ 8684561 w 8746449"/>
              <a:gd name="connsiteY3" fmla="*/ 3810 h 5076312"/>
              <a:gd name="connsiteX0" fmla="*/ 8684561 w 8737741"/>
              <a:gd name="connsiteY0" fmla="*/ 3810 h 5285899"/>
              <a:gd name="connsiteX1" fmla="*/ 302 w 8737741"/>
              <a:gd name="connsiteY1" fmla="*/ 5076312 h 5285899"/>
              <a:gd name="connsiteX2" fmla="*/ 2884 w 8737741"/>
              <a:gd name="connsiteY2" fmla="*/ 0 h 5285899"/>
              <a:gd name="connsiteX3" fmla="*/ 8684561 w 8737741"/>
              <a:gd name="connsiteY3" fmla="*/ 3810 h 5285899"/>
              <a:gd name="connsiteX0" fmla="*/ 8684561 w 8776054"/>
              <a:gd name="connsiteY0" fmla="*/ 3810 h 5076312"/>
              <a:gd name="connsiteX1" fmla="*/ 302 w 8776054"/>
              <a:gd name="connsiteY1" fmla="*/ 5076312 h 5076312"/>
              <a:gd name="connsiteX2" fmla="*/ 2884 w 8776054"/>
              <a:gd name="connsiteY2" fmla="*/ 0 h 5076312"/>
              <a:gd name="connsiteX3" fmla="*/ 8684561 w 8776054"/>
              <a:gd name="connsiteY3" fmla="*/ 3810 h 5076312"/>
              <a:gd name="connsiteX0" fmla="*/ 8684561 w 8684561"/>
              <a:gd name="connsiteY0" fmla="*/ 3810 h 5076312"/>
              <a:gd name="connsiteX1" fmla="*/ 302 w 8684561"/>
              <a:gd name="connsiteY1" fmla="*/ 5076312 h 5076312"/>
              <a:gd name="connsiteX2" fmla="*/ 2884 w 8684561"/>
              <a:gd name="connsiteY2" fmla="*/ 0 h 5076312"/>
              <a:gd name="connsiteX3" fmla="*/ 8684561 w 8684561"/>
              <a:gd name="connsiteY3" fmla="*/ 3810 h 5076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84561" h="5076312">
                <a:moveTo>
                  <a:pt x="8684561" y="3810"/>
                </a:moveTo>
                <a:lnTo>
                  <a:pt x="302" y="5076312"/>
                </a:lnTo>
                <a:cubicBezTo>
                  <a:pt x="-1377" y="3399448"/>
                  <a:pt x="4563" y="1676864"/>
                  <a:pt x="2884" y="0"/>
                </a:cubicBezTo>
                <a:lnTo>
                  <a:pt x="8684561" y="381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F5EAE63C-EC70-4AEF-966F-C58F24C3D247}"/>
              </a:ext>
            </a:extLst>
          </p:cNvPr>
          <p:cNvSpPr/>
          <p:nvPr userDrawn="1"/>
        </p:nvSpPr>
        <p:spPr>
          <a:xfrm flipH="1">
            <a:off x="7680960" y="4681771"/>
            <a:ext cx="4511040" cy="2176229"/>
          </a:xfrm>
          <a:prstGeom prst="rtTriangle">
            <a:avLst/>
          </a:prstGeom>
          <a:gradFill>
            <a:gsLst>
              <a:gs pos="0">
                <a:schemeClr val="accent1"/>
              </a:gs>
              <a:gs pos="9000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14C1BE3-7F4A-485C-B102-FAFA21DB3143}"/>
              </a:ext>
            </a:extLst>
          </p:cNvPr>
          <p:cNvSpPr/>
          <p:nvPr userDrawn="1"/>
        </p:nvSpPr>
        <p:spPr>
          <a:xfrm flipH="1">
            <a:off x="3089801" y="2599736"/>
            <a:ext cx="3192430" cy="3728034"/>
          </a:xfrm>
          <a:custGeom>
            <a:avLst/>
            <a:gdLst>
              <a:gd name="connsiteX0" fmla="*/ 0 w 3453719"/>
              <a:gd name="connsiteY0" fmla="*/ 0 h 4033160"/>
              <a:gd name="connsiteX1" fmla="*/ 3453719 w 3453719"/>
              <a:gd name="connsiteY1" fmla="*/ 1994006 h 4033160"/>
              <a:gd name="connsiteX2" fmla="*/ 3453719 w 3453719"/>
              <a:gd name="connsiteY2" fmla="*/ 4033160 h 4033160"/>
              <a:gd name="connsiteX3" fmla="*/ 0 w 3453719"/>
              <a:gd name="connsiteY3" fmla="*/ 2039155 h 4033160"/>
              <a:gd name="connsiteX4" fmla="*/ 0 w 3453719"/>
              <a:gd name="connsiteY4" fmla="*/ 0 h 4033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3719" h="4033160">
                <a:moveTo>
                  <a:pt x="0" y="0"/>
                </a:moveTo>
                <a:lnTo>
                  <a:pt x="3453719" y="1994006"/>
                </a:lnTo>
                <a:lnTo>
                  <a:pt x="3453719" y="4033160"/>
                </a:lnTo>
                <a:lnTo>
                  <a:pt x="0" y="203915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C61DD3E-49D8-49B9-B808-72AC8DE26438}"/>
              </a:ext>
            </a:extLst>
          </p:cNvPr>
          <p:cNvSpPr/>
          <p:nvPr userDrawn="1"/>
        </p:nvSpPr>
        <p:spPr>
          <a:xfrm flipH="1">
            <a:off x="0" y="1505078"/>
            <a:ext cx="3657228" cy="4311532"/>
          </a:xfrm>
          <a:custGeom>
            <a:avLst/>
            <a:gdLst>
              <a:gd name="connsiteX0" fmla="*/ 3657228 w 3657228"/>
              <a:gd name="connsiteY0" fmla="*/ 0 h 4311532"/>
              <a:gd name="connsiteX1" fmla="*/ 3657228 w 3657228"/>
              <a:gd name="connsiteY1" fmla="*/ 2470756 h 4311532"/>
              <a:gd name="connsiteX2" fmla="*/ 0 w 3657228"/>
              <a:gd name="connsiteY2" fmla="*/ 4311532 h 4311532"/>
              <a:gd name="connsiteX3" fmla="*/ 0 w 3657228"/>
              <a:gd name="connsiteY3" fmla="*/ 1840777 h 4311532"/>
              <a:gd name="connsiteX4" fmla="*/ 3657228 w 3657228"/>
              <a:gd name="connsiteY4" fmla="*/ 0 h 4311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57228" h="4311532">
                <a:moveTo>
                  <a:pt x="3657228" y="0"/>
                </a:moveTo>
                <a:lnTo>
                  <a:pt x="3657228" y="2470756"/>
                </a:lnTo>
                <a:lnTo>
                  <a:pt x="0" y="4311532"/>
                </a:lnTo>
                <a:lnTo>
                  <a:pt x="0" y="1840777"/>
                </a:lnTo>
                <a:lnTo>
                  <a:pt x="3657228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4B963A9-C745-45E4-AD41-23E363DFB90B}"/>
              </a:ext>
            </a:extLst>
          </p:cNvPr>
          <p:cNvGrpSpPr/>
          <p:nvPr userDrawn="1"/>
        </p:nvGrpSpPr>
        <p:grpSpPr>
          <a:xfrm>
            <a:off x="9478246" y="6226175"/>
            <a:ext cx="2547937" cy="419101"/>
            <a:chOff x="396876" y="6226175"/>
            <a:chExt cx="2547937" cy="419101"/>
          </a:xfrm>
        </p:grpSpPr>
        <p:sp>
          <p:nvSpPr>
            <p:cNvPr id="11" name="AutoShape 3">
              <a:extLst>
                <a:ext uri="{FF2B5EF4-FFF2-40B4-BE49-F238E27FC236}">
                  <a16:creationId xmlns:a16="http://schemas.microsoft.com/office/drawing/2014/main" id="{0EB83A17-6400-482F-9AC1-4B15DC4AA7A0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398463" y="6226175"/>
              <a:ext cx="2546350" cy="41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E018F50C-54AA-4014-91F5-A0895CFE1C2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6876" y="6459538"/>
              <a:ext cx="2012950" cy="141288"/>
            </a:xfrm>
            <a:custGeom>
              <a:avLst/>
              <a:gdLst>
                <a:gd name="T0" fmla="*/ 1160 w 1179"/>
                <a:gd name="T1" fmla="*/ 55 h 82"/>
                <a:gd name="T2" fmla="*/ 1131 w 1179"/>
                <a:gd name="T3" fmla="*/ 38 h 82"/>
                <a:gd name="T4" fmla="*/ 1136 w 1179"/>
                <a:gd name="T5" fmla="*/ 61 h 82"/>
                <a:gd name="T6" fmla="*/ 1077 w 1179"/>
                <a:gd name="T7" fmla="*/ 57 h 82"/>
                <a:gd name="T8" fmla="*/ 1095 w 1179"/>
                <a:gd name="T9" fmla="*/ 21 h 82"/>
                <a:gd name="T10" fmla="*/ 1088 w 1179"/>
                <a:gd name="T11" fmla="*/ 56 h 82"/>
                <a:gd name="T12" fmla="*/ 1089 w 1179"/>
                <a:gd name="T13" fmla="*/ 76 h 82"/>
                <a:gd name="T14" fmla="*/ 1052 w 1179"/>
                <a:gd name="T15" fmla="*/ 43 h 82"/>
                <a:gd name="T16" fmla="*/ 1038 w 1179"/>
                <a:gd name="T17" fmla="*/ 58 h 82"/>
                <a:gd name="T18" fmla="*/ 985 w 1179"/>
                <a:gd name="T19" fmla="*/ 33 h 82"/>
                <a:gd name="T20" fmla="*/ 1003 w 1179"/>
                <a:gd name="T21" fmla="*/ 53 h 82"/>
                <a:gd name="T22" fmla="*/ 926 w 1179"/>
                <a:gd name="T23" fmla="*/ 26 h 82"/>
                <a:gd name="T24" fmla="*/ 927 w 1179"/>
                <a:gd name="T25" fmla="*/ 64 h 82"/>
                <a:gd name="T26" fmla="*/ 873 w 1179"/>
                <a:gd name="T27" fmla="*/ 63 h 82"/>
                <a:gd name="T28" fmla="*/ 899 w 1179"/>
                <a:gd name="T29" fmla="*/ 38 h 82"/>
                <a:gd name="T30" fmla="*/ 866 w 1179"/>
                <a:gd name="T31" fmla="*/ 63 h 82"/>
                <a:gd name="T32" fmla="*/ 844 w 1179"/>
                <a:gd name="T33" fmla="*/ 61 h 82"/>
                <a:gd name="T34" fmla="*/ 858 w 1179"/>
                <a:gd name="T35" fmla="*/ 27 h 82"/>
                <a:gd name="T36" fmla="*/ 816 w 1179"/>
                <a:gd name="T37" fmla="*/ 27 h 82"/>
                <a:gd name="T38" fmla="*/ 814 w 1179"/>
                <a:gd name="T39" fmla="*/ 0 h 82"/>
                <a:gd name="T40" fmla="*/ 800 w 1179"/>
                <a:gd name="T41" fmla="*/ 63 h 82"/>
                <a:gd name="T42" fmla="*/ 772 w 1179"/>
                <a:gd name="T43" fmla="*/ 20 h 82"/>
                <a:gd name="T44" fmla="*/ 710 w 1179"/>
                <a:gd name="T45" fmla="*/ 62 h 82"/>
                <a:gd name="T46" fmla="*/ 732 w 1179"/>
                <a:gd name="T47" fmla="*/ 21 h 82"/>
                <a:gd name="T48" fmla="*/ 695 w 1179"/>
                <a:gd name="T49" fmla="*/ 21 h 82"/>
                <a:gd name="T50" fmla="*/ 677 w 1179"/>
                <a:gd name="T51" fmla="*/ 61 h 82"/>
                <a:gd name="T52" fmla="*/ 691 w 1179"/>
                <a:gd name="T53" fmla="*/ 27 h 82"/>
                <a:gd name="T54" fmla="*/ 657 w 1179"/>
                <a:gd name="T55" fmla="*/ 14 h 82"/>
                <a:gd name="T56" fmla="*/ 661 w 1179"/>
                <a:gd name="T57" fmla="*/ 21 h 82"/>
                <a:gd name="T58" fmla="*/ 642 w 1179"/>
                <a:gd name="T59" fmla="*/ 28 h 82"/>
                <a:gd name="T60" fmla="*/ 621 w 1179"/>
                <a:gd name="T61" fmla="*/ 55 h 82"/>
                <a:gd name="T62" fmla="*/ 615 w 1179"/>
                <a:gd name="T63" fmla="*/ 27 h 82"/>
                <a:gd name="T64" fmla="*/ 596 w 1179"/>
                <a:gd name="T65" fmla="*/ 34 h 82"/>
                <a:gd name="T66" fmla="*/ 587 w 1179"/>
                <a:gd name="T67" fmla="*/ 40 h 82"/>
                <a:gd name="T68" fmla="*/ 560 w 1179"/>
                <a:gd name="T69" fmla="*/ 43 h 82"/>
                <a:gd name="T70" fmla="*/ 535 w 1179"/>
                <a:gd name="T71" fmla="*/ 44 h 82"/>
                <a:gd name="T72" fmla="*/ 498 w 1179"/>
                <a:gd name="T73" fmla="*/ 9 h 82"/>
                <a:gd name="T74" fmla="*/ 506 w 1179"/>
                <a:gd name="T75" fmla="*/ 63 h 82"/>
                <a:gd name="T76" fmla="*/ 480 w 1179"/>
                <a:gd name="T77" fmla="*/ 39 h 82"/>
                <a:gd name="T78" fmla="*/ 460 w 1179"/>
                <a:gd name="T79" fmla="*/ 21 h 82"/>
                <a:gd name="T80" fmla="*/ 442 w 1179"/>
                <a:gd name="T81" fmla="*/ 39 h 82"/>
                <a:gd name="T82" fmla="*/ 402 w 1179"/>
                <a:gd name="T83" fmla="*/ 5 h 82"/>
                <a:gd name="T84" fmla="*/ 367 w 1179"/>
                <a:gd name="T85" fmla="*/ 63 h 82"/>
                <a:gd name="T86" fmla="*/ 340 w 1179"/>
                <a:gd name="T87" fmla="*/ 21 h 82"/>
                <a:gd name="T88" fmla="*/ 313 w 1179"/>
                <a:gd name="T89" fmla="*/ 26 h 82"/>
                <a:gd name="T90" fmla="*/ 277 w 1179"/>
                <a:gd name="T91" fmla="*/ 9 h 82"/>
                <a:gd name="T92" fmla="*/ 285 w 1179"/>
                <a:gd name="T93" fmla="*/ 63 h 82"/>
                <a:gd name="T94" fmla="*/ 270 w 1179"/>
                <a:gd name="T95" fmla="*/ 27 h 82"/>
                <a:gd name="T96" fmla="*/ 251 w 1179"/>
                <a:gd name="T97" fmla="*/ 34 h 82"/>
                <a:gd name="T98" fmla="*/ 214 w 1179"/>
                <a:gd name="T99" fmla="*/ 44 h 82"/>
                <a:gd name="T100" fmla="*/ 233 w 1179"/>
                <a:gd name="T101" fmla="*/ 63 h 82"/>
                <a:gd name="T102" fmla="*/ 189 w 1179"/>
                <a:gd name="T103" fmla="*/ 38 h 82"/>
                <a:gd name="T104" fmla="*/ 181 w 1179"/>
                <a:gd name="T105" fmla="*/ 4 h 82"/>
                <a:gd name="T106" fmla="*/ 145 w 1179"/>
                <a:gd name="T107" fmla="*/ 42 h 82"/>
                <a:gd name="T108" fmla="*/ 92 w 1179"/>
                <a:gd name="T109" fmla="*/ 34 h 82"/>
                <a:gd name="T110" fmla="*/ 91 w 1179"/>
                <a:gd name="T111" fmla="*/ 28 h 82"/>
                <a:gd name="T112" fmla="*/ 59 w 1179"/>
                <a:gd name="T113" fmla="*/ 26 h 82"/>
                <a:gd name="T114" fmla="*/ 60 w 1179"/>
                <a:gd name="T115" fmla="*/ 64 h 82"/>
                <a:gd name="T116" fmla="*/ 13 w 1179"/>
                <a:gd name="T117" fmla="*/ 35 h 82"/>
                <a:gd name="T118" fmla="*/ 25 w 1179"/>
                <a:gd name="T119" fmla="*/ 19 h 82"/>
                <a:gd name="T120" fmla="*/ 35 w 1179"/>
                <a:gd name="T121" fmla="*/ 46 h 82"/>
                <a:gd name="T122" fmla="*/ 0 w 1179"/>
                <a:gd name="T123" fmla="*/ 63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179" h="82">
                  <a:moveTo>
                    <a:pt x="1142" y="21"/>
                  </a:moveTo>
                  <a:cubicBezTo>
                    <a:pt x="1157" y="63"/>
                    <a:pt x="1157" y="63"/>
                    <a:pt x="1157" y="63"/>
                  </a:cubicBezTo>
                  <a:cubicBezTo>
                    <a:pt x="1163" y="63"/>
                    <a:pt x="1163" y="63"/>
                    <a:pt x="1163" y="63"/>
                  </a:cubicBezTo>
                  <a:cubicBezTo>
                    <a:pt x="1179" y="21"/>
                    <a:pt x="1179" y="21"/>
                    <a:pt x="1179" y="21"/>
                  </a:cubicBezTo>
                  <a:cubicBezTo>
                    <a:pt x="1171" y="21"/>
                    <a:pt x="1171" y="21"/>
                    <a:pt x="1171" y="21"/>
                  </a:cubicBezTo>
                  <a:cubicBezTo>
                    <a:pt x="1164" y="44"/>
                    <a:pt x="1164" y="44"/>
                    <a:pt x="1164" y="44"/>
                  </a:cubicBezTo>
                  <a:cubicBezTo>
                    <a:pt x="1162" y="48"/>
                    <a:pt x="1161" y="52"/>
                    <a:pt x="1160" y="55"/>
                  </a:cubicBezTo>
                  <a:cubicBezTo>
                    <a:pt x="1160" y="55"/>
                    <a:pt x="1160" y="55"/>
                    <a:pt x="1160" y="55"/>
                  </a:cubicBezTo>
                  <a:cubicBezTo>
                    <a:pt x="1159" y="52"/>
                    <a:pt x="1158" y="48"/>
                    <a:pt x="1157" y="44"/>
                  </a:cubicBezTo>
                  <a:cubicBezTo>
                    <a:pt x="1149" y="21"/>
                    <a:pt x="1149" y="21"/>
                    <a:pt x="1149" y="21"/>
                  </a:cubicBezTo>
                  <a:lnTo>
                    <a:pt x="1142" y="21"/>
                  </a:lnTo>
                  <a:close/>
                  <a:moveTo>
                    <a:pt x="1110" y="38"/>
                  </a:moveTo>
                  <a:cubicBezTo>
                    <a:pt x="1111" y="33"/>
                    <a:pt x="1114" y="26"/>
                    <a:pt x="1121" y="26"/>
                  </a:cubicBezTo>
                  <a:cubicBezTo>
                    <a:pt x="1129" y="26"/>
                    <a:pt x="1131" y="33"/>
                    <a:pt x="1131" y="38"/>
                  </a:cubicBezTo>
                  <a:lnTo>
                    <a:pt x="1110" y="38"/>
                  </a:lnTo>
                  <a:close/>
                  <a:moveTo>
                    <a:pt x="1138" y="43"/>
                  </a:moveTo>
                  <a:cubicBezTo>
                    <a:pt x="1138" y="42"/>
                    <a:pt x="1138" y="41"/>
                    <a:pt x="1138" y="40"/>
                  </a:cubicBezTo>
                  <a:cubicBezTo>
                    <a:pt x="1138" y="32"/>
                    <a:pt x="1135" y="20"/>
                    <a:pt x="1122" y="20"/>
                  </a:cubicBezTo>
                  <a:cubicBezTo>
                    <a:pt x="1110" y="20"/>
                    <a:pt x="1104" y="30"/>
                    <a:pt x="1104" y="43"/>
                  </a:cubicBezTo>
                  <a:cubicBezTo>
                    <a:pt x="1104" y="55"/>
                    <a:pt x="1111" y="64"/>
                    <a:pt x="1123" y="64"/>
                  </a:cubicBezTo>
                  <a:cubicBezTo>
                    <a:pt x="1129" y="64"/>
                    <a:pt x="1133" y="62"/>
                    <a:pt x="1136" y="61"/>
                  </a:cubicBezTo>
                  <a:cubicBezTo>
                    <a:pt x="1134" y="56"/>
                    <a:pt x="1134" y="56"/>
                    <a:pt x="1134" y="56"/>
                  </a:cubicBezTo>
                  <a:cubicBezTo>
                    <a:pt x="1132" y="57"/>
                    <a:pt x="1129" y="58"/>
                    <a:pt x="1124" y="58"/>
                  </a:cubicBezTo>
                  <a:cubicBezTo>
                    <a:pt x="1117" y="58"/>
                    <a:pt x="1110" y="54"/>
                    <a:pt x="1110" y="43"/>
                  </a:cubicBezTo>
                  <a:lnTo>
                    <a:pt x="1138" y="43"/>
                  </a:lnTo>
                  <a:close/>
                  <a:moveTo>
                    <a:pt x="1088" y="45"/>
                  </a:moveTo>
                  <a:cubicBezTo>
                    <a:pt x="1088" y="46"/>
                    <a:pt x="1087" y="48"/>
                    <a:pt x="1087" y="49"/>
                  </a:cubicBezTo>
                  <a:cubicBezTo>
                    <a:pt x="1086" y="54"/>
                    <a:pt x="1082" y="57"/>
                    <a:pt x="1077" y="57"/>
                  </a:cubicBezTo>
                  <a:cubicBezTo>
                    <a:pt x="1070" y="57"/>
                    <a:pt x="1066" y="50"/>
                    <a:pt x="1066" y="42"/>
                  </a:cubicBezTo>
                  <a:cubicBezTo>
                    <a:pt x="1066" y="32"/>
                    <a:pt x="1071" y="26"/>
                    <a:pt x="1077" y="26"/>
                  </a:cubicBezTo>
                  <a:cubicBezTo>
                    <a:pt x="1083" y="26"/>
                    <a:pt x="1086" y="30"/>
                    <a:pt x="1087" y="34"/>
                  </a:cubicBezTo>
                  <a:cubicBezTo>
                    <a:pt x="1088" y="35"/>
                    <a:pt x="1088" y="36"/>
                    <a:pt x="1088" y="37"/>
                  </a:cubicBezTo>
                  <a:lnTo>
                    <a:pt x="1088" y="45"/>
                  </a:lnTo>
                  <a:close/>
                  <a:moveTo>
                    <a:pt x="1095" y="32"/>
                  </a:moveTo>
                  <a:cubicBezTo>
                    <a:pt x="1095" y="27"/>
                    <a:pt x="1095" y="24"/>
                    <a:pt x="1095" y="21"/>
                  </a:cubicBezTo>
                  <a:cubicBezTo>
                    <a:pt x="1089" y="21"/>
                    <a:pt x="1089" y="21"/>
                    <a:pt x="1089" y="21"/>
                  </a:cubicBezTo>
                  <a:cubicBezTo>
                    <a:pt x="1089" y="27"/>
                    <a:pt x="1089" y="27"/>
                    <a:pt x="1089" y="27"/>
                  </a:cubicBezTo>
                  <a:cubicBezTo>
                    <a:pt x="1088" y="27"/>
                    <a:pt x="1088" y="27"/>
                    <a:pt x="1088" y="27"/>
                  </a:cubicBezTo>
                  <a:cubicBezTo>
                    <a:pt x="1087" y="24"/>
                    <a:pt x="1083" y="20"/>
                    <a:pt x="1076" y="20"/>
                  </a:cubicBezTo>
                  <a:cubicBezTo>
                    <a:pt x="1067" y="20"/>
                    <a:pt x="1059" y="28"/>
                    <a:pt x="1059" y="42"/>
                  </a:cubicBezTo>
                  <a:cubicBezTo>
                    <a:pt x="1059" y="54"/>
                    <a:pt x="1066" y="63"/>
                    <a:pt x="1075" y="63"/>
                  </a:cubicBezTo>
                  <a:cubicBezTo>
                    <a:pt x="1081" y="63"/>
                    <a:pt x="1085" y="60"/>
                    <a:pt x="1088" y="56"/>
                  </a:cubicBezTo>
                  <a:cubicBezTo>
                    <a:pt x="1088" y="56"/>
                    <a:pt x="1088" y="56"/>
                    <a:pt x="1088" y="56"/>
                  </a:cubicBezTo>
                  <a:cubicBezTo>
                    <a:pt x="1088" y="60"/>
                    <a:pt x="1088" y="60"/>
                    <a:pt x="1088" y="60"/>
                  </a:cubicBezTo>
                  <a:cubicBezTo>
                    <a:pt x="1088" y="71"/>
                    <a:pt x="1082" y="75"/>
                    <a:pt x="1075" y="75"/>
                  </a:cubicBezTo>
                  <a:cubicBezTo>
                    <a:pt x="1070" y="75"/>
                    <a:pt x="1066" y="73"/>
                    <a:pt x="1064" y="72"/>
                  </a:cubicBezTo>
                  <a:cubicBezTo>
                    <a:pt x="1062" y="77"/>
                    <a:pt x="1062" y="77"/>
                    <a:pt x="1062" y="77"/>
                  </a:cubicBezTo>
                  <a:cubicBezTo>
                    <a:pt x="1065" y="80"/>
                    <a:pt x="1070" y="81"/>
                    <a:pt x="1075" y="81"/>
                  </a:cubicBezTo>
                  <a:cubicBezTo>
                    <a:pt x="1080" y="81"/>
                    <a:pt x="1085" y="80"/>
                    <a:pt x="1089" y="76"/>
                  </a:cubicBezTo>
                  <a:cubicBezTo>
                    <a:pt x="1093" y="72"/>
                    <a:pt x="1095" y="66"/>
                    <a:pt x="1095" y="57"/>
                  </a:cubicBezTo>
                  <a:lnTo>
                    <a:pt x="1095" y="32"/>
                  </a:lnTo>
                  <a:close/>
                  <a:moveTo>
                    <a:pt x="1025" y="38"/>
                  </a:moveTo>
                  <a:cubicBezTo>
                    <a:pt x="1026" y="33"/>
                    <a:pt x="1029" y="26"/>
                    <a:pt x="1036" y="26"/>
                  </a:cubicBezTo>
                  <a:cubicBezTo>
                    <a:pt x="1044" y="26"/>
                    <a:pt x="1046" y="33"/>
                    <a:pt x="1046" y="38"/>
                  </a:cubicBezTo>
                  <a:lnTo>
                    <a:pt x="1025" y="38"/>
                  </a:lnTo>
                  <a:close/>
                  <a:moveTo>
                    <a:pt x="1052" y="43"/>
                  </a:moveTo>
                  <a:cubicBezTo>
                    <a:pt x="1053" y="42"/>
                    <a:pt x="1053" y="41"/>
                    <a:pt x="1053" y="40"/>
                  </a:cubicBezTo>
                  <a:cubicBezTo>
                    <a:pt x="1053" y="32"/>
                    <a:pt x="1049" y="20"/>
                    <a:pt x="1037" y="20"/>
                  </a:cubicBezTo>
                  <a:cubicBezTo>
                    <a:pt x="1025" y="20"/>
                    <a:pt x="1018" y="30"/>
                    <a:pt x="1018" y="43"/>
                  </a:cubicBezTo>
                  <a:cubicBezTo>
                    <a:pt x="1018" y="55"/>
                    <a:pt x="1026" y="64"/>
                    <a:pt x="1037" y="64"/>
                  </a:cubicBezTo>
                  <a:cubicBezTo>
                    <a:pt x="1044" y="64"/>
                    <a:pt x="1048" y="62"/>
                    <a:pt x="1051" y="61"/>
                  </a:cubicBezTo>
                  <a:cubicBezTo>
                    <a:pt x="1049" y="56"/>
                    <a:pt x="1049" y="56"/>
                    <a:pt x="1049" y="56"/>
                  </a:cubicBezTo>
                  <a:cubicBezTo>
                    <a:pt x="1047" y="57"/>
                    <a:pt x="1044" y="58"/>
                    <a:pt x="1038" y="58"/>
                  </a:cubicBezTo>
                  <a:cubicBezTo>
                    <a:pt x="1031" y="58"/>
                    <a:pt x="1025" y="54"/>
                    <a:pt x="1025" y="43"/>
                  </a:cubicBezTo>
                  <a:lnTo>
                    <a:pt x="1052" y="43"/>
                  </a:lnTo>
                  <a:close/>
                  <a:moveTo>
                    <a:pt x="975" y="63"/>
                  </a:moveTo>
                  <a:cubicBezTo>
                    <a:pt x="975" y="38"/>
                    <a:pt x="975" y="38"/>
                    <a:pt x="975" y="38"/>
                  </a:cubicBezTo>
                  <a:cubicBezTo>
                    <a:pt x="975" y="28"/>
                    <a:pt x="975" y="21"/>
                    <a:pt x="975" y="14"/>
                  </a:cubicBezTo>
                  <a:cubicBezTo>
                    <a:pt x="975" y="14"/>
                    <a:pt x="975" y="14"/>
                    <a:pt x="975" y="14"/>
                  </a:cubicBezTo>
                  <a:cubicBezTo>
                    <a:pt x="978" y="20"/>
                    <a:pt x="981" y="27"/>
                    <a:pt x="985" y="33"/>
                  </a:cubicBezTo>
                  <a:cubicBezTo>
                    <a:pt x="1002" y="63"/>
                    <a:pt x="1002" y="63"/>
                    <a:pt x="1002" y="63"/>
                  </a:cubicBezTo>
                  <a:cubicBezTo>
                    <a:pt x="1009" y="63"/>
                    <a:pt x="1009" y="63"/>
                    <a:pt x="1009" y="63"/>
                  </a:cubicBezTo>
                  <a:cubicBezTo>
                    <a:pt x="1009" y="5"/>
                    <a:pt x="1009" y="5"/>
                    <a:pt x="1009" y="5"/>
                  </a:cubicBezTo>
                  <a:cubicBezTo>
                    <a:pt x="1003" y="5"/>
                    <a:pt x="1003" y="5"/>
                    <a:pt x="1003" y="5"/>
                  </a:cubicBezTo>
                  <a:cubicBezTo>
                    <a:pt x="1003" y="29"/>
                    <a:pt x="1003" y="29"/>
                    <a:pt x="1003" y="29"/>
                  </a:cubicBezTo>
                  <a:cubicBezTo>
                    <a:pt x="1003" y="38"/>
                    <a:pt x="1003" y="45"/>
                    <a:pt x="1003" y="53"/>
                  </a:cubicBezTo>
                  <a:cubicBezTo>
                    <a:pt x="1003" y="53"/>
                    <a:pt x="1003" y="53"/>
                    <a:pt x="1003" y="53"/>
                  </a:cubicBezTo>
                  <a:cubicBezTo>
                    <a:pt x="1001" y="47"/>
                    <a:pt x="997" y="41"/>
                    <a:pt x="994" y="34"/>
                  </a:cubicBezTo>
                  <a:cubicBezTo>
                    <a:pt x="976" y="5"/>
                    <a:pt x="976" y="5"/>
                    <a:pt x="976" y="5"/>
                  </a:cubicBezTo>
                  <a:cubicBezTo>
                    <a:pt x="969" y="5"/>
                    <a:pt x="969" y="5"/>
                    <a:pt x="969" y="5"/>
                  </a:cubicBezTo>
                  <a:cubicBezTo>
                    <a:pt x="969" y="63"/>
                    <a:pt x="969" y="63"/>
                    <a:pt x="969" y="63"/>
                  </a:cubicBezTo>
                  <a:lnTo>
                    <a:pt x="975" y="63"/>
                  </a:lnTo>
                  <a:close/>
                  <a:moveTo>
                    <a:pt x="915" y="38"/>
                  </a:moveTo>
                  <a:cubicBezTo>
                    <a:pt x="916" y="33"/>
                    <a:pt x="919" y="26"/>
                    <a:pt x="926" y="26"/>
                  </a:cubicBezTo>
                  <a:cubicBezTo>
                    <a:pt x="934" y="26"/>
                    <a:pt x="936" y="33"/>
                    <a:pt x="936" y="38"/>
                  </a:cubicBezTo>
                  <a:lnTo>
                    <a:pt x="915" y="38"/>
                  </a:lnTo>
                  <a:close/>
                  <a:moveTo>
                    <a:pt x="942" y="43"/>
                  </a:moveTo>
                  <a:cubicBezTo>
                    <a:pt x="942" y="42"/>
                    <a:pt x="942" y="41"/>
                    <a:pt x="942" y="40"/>
                  </a:cubicBezTo>
                  <a:cubicBezTo>
                    <a:pt x="942" y="32"/>
                    <a:pt x="939" y="20"/>
                    <a:pt x="926" y="20"/>
                  </a:cubicBezTo>
                  <a:cubicBezTo>
                    <a:pt x="915" y="20"/>
                    <a:pt x="908" y="30"/>
                    <a:pt x="908" y="43"/>
                  </a:cubicBezTo>
                  <a:cubicBezTo>
                    <a:pt x="908" y="55"/>
                    <a:pt x="915" y="64"/>
                    <a:pt x="927" y="64"/>
                  </a:cubicBezTo>
                  <a:cubicBezTo>
                    <a:pt x="933" y="64"/>
                    <a:pt x="938" y="62"/>
                    <a:pt x="940" y="61"/>
                  </a:cubicBezTo>
                  <a:cubicBezTo>
                    <a:pt x="939" y="56"/>
                    <a:pt x="939" y="56"/>
                    <a:pt x="939" y="56"/>
                  </a:cubicBezTo>
                  <a:cubicBezTo>
                    <a:pt x="936" y="57"/>
                    <a:pt x="933" y="58"/>
                    <a:pt x="928" y="58"/>
                  </a:cubicBezTo>
                  <a:cubicBezTo>
                    <a:pt x="921" y="58"/>
                    <a:pt x="915" y="54"/>
                    <a:pt x="915" y="43"/>
                  </a:cubicBezTo>
                  <a:lnTo>
                    <a:pt x="942" y="43"/>
                  </a:lnTo>
                  <a:close/>
                  <a:moveTo>
                    <a:pt x="866" y="63"/>
                  </a:moveTo>
                  <a:cubicBezTo>
                    <a:pt x="873" y="63"/>
                    <a:pt x="873" y="63"/>
                    <a:pt x="873" y="63"/>
                  </a:cubicBezTo>
                  <a:cubicBezTo>
                    <a:pt x="873" y="38"/>
                    <a:pt x="873" y="38"/>
                    <a:pt x="873" y="38"/>
                  </a:cubicBezTo>
                  <a:cubicBezTo>
                    <a:pt x="873" y="36"/>
                    <a:pt x="873" y="35"/>
                    <a:pt x="874" y="34"/>
                  </a:cubicBezTo>
                  <a:cubicBezTo>
                    <a:pt x="875" y="30"/>
                    <a:pt x="879" y="26"/>
                    <a:pt x="883" y="26"/>
                  </a:cubicBezTo>
                  <a:cubicBezTo>
                    <a:pt x="890" y="26"/>
                    <a:pt x="892" y="32"/>
                    <a:pt x="892" y="39"/>
                  </a:cubicBezTo>
                  <a:cubicBezTo>
                    <a:pt x="892" y="63"/>
                    <a:pt x="892" y="63"/>
                    <a:pt x="892" y="63"/>
                  </a:cubicBezTo>
                  <a:cubicBezTo>
                    <a:pt x="899" y="63"/>
                    <a:pt x="899" y="63"/>
                    <a:pt x="899" y="63"/>
                  </a:cubicBezTo>
                  <a:cubicBezTo>
                    <a:pt x="899" y="38"/>
                    <a:pt x="899" y="38"/>
                    <a:pt x="899" y="38"/>
                  </a:cubicBezTo>
                  <a:cubicBezTo>
                    <a:pt x="899" y="24"/>
                    <a:pt x="891" y="20"/>
                    <a:pt x="886" y="20"/>
                  </a:cubicBezTo>
                  <a:cubicBezTo>
                    <a:pt x="883" y="20"/>
                    <a:pt x="881" y="21"/>
                    <a:pt x="879" y="22"/>
                  </a:cubicBezTo>
                  <a:cubicBezTo>
                    <a:pt x="876" y="23"/>
                    <a:pt x="875" y="25"/>
                    <a:pt x="874" y="28"/>
                  </a:cubicBezTo>
                  <a:cubicBezTo>
                    <a:pt x="873" y="28"/>
                    <a:pt x="873" y="28"/>
                    <a:pt x="873" y="28"/>
                  </a:cubicBezTo>
                  <a:cubicBezTo>
                    <a:pt x="873" y="1"/>
                    <a:pt x="873" y="1"/>
                    <a:pt x="873" y="1"/>
                  </a:cubicBezTo>
                  <a:cubicBezTo>
                    <a:pt x="866" y="1"/>
                    <a:pt x="866" y="1"/>
                    <a:pt x="866" y="1"/>
                  </a:cubicBezTo>
                  <a:lnTo>
                    <a:pt x="866" y="63"/>
                  </a:lnTo>
                  <a:close/>
                  <a:moveTo>
                    <a:pt x="841" y="13"/>
                  </a:moveTo>
                  <a:cubicBezTo>
                    <a:pt x="841" y="21"/>
                    <a:pt x="841" y="21"/>
                    <a:pt x="841" y="21"/>
                  </a:cubicBezTo>
                  <a:cubicBezTo>
                    <a:pt x="835" y="21"/>
                    <a:pt x="835" y="21"/>
                    <a:pt x="835" y="21"/>
                  </a:cubicBezTo>
                  <a:cubicBezTo>
                    <a:pt x="835" y="27"/>
                    <a:pt x="835" y="27"/>
                    <a:pt x="835" y="27"/>
                  </a:cubicBezTo>
                  <a:cubicBezTo>
                    <a:pt x="841" y="27"/>
                    <a:pt x="841" y="27"/>
                    <a:pt x="841" y="27"/>
                  </a:cubicBezTo>
                  <a:cubicBezTo>
                    <a:pt x="841" y="50"/>
                    <a:pt x="841" y="50"/>
                    <a:pt x="841" y="50"/>
                  </a:cubicBezTo>
                  <a:cubicBezTo>
                    <a:pt x="841" y="54"/>
                    <a:pt x="842" y="58"/>
                    <a:pt x="844" y="61"/>
                  </a:cubicBezTo>
                  <a:cubicBezTo>
                    <a:pt x="846" y="63"/>
                    <a:pt x="848" y="64"/>
                    <a:pt x="852" y="64"/>
                  </a:cubicBezTo>
                  <a:cubicBezTo>
                    <a:pt x="854" y="64"/>
                    <a:pt x="857" y="63"/>
                    <a:pt x="858" y="63"/>
                  </a:cubicBezTo>
                  <a:cubicBezTo>
                    <a:pt x="858" y="57"/>
                    <a:pt x="858" y="57"/>
                    <a:pt x="858" y="57"/>
                  </a:cubicBezTo>
                  <a:cubicBezTo>
                    <a:pt x="857" y="57"/>
                    <a:pt x="855" y="57"/>
                    <a:pt x="854" y="57"/>
                  </a:cubicBezTo>
                  <a:cubicBezTo>
                    <a:pt x="850" y="57"/>
                    <a:pt x="848" y="54"/>
                    <a:pt x="848" y="49"/>
                  </a:cubicBezTo>
                  <a:cubicBezTo>
                    <a:pt x="848" y="27"/>
                    <a:pt x="848" y="27"/>
                    <a:pt x="848" y="27"/>
                  </a:cubicBezTo>
                  <a:cubicBezTo>
                    <a:pt x="858" y="27"/>
                    <a:pt x="858" y="27"/>
                    <a:pt x="858" y="27"/>
                  </a:cubicBezTo>
                  <a:cubicBezTo>
                    <a:pt x="858" y="21"/>
                    <a:pt x="858" y="21"/>
                    <a:pt x="858" y="21"/>
                  </a:cubicBezTo>
                  <a:cubicBezTo>
                    <a:pt x="848" y="21"/>
                    <a:pt x="848" y="21"/>
                    <a:pt x="848" y="21"/>
                  </a:cubicBezTo>
                  <a:cubicBezTo>
                    <a:pt x="848" y="11"/>
                    <a:pt x="848" y="11"/>
                    <a:pt x="848" y="11"/>
                  </a:cubicBezTo>
                  <a:lnTo>
                    <a:pt x="841" y="13"/>
                  </a:lnTo>
                  <a:close/>
                  <a:moveTo>
                    <a:pt x="807" y="63"/>
                  </a:moveTo>
                  <a:cubicBezTo>
                    <a:pt x="807" y="27"/>
                    <a:pt x="807" y="27"/>
                    <a:pt x="807" y="27"/>
                  </a:cubicBezTo>
                  <a:cubicBezTo>
                    <a:pt x="816" y="27"/>
                    <a:pt x="816" y="27"/>
                    <a:pt x="816" y="27"/>
                  </a:cubicBezTo>
                  <a:cubicBezTo>
                    <a:pt x="816" y="21"/>
                    <a:pt x="816" y="21"/>
                    <a:pt x="816" y="21"/>
                  </a:cubicBezTo>
                  <a:cubicBezTo>
                    <a:pt x="807" y="21"/>
                    <a:pt x="807" y="21"/>
                    <a:pt x="807" y="21"/>
                  </a:cubicBezTo>
                  <a:cubicBezTo>
                    <a:pt x="807" y="19"/>
                    <a:pt x="807" y="19"/>
                    <a:pt x="807" y="19"/>
                  </a:cubicBezTo>
                  <a:cubicBezTo>
                    <a:pt x="807" y="12"/>
                    <a:pt x="808" y="7"/>
                    <a:pt x="814" y="7"/>
                  </a:cubicBezTo>
                  <a:cubicBezTo>
                    <a:pt x="817" y="7"/>
                    <a:pt x="818" y="7"/>
                    <a:pt x="819" y="8"/>
                  </a:cubicBezTo>
                  <a:cubicBezTo>
                    <a:pt x="820" y="2"/>
                    <a:pt x="820" y="2"/>
                    <a:pt x="820" y="2"/>
                  </a:cubicBezTo>
                  <a:cubicBezTo>
                    <a:pt x="819" y="1"/>
                    <a:pt x="816" y="0"/>
                    <a:pt x="814" y="0"/>
                  </a:cubicBezTo>
                  <a:cubicBezTo>
                    <a:pt x="811" y="0"/>
                    <a:pt x="807" y="2"/>
                    <a:pt x="804" y="4"/>
                  </a:cubicBezTo>
                  <a:cubicBezTo>
                    <a:pt x="801" y="8"/>
                    <a:pt x="800" y="13"/>
                    <a:pt x="800" y="19"/>
                  </a:cubicBezTo>
                  <a:cubicBezTo>
                    <a:pt x="800" y="21"/>
                    <a:pt x="800" y="21"/>
                    <a:pt x="800" y="21"/>
                  </a:cubicBezTo>
                  <a:cubicBezTo>
                    <a:pt x="795" y="21"/>
                    <a:pt x="795" y="21"/>
                    <a:pt x="795" y="21"/>
                  </a:cubicBezTo>
                  <a:cubicBezTo>
                    <a:pt x="795" y="27"/>
                    <a:pt x="795" y="27"/>
                    <a:pt x="795" y="27"/>
                  </a:cubicBezTo>
                  <a:cubicBezTo>
                    <a:pt x="800" y="27"/>
                    <a:pt x="800" y="27"/>
                    <a:pt x="800" y="27"/>
                  </a:cubicBezTo>
                  <a:cubicBezTo>
                    <a:pt x="800" y="63"/>
                    <a:pt x="800" y="63"/>
                    <a:pt x="800" y="63"/>
                  </a:cubicBezTo>
                  <a:lnTo>
                    <a:pt x="807" y="63"/>
                  </a:lnTo>
                  <a:close/>
                  <a:moveTo>
                    <a:pt x="771" y="26"/>
                  </a:moveTo>
                  <a:cubicBezTo>
                    <a:pt x="780" y="26"/>
                    <a:pt x="783" y="35"/>
                    <a:pt x="783" y="42"/>
                  </a:cubicBezTo>
                  <a:cubicBezTo>
                    <a:pt x="783" y="51"/>
                    <a:pt x="778" y="58"/>
                    <a:pt x="771" y="58"/>
                  </a:cubicBezTo>
                  <a:cubicBezTo>
                    <a:pt x="764" y="58"/>
                    <a:pt x="759" y="51"/>
                    <a:pt x="759" y="42"/>
                  </a:cubicBezTo>
                  <a:cubicBezTo>
                    <a:pt x="759" y="34"/>
                    <a:pt x="763" y="26"/>
                    <a:pt x="771" y="26"/>
                  </a:cubicBezTo>
                  <a:moveTo>
                    <a:pt x="772" y="20"/>
                  </a:moveTo>
                  <a:cubicBezTo>
                    <a:pt x="761" y="20"/>
                    <a:pt x="752" y="28"/>
                    <a:pt x="752" y="42"/>
                  </a:cubicBezTo>
                  <a:cubicBezTo>
                    <a:pt x="752" y="55"/>
                    <a:pt x="760" y="64"/>
                    <a:pt x="771" y="64"/>
                  </a:cubicBezTo>
                  <a:cubicBezTo>
                    <a:pt x="780" y="64"/>
                    <a:pt x="790" y="57"/>
                    <a:pt x="790" y="42"/>
                  </a:cubicBezTo>
                  <a:cubicBezTo>
                    <a:pt x="790" y="29"/>
                    <a:pt x="783" y="20"/>
                    <a:pt x="772" y="20"/>
                  </a:cubicBezTo>
                  <a:moveTo>
                    <a:pt x="695" y="21"/>
                  </a:moveTo>
                  <a:cubicBezTo>
                    <a:pt x="709" y="60"/>
                    <a:pt x="709" y="60"/>
                    <a:pt x="709" y="60"/>
                  </a:cubicBezTo>
                  <a:cubicBezTo>
                    <a:pt x="710" y="60"/>
                    <a:pt x="710" y="61"/>
                    <a:pt x="710" y="62"/>
                  </a:cubicBezTo>
                  <a:cubicBezTo>
                    <a:pt x="710" y="62"/>
                    <a:pt x="710" y="63"/>
                    <a:pt x="709" y="63"/>
                  </a:cubicBezTo>
                  <a:cubicBezTo>
                    <a:pt x="708" y="67"/>
                    <a:pt x="705" y="70"/>
                    <a:pt x="703" y="72"/>
                  </a:cubicBezTo>
                  <a:cubicBezTo>
                    <a:pt x="701" y="74"/>
                    <a:pt x="699" y="75"/>
                    <a:pt x="697" y="76"/>
                  </a:cubicBezTo>
                  <a:cubicBezTo>
                    <a:pt x="699" y="82"/>
                    <a:pt x="699" y="82"/>
                    <a:pt x="699" y="82"/>
                  </a:cubicBezTo>
                  <a:cubicBezTo>
                    <a:pt x="701" y="81"/>
                    <a:pt x="704" y="80"/>
                    <a:pt x="708" y="77"/>
                  </a:cubicBezTo>
                  <a:cubicBezTo>
                    <a:pt x="712" y="72"/>
                    <a:pt x="716" y="65"/>
                    <a:pt x="721" y="51"/>
                  </a:cubicBezTo>
                  <a:cubicBezTo>
                    <a:pt x="732" y="21"/>
                    <a:pt x="732" y="21"/>
                    <a:pt x="732" y="21"/>
                  </a:cubicBezTo>
                  <a:cubicBezTo>
                    <a:pt x="724" y="21"/>
                    <a:pt x="724" y="21"/>
                    <a:pt x="724" y="21"/>
                  </a:cubicBezTo>
                  <a:cubicBezTo>
                    <a:pt x="716" y="46"/>
                    <a:pt x="716" y="46"/>
                    <a:pt x="716" y="46"/>
                  </a:cubicBezTo>
                  <a:cubicBezTo>
                    <a:pt x="715" y="49"/>
                    <a:pt x="715" y="52"/>
                    <a:pt x="714" y="54"/>
                  </a:cubicBezTo>
                  <a:cubicBezTo>
                    <a:pt x="714" y="54"/>
                    <a:pt x="714" y="54"/>
                    <a:pt x="714" y="54"/>
                  </a:cubicBezTo>
                  <a:cubicBezTo>
                    <a:pt x="713" y="52"/>
                    <a:pt x="712" y="48"/>
                    <a:pt x="711" y="46"/>
                  </a:cubicBezTo>
                  <a:cubicBezTo>
                    <a:pt x="703" y="21"/>
                    <a:pt x="703" y="21"/>
                    <a:pt x="703" y="21"/>
                  </a:cubicBezTo>
                  <a:lnTo>
                    <a:pt x="695" y="21"/>
                  </a:lnTo>
                  <a:close/>
                  <a:moveTo>
                    <a:pt x="674" y="13"/>
                  </a:moveTo>
                  <a:cubicBezTo>
                    <a:pt x="674" y="21"/>
                    <a:pt x="674" y="21"/>
                    <a:pt x="674" y="21"/>
                  </a:cubicBezTo>
                  <a:cubicBezTo>
                    <a:pt x="668" y="21"/>
                    <a:pt x="668" y="21"/>
                    <a:pt x="668" y="21"/>
                  </a:cubicBezTo>
                  <a:cubicBezTo>
                    <a:pt x="668" y="27"/>
                    <a:pt x="668" y="27"/>
                    <a:pt x="668" y="27"/>
                  </a:cubicBezTo>
                  <a:cubicBezTo>
                    <a:pt x="674" y="27"/>
                    <a:pt x="674" y="27"/>
                    <a:pt x="674" y="27"/>
                  </a:cubicBezTo>
                  <a:cubicBezTo>
                    <a:pt x="674" y="50"/>
                    <a:pt x="674" y="50"/>
                    <a:pt x="674" y="50"/>
                  </a:cubicBezTo>
                  <a:cubicBezTo>
                    <a:pt x="674" y="54"/>
                    <a:pt x="675" y="58"/>
                    <a:pt x="677" y="61"/>
                  </a:cubicBezTo>
                  <a:cubicBezTo>
                    <a:pt x="679" y="63"/>
                    <a:pt x="681" y="64"/>
                    <a:pt x="685" y="64"/>
                  </a:cubicBezTo>
                  <a:cubicBezTo>
                    <a:pt x="688" y="64"/>
                    <a:pt x="690" y="63"/>
                    <a:pt x="691" y="63"/>
                  </a:cubicBezTo>
                  <a:cubicBezTo>
                    <a:pt x="691" y="57"/>
                    <a:pt x="691" y="57"/>
                    <a:pt x="691" y="57"/>
                  </a:cubicBezTo>
                  <a:cubicBezTo>
                    <a:pt x="690" y="57"/>
                    <a:pt x="689" y="57"/>
                    <a:pt x="687" y="57"/>
                  </a:cubicBezTo>
                  <a:cubicBezTo>
                    <a:pt x="683" y="57"/>
                    <a:pt x="681" y="54"/>
                    <a:pt x="681" y="49"/>
                  </a:cubicBezTo>
                  <a:cubicBezTo>
                    <a:pt x="681" y="27"/>
                    <a:pt x="681" y="27"/>
                    <a:pt x="681" y="27"/>
                  </a:cubicBezTo>
                  <a:cubicBezTo>
                    <a:pt x="691" y="27"/>
                    <a:pt x="691" y="27"/>
                    <a:pt x="691" y="27"/>
                  </a:cubicBezTo>
                  <a:cubicBezTo>
                    <a:pt x="691" y="21"/>
                    <a:pt x="691" y="21"/>
                    <a:pt x="691" y="21"/>
                  </a:cubicBezTo>
                  <a:cubicBezTo>
                    <a:pt x="681" y="21"/>
                    <a:pt x="681" y="21"/>
                    <a:pt x="681" y="21"/>
                  </a:cubicBezTo>
                  <a:cubicBezTo>
                    <a:pt x="681" y="11"/>
                    <a:pt x="681" y="11"/>
                    <a:pt x="681" y="11"/>
                  </a:cubicBezTo>
                  <a:lnTo>
                    <a:pt x="674" y="13"/>
                  </a:lnTo>
                  <a:close/>
                  <a:moveTo>
                    <a:pt x="658" y="4"/>
                  </a:moveTo>
                  <a:cubicBezTo>
                    <a:pt x="655" y="4"/>
                    <a:pt x="653" y="7"/>
                    <a:pt x="653" y="9"/>
                  </a:cubicBezTo>
                  <a:cubicBezTo>
                    <a:pt x="653" y="12"/>
                    <a:pt x="655" y="14"/>
                    <a:pt x="657" y="14"/>
                  </a:cubicBezTo>
                  <a:cubicBezTo>
                    <a:pt x="660" y="14"/>
                    <a:pt x="662" y="12"/>
                    <a:pt x="662" y="9"/>
                  </a:cubicBezTo>
                  <a:cubicBezTo>
                    <a:pt x="662" y="6"/>
                    <a:pt x="660" y="4"/>
                    <a:pt x="658" y="4"/>
                  </a:cubicBezTo>
                  <a:moveTo>
                    <a:pt x="661" y="21"/>
                  </a:moveTo>
                  <a:cubicBezTo>
                    <a:pt x="654" y="21"/>
                    <a:pt x="654" y="21"/>
                    <a:pt x="654" y="21"/>
                  </a:cubicBezTo>
                  <a:cubicBezTo>
                    <a:pt x="654" y="63"/>
                    <a:pt x="654" y="63"/>
                    <a:pt x="654" y="63"/>
                  </a:cubicBezTo>
                  <a:cubicBezTo>
                    <a:pt x="661" y="63"/>
                    <a:pt x="661" y="63"/>
                    <a:pt x="661" y="63"/>
                  </a:cubicBezTo>
                  <a:lnTo>
                    <a:pt x="661" y="21"/>
                  </a:lnTo>
                  <a:close/>
                  <a:moveTo>
                    <a:pt x="619" y="61"/>
                  </a:moveTo>
                  <a:cubicBezTo>
                    <a:pt x="622" y="63"/>
                    <a:pt x="626" y="64"/>
                    <a:pt x="630" y="64"/>
                  </a:cubicBezTo>
                  <a:cubicBezTo>
                    <a:pt x="640" y="64"/>
                    <a:pt x="645" y="59"/>
                    <a:pt x="645" y="51"/>
                  </a:cubicBezTo>
                  <a:cubicBezTo>
                    <a:pt x="645" y="45"/>
                    <a:pt x="641" y="41"/>
                    <a:pt x="635" y="39"/>
                  </a:cubicBezTo>
                  <a:cubicBezTo>
                    <a:pt x="630" y="36"/>
                    <a:pt x="627" y="35"/>
                    <a:pt x="627" y="31"/>
                  </a:cubicBezTo>
                  <a:cubicBezTo>
                    <a:pt x="627" y="28"/>
                    <a:pt x="630" y="26"/>
                    <a:pt x="634" y="26"/>
                  </a:cubicBezTo>
                  <a:cubicBezTo>
                    <a:pt x="637" y="26"/>
                    <a:pt x="640" y="27"/>
                    <a:pt x="642" y="28"/>
                  </a:cubicBezTo>
                  <a:cubicBezTo>
                    <a:pt x="643" y="23"/>
                    <a:pt x="643" y="23"/>
                    <a:pt x="643" y="23"/>
                  </a:cubicBezTo>
                  <a:cubicBezTo>
                    <a:pt x="641" y="21"/>
                    <a:pt x="638" y="20"/>
                    <a:pt x="634" y="20"/>
                  </a:cubicBezTo>
                  <a:cubicBezTo>
                    <a:pt x="626" y="20"/>
                    <a:pt x="621" y="26"/>
                    <a:pt x="621" y="32"/>
                  </a:cubicBezTo>
                  <a:cubicBezTo>
                    <a:pt x="621" y="37"/>
                    <a:pt x="624" y="41"/>
                    <a:pt x="631" y="44"/>
                  </a:cubicBezTo>
                  <a:cubicBezTo>
                    <a:pt x="636" y="46"/>
                    <a:pt x="638" y="48"/>
                    <a:pt x="638" y="52"/>
                  </a:cubicBezTo>
                  <a:cubicBezTo>
                    <a:pt x="638" y="55"/>
                    <a:pt x="636" y="58"/>
                    <a:pt x="631" y="58"/>
                  </a:cubicBezTo>
                  <a:cubicBezTo>
                    <a:pt x="627" y="58"/>
                    <a:pt x="623" y="56"/>
                    <a:pt x="621" y="55"/>
                  </a:cubicBezTo>
                  <a:lnTo>
                    <a:pt x="619" y="61"/>
                  </a:lnTo>
                  <a:close/>
                  <a:moveTo>
                    <a:pt x="596" y="63"/>
                  </a:moveTo>
                  <a:cubicBezTo>
                    <a:pt x="603" y="63"/>
                    <a:pt x="603" y="63"/>
                    <a:pt x="603" y="63"/>
                  </a:cubicBezTo>
                  <a:cubicBezTo>
                    <a:pt x="603" y="40"/>
                    <a:pt x="603" y="40"/>
                    <a:pt x="603" y="40"/>
                  </a:cubicBezTo>
                  <a:cubicBezTo>
                    <a:pt x="603" y="39"/>
                    <a:pt x="603" y="38"/>
                    <a:pt x="603" y="37"/>
                  </a:cubicBezTo>
                  <a:cubicBezTo>
                    <a:pt x="604" y="31"/>
                    <a:pt x="608" y="27"/>
                    <a:pt x="613" y="27"/>
                  </a:cubicBezTo>
                  <a:cubicBezTo>
                    <a:pt x="614" y="27"/>
                    <a:pt x="614" y="27"/>
                    <a:pt x="615" y="27"/>
                  </a:cubicBezTo>
                  <a:cubicBezTo>
                    <a:pt x="615" y="20"/>
                    <a:pt x="615" y="20"/>
                    <a:pt x="615" y="20"/>
                  </a:cubicBezTo>
                  <a:cubicBezTo>
                    <a:pt x="614" y="20"/>
                    <a:pt x="614" y="20"/>
                    <a:pt x="613" y="20"/>
                  </a:cubicBezTo>
                  <a:cubicBezTo>
                    <a:pt x="608" y="20"/>
                    <a:pt x="604" y="24"/>
                    <a:pt x="602" y="29"/>
                  </a:cubicBezTo>
                  <a:cubicBezTo>
                    <a:pt x="602" y="29"/>
                    <a:pt x="602" y="29"/>
                    <a:pt x="602" y="29"/>
                  </a:cubicBezTo>
                  <a:cubicBezTo>
                    <a:pt x="602" y="21"/>
                    <a:pt x="602" y="21"/>
                    <a:pt x="602" y="21"/>
                  </a:cubicBezTo>
                  <a:cubicBezTo>
                    <a:pt x="596" y="21"/>
                    <a:pt x="596" y="21"/>
                    <a:pt x="596" y="21"/>
                  </a:cubicBezTo>
                  <a:cubicBezTo>
                    <a:pt x="596" y="25"/>
                    <a:pt x="596" y="29"/>
                    <a:pt x="596" y="34"/>
                  </a:cubicBezTo>
                  <a:lnTo>
                    <a:pt x="596" y="63"/>
                  </a:lnTo>
                  <a:close/>
                  <a:moveTo>
                    <a:pt x="560" y="38"/>
                  </a:moveTo>
                  <a:cubicBezTo>
                    <a:pt x="560" y="33"/>
                    <a:pt x="563" y="26"/>
                    <a:pt x="570" y="26"/>
                  </a:cubicBezTo>
                  <a:cubicBezTo>
                    <a:pt x="578" y="26"/>
                    <a:pt x="580" y="33"/>
                    <a:pt x="580" y="38"/>
                  </a:cubicBezTo>
                  <a:lnTo>
                    <a:pt x="560" y="38"/>
                  </a:lnTo>
                  <a:close/>
                  <a:moveTo>
                    <a:pt x="587" y="43"/>
                  </a:moveTo>
                  <a:cubicBezTo>
                    <a:pt x="587" y="42"/>
                    <a:pt x="587" y="41"/>
                    <a:pt x="587" y="40"/>
                  </a:cubicBezTo>
                  <a:cubicBezTo>
                    <a:pt x="587" y="32"/>
                    <a:pt x="584" y="20"/>
                    <a:pt x="571" y="20"/>
                  </a:cubicBezTo>
                  <a:cubicBezTo>
                    <a:pt x="560" y="20"/>
                    <a:pt x="553" y="30"/>
                    <a:pt x="553" y="43"/>
                  </a:cubicBezTo>
                  <a:cubicBezTo>
                    <a:pt x="553" y="55"/>
                    <a:pt x="560" y="64"/>
                    <a:pt x="572" y="64"/>
                  </a:cubicBezTo>
                  <a:cubicBezTo>
                    <a:pt x="578" y="64"/>
                    <a:pt x="582" y="62"/>
                    <a:pt x="585" y="61"/>
                  </a:cubicBezTo>
                  <a:cubicBezTo>
                    <a:pt x="584" y="56"/>
                    <a:pt x="584" y="56"/>
                    <a:pt x="584" y="56"/>
                  </a:cubicBezTo>
                  <a:cubicBezTo>
                    <a:pt x="581" y="57"/>
                    <a:pt x="578" y="58"/>
                    <a:pt x="573" y="58"/>
                  </a:cubicBezTo>
                  <a:cubicBezTo>
                    <a:pt x="566" y="58"/>
                    <a:pt x="560" y="54"/>
                    <a:pt x="560" y="43"/>
                  </a:cubicBezTo>
                  <a:lnTo>
                    <a:pt x="587" y="43"/>
                  </a:lnTo>
                  <a:close/>
                  <a:moveTo>
                    <a:pt x="513" y="21"/>
                  </a:moveTo>
                  <a:cubicBezTo>
                    <a:pt x="528" y="63"/>
                    <a:pt x="528" y="63"/>
                    <a:pt x="528" y="63"/>
                  </a:cubicBezTo>
                  <a:cubicBezTo>
                    <a:pt x="534" y="63"/>
                    <a:pt x="534" y="63"/>
                    <a:pt x="534" y="63"/>
                  </a:cubicBezTo>
                  <a:cubicBezTo>
                    <a:pt x="550" y="21"/>
                    <a:pt x="550" y="21"/>
                    <a:pt x="550" y="21"/>
                  </a:cubicBezTo>
                  <a:cubicBezTo>
                    <a:pt x="542" y="21"/>
                    <a:pt x="542" y="21"/>
                    <a:pt x="542" y="21"/>
                  </a:cubicBezTo>
                  <a:cubicBezTo>
                    <a:pt x="535" y="44"/>
                    <a:pt x="535" y="44"/>
                    <a:pt x="535" y="44"/>
                  </a:cubicBezTo>
                  <a:cubicBezTo>
                    <a:pt x="533" y="48"/>
                    <a:pt x="532" y="52"/>
                    <a:pt x="531" y="55"/>
                  </a:cubicBezTo>
                  <a:cubicBezTo>
                    <a:pt x="531" y="55"/>
                    <a:pt x="531" y="55"/>
                    <a:pt x="531" y="55"/>
                  </a:cubicBezTo>
                  <a:cubicBezTo>
                    <a:pt x="530" y="52"/>
                    <a:pt x="529" y="48"/>
                    <a:pt x="528" y="44"/>
                  </a:cubicBezTo>
                  <a:cubicBezTo>
                    <a:pt x="520" y="21"/>
                    <a:pt x="520" y="21"/>
                    <a:pt x="520" y="21"/>
                  </a:cubicBezTo>
                  <a:lnTo>
                    <a:pt x="513" y="21"/>
                  </a:lnTo>
                  <a:close/>
                  <a:moveTo>
                    <a:pt x="502" y="4"/>
                  </a:moveTo>
                  <a:cubicBezTo>
                    <a:pt x="500" y="4"/>
                    <a:pt x="498" y="7"/>
                    <a:pt x="498" y="9"/>
                  </a:cubicBezTo>
                  <a:cubicBezTo>
                    <a:pt x="498" y="12"/>
                    <a:pt x="500" y="14"/>
                    <a:pt x="502" y="14"/>
                  </a:cubicBezTo>
                  <a:cubicBezTo>
                    <a:pt x="505" y="14"/>
                    <a:pt x="507" y="12"/>
                    <a:pt x="507" y="9"/>
                  </a:cubicBezTo>
                  <a:cubicBezTo>
                    <a:pt x="507" y="6"/>
                    <a:pt x="505" y="4"/>
                    <a:pt x="502" y="4"/>
                  </a:cubicBezTo>
                  <a:moveTo>
                    <a:pt x="506" y="21"/>
                  </a:moveTo>
                  <a:cubicBezTo>
                    <a:pt x="499" y="21"/>
                    <a:pt x="499" y="21"/>
                    <a:pt x="499" y="21"/>
                  </a:cubicBezTo>
                  <a:cubicBezTo>
                    <a:pt x="499" y="63"/>
                    <a:pt x="499" y="63"/>
                    <a:pt x="499" y="63"/>
                  </a:cubicBezTo>
                  <a:cubicBezTo>
                    <a:pt x="506" y="63"/>
                    <a:pt x="506" y="63"/>
                    <a:pt x="506" y="63"/>
                  </a:cubicBezTo>
                  <a:lnTo>
                    <a:pt x="506" y="21"/>
                  </a:lnTo>
                  <a:close/>
                  <a:moveTo>
                    <a:pt x="454" y="63"/>
                  </a:moveTo>
                  <a:cubicBezTo>
                    <a:pt x="461" y="63"/>
                    <a:pt x="461" y="63"/>
                    <a:pt x="461" y="63"/>
                  </a:cubicBezTo>
                  <a:cubicBezTo>
                    <a:pt x="461" y="38"/>
                    <a:pt x="461" y="38"/>
                    <a:pt x="461" y="38"/>
                  </a:cubicBezTo>
                  <a:cubicBezTo>
                    <a:pt x="461" y="36"/>
                    <a:pt x="462" y="35"/>
                    <a:pt x="462" y="34"/>
                  </a:cubicBezTo>
                  <a:cubicBezTo>
                    <a:pt x="463" y="30"/>
                    <a:pt x="467" y="26"/>
                    <a:pt x="471" y="26"/>
                  </a:cubicBezTo>
                  <a:cubicBezTo>
                    <a:pt x="478" y="26"/>
                    <a:pt x="480" y="32"/>
                    <a:pt x="480" y="39"/>
                  </a:cubicBezTo>
                  <a:cubicBezTo>
                    <a:pt x="480" y="63"/>
                    <a:pt x="480" y="63"/>
                    <a:pt x="480" y="63"/>
                  </a:cubicBezTo>
                  <a:cubicBezTo>
                    <a:pt x="487" y="63"/>
                    <a:pt x="487" y="63"/>
                    <a:pt x="487" y="63"/>
                  </a:cubicBezTo>
                  <a:cubicBezTo>
                    <a:pt x="487" y="38"/>
                    <a:pt x="487" y="38"/>
                    <a:pt x="487" y="38"/>
                  </a:cubicBezTo>
                  <a:cubicBezTo>
                    <a:pt x="487" y="24"/>
                    <a:pt x="479" y="20"/>
                    <a:pt x="474" y="20"/>
                  </a:cubicBezTo>
                  <a:cubicBezTo>
                    <a:pt x="467" y="20"/>
                    <a:pt x="463" y="24"/>
                    <a:pt x="461" y="28"/>
                  </a:cubicBezTo>
                  <a:cubicBezTo>
                    <a:pt x="461" y="28"/>
                    <a:pt x="461" y="28"/>
                    <a:pt x="461" y="28"/>
                  </a:cubicBezTo>
                  <a:cubicBezTo>
                    <a:pt x="460" y="21"/>
                    <a:pt x="460" y="21"/>
                    <a:pt x="460" y="21"/>
                  </a:cubicBezTo>
                  <a:cubicBezTo>
                    <a:pt x="454" y="21"/>
                    <a:pt x="454" y="21"/>
                    <a:pt x="454" y="21"/>
                  </a:cubicBezTo>
                  <a:cubicBezTo>
                    <a:pt x="454" y="24"/>
                    <a:pt x="454" y="28"/>
                    <a:pt x="454" y="32"/>
                  </a:cubicBezTo>
                  <a:lnTo>
                    <a:pt x="454" y="63"/>
                  </a:lnTo>
                  <a:close/>
                  <a:moveTo>
                    <a:pt x="402" y="5"/>
                  </a:moveTo>
                  <a:cubicBezTo>
                    <a:pt x="402" y="39"/>
                    <a:pt x="402" y="39"/>
                    <a:pt x="402" y="39"/>
                  </a:cubicBezTo>
                  <a:cubicBezTo>
                    <a:pt x="402" y="57"/>
                    <a:pt x="411" y="64"/>
                    <a:pt x="422" y="64"/>
                  </a:cubicBezTo>
                  <a:cubicBezTo>
                    <a:pt x="434" y="64"/>
                    <a:pt x="442" y="56"/>
                    <a:pt x="442" y="39"/>
                  </a:cubicBezTo>
                  <a:cubicBezTo>
                    <a:pt x="442" y="5"/>
                    <a:pt x="442" y="5"/>
                    <a:pt x="442" y="5"/>
                  </a:cubicBezTo>
                  <a:cubicBezTo>
                    <a:pt x="435" y="5"/>
                    <a:pt x="435" y="5"/>
                    <a:pt x="435" y="5"/>
                  </a:cubicBezTo>
                  <a:cubicBezTo>
                    <a:pt x="435" y="39"/>
                    <a:pt x="435" y="39"/>
                    <a:pt x="435" y="39"/>
                  </a:cubicBezTo>
                  <a:cubicBezTo>
                    <a:pt x="435" y="52"/>
                    <a:pt x="430" y="58"/>
                    <a:pt x="422" y="58"/>
                  </a:cubicBezTo>
                  <a:cubicBezTo>
                    <a:pt x="415" y="58"/>
                    <a:pt x="409" y="52"/>
                    <a:pt x="409" y="39"/>
                  </a:cubicBezTo>
                  <a:cubicBezTo>
                    <a:pt x="409" y="5"/>
                    <a:pt x="409" y="5"/>
                    <a:pt x="409" y="5"/>
                  </a:cubicBezTo>
                  <a:lnTo>
                    <a:pt x="402" y="5"/>
                  </a:lnTo>
                  <a:close/>
                  <a:moveTo>
                    <a:pt x="341" y="63"/>
                  </a:moveTo>
                  <a:cubicBezTo>
                    <a:pt x="348" y="63"/>
                    <a:pt x="348" y="63"/>
                    <a:pt x="348" y="63"/>
                  </a:cubicBezTo>
                  <a:cubicBezTo>
                    <a:pt x="348" y="38"/>
                    <a:pt x="348" y="38"/>
                    <a:pt x="348" y="38"/>
                  </a:cubicBezTo>
                  <a:cubicBezTo>
                    <a:pt x="348" y="36"/>
                    <a:pt x="348" y="35"/>
                    <a:pt x="348" y="34"/>
                  </a:cubicBezTo>
                  <a:cubicBezTo>
                    <a:pt x="349" y="30"/>
                    <a:pt x="353" y="26"/>
                    <a:pt x="358" y="26"/>
                  </a:cubicBezTo>
                  <a:cubicBezTo>
                    <a:pt x="364" y="26"/>
                    <a:pt x="367" y="32"/>
                    <a:pt x="367" y="39"/>
                  </a:cubicBezTo>
                  <a:cubicBezTo>
                    <a:pt x="367" y="63"/>
                    <a:pt x="367" y="63"/>
                    <a:pt x="367" y="63"/>
                  </a:cubicBezTo>
                  <a:cubicBezTo>
                    <a:pt x="374" y="63"/>
                    <a:pt x="374" y="63"/>
                    <a:pt x="374" y="63"/>
                  </a:cubicBezTo>
                  <a:cubicBezTo>
                    <a:pt x="374" y="38"/>
                    <a:pt x="374" y="38"/>
                    <a:pt x="374" y="38"/>
                  </a:cubicBezTo>
                  <a:cubicBezTo>
                    <a:pt x="374" y="24"/>
                    <a:pt x="365" y="20"/>
                    <a:pt x="360" y="20"/>
                  </a:cubicBezTo>
                  <a:cubicBezTo>
                    <a:pt x="354" y="20"/>
                    <a:pt x="349" y="24"/>
                    <a:pt x="347" y="28"/>
                  </a:cubicBezTo>
                  <a:cubicBezTo>
                    <a:pt x="347" y="28"/>
                    <a:pt x="347" y="28"/>
                    <a:pt x="347" y="28"/>
                  </a:cubicBezTo>
                  <a:cubicBezTo>
                    <a:pt x="347" y="21"/>
                    <a:pt x="347" y="21"/>
                    <a:pt x="347" y="2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1" y="24"/>
                    <a:pt x="341" y="28"/>
                    <a:pt x="341" y="32"/>
                  </a:cubicBezTo>
                  <a:lnTo>
                    <a:pt x="341" y="63"/>
                  </a:lnTo>
                  <a:close/>
                  <a:moveTo>
                    <a:pt x="313" y="26"/>
                  </a:moveTo>
                  <a:cubicBezTo>
                    <a:pt x="321" y="26"/>
                    <a:pt x="324" y="35"/>
                    <a:pt x="324" y="42"/>
                  </a:cubicBezTo>
                  <a:cubicBezTo>
                    <a:pt x="324" y="51"/>
                    <a:pt x="319" y="58"/>
                    <a:pt x="313" y="58"/>
                  </a:cubicBezTo>
                  <a:cubicBezTo>
                    <a:pt x="306" y="58"/>
                    <a:pt x="301" y="51"/>
                    <a:pt x="301" y="42"/>
                  </a:cubicBezTo>
                  <a:cubicBezTo>
                    <a:pt x="301" y="34"/>
                    <a:pt x="304" y="26"/>
                    <a:pt x="313" y="26"/>
                  </a:cubicBezTo>
                  <a:moveTo>
                    <a:pt x="313" y="20"/>
                  </a:moveTo>
                  <a:cubicBezTo>
                    <a:pt x="302" y="20"/>
                    <a:pt x="294" y="28"/>
                    <a:pt x="294" y="42"/>
                  </a:cubicBezTo>
                  <a:cubicBezTo>
                    <a:pt x="294" y="55"/>
                    <a:pt x="302" y="64"/>
                    <a:pt x="312" y="64"/>
                  </a:cubicBezTo>
                  <a:cubicBezTo>
                    <a:pt x="322" y="64"/>
                    <a:pt x="332" y="57"/>
                    <a:pt x="332" y="42"/>
                  </a:cubicBezTo>
                  <a:cubicBezTo>
                    <a:pt x="332" y="29"/>
                    <a:pt x="324" y="20"/>
                    <a:pt x="313" y="20"/>
                  </a:cubicBezTo>
                  <a:moveTo>
                    <a:pt x="281" y="4"/>
                  </a:moveTo>
                  <a:cubicBezTo>
                    <a:pt x="279" y="4"/>
                    <a:pt x="277" y="7"/>
                    <a:pt x="277" y="9"/>
                  </a:cubicBezTo>
                  <a:cubicBezTo>
                    <a:pt x="277" y="12"/>
                    <a:pt x="278" y="14"/>
                    <a:pt x="281" y="14"/>
                  </a:cubicBezTo>
                  <a:cubicBezTo>
                    <a:pt x="284" y="14"/>
                    <a:pt x="286" y="12"/>
                    <a:pt x="286" y="9"/>
                  </a:cubicBezTo>
                  <a:cubicBezTo>
                    <a:pt x="286" y="6"/>
                    <a:pt x="284" y="4"/>
                    <a:pt x="281" y="4"/>
                  </a:cubicBezTo>
                  <a:moveTo>
                    <a:pt x="285" y="21"/>
                  </a:moveTo>
                  <a:cubicBezTo>
                    <a:pt x="278" y="21"/>
                    <a:pt x="278" y="21"/>
                    <a:pt x="278" y="21"/>
                  </a:cubicBezTo>
                  <a:cubicBezTo>
                    <a:pt x="278" y="63"/>
                    <a:pt x="278" y="63"/>
                    <a:pt x="278" y="63"/>
                  </a:cubicBezTo>
                  <a:cubicBezTo>
                    <a:pt x="285" y="63"/>
                    <a:pt x="285" y="63"/>
                    <a:pt x="285" y="63"/>
                  </a:cubicBezTo>
                  <a:lnTo>
                    <a:pt x="285" y="21"/>
                  </a:lnTo>
                  <a:close/>
                  <a:moveTo>
                    <a:pt x="251" y="63"/>
                  </a:moveTo>
                  <a:cubicBezTo>
                    <a:pt x="258" y="63"/>
                    <a:pt x="258" y="63"/>
                    <a:pt x="258" y="63"/>
                  </a:cubicBezTo>
                  <a:cubicBezTo>
                    <a:pt x="258" y="40"/>
                    <a:pt x="258" y="40"/>
                    <a:pt x="258" y="40"/>
                  </a:cubicBezTo>
                  <a:cubicBezTo>
                    <a:pt x="258" y="39"/>
                    <a:pt x="258" y="38"/>
                    <a:pt x="258" y="37"/>
                  </a:cubicBezTo>
                  <a:cubicBezTo>
                    <a:pt x="259" y="31"/>
                    <a:pt x="263" y="27"/>
                    <a:pt x="268" y="27"/>
                  </a:cubicBezTo>
                  <a:cubicBezTo>
                    <a:pt x="269" y="27"/>
                    <a:pt x="270" y="27"/>
                    <a:pt x="270" y="27"/>
                  </a:cubicBezTo>
                  <a:cubicBezTo>
                    <a:pt x="270" y="20"/>
                    <a:pt x="270" y="20"/>
                    <a:pt x="270" y="20"/>
                  </a:cubicBezTo>
                  <a:cubicBezTo>
                    <a:pt x="270" y="20"/>
                    <a:pt x="269" y="20"/>
                    <a:pt x="268" y="20"/>
                  </a:cubicBezTo>
                  <a:cubicBezTo>
                    <a:pt x="264" y="20"/>
                    <a:pt x="259" y="24"/>
                    <a:pt x="257" y="29"/>
                  </a:cubicBezTo>
                  <a:cubicBezTo>
                    <a:pt x="257" y="29"/>
                    <a:pt x="257" y="29"/>
                    <a:pt x="257" y="29"/>
                  </a:cubicBezTo>
                  <a:cubicBezTo>
                    <a:pt x="257" y="21"/>
                    <a:pt x="257" y="21"/>
                    <a:pt x="257" y="21"/>
                  </a:cubicBezTo>
                  <a:cubicBezTo>
                    <a:pt x="251" y="21"/>
                    <a:pt x="251" y="21"/>
                    <a:pt x="251" y="21"/>
                  </a:cubicBezTo>
                  <a:cubicBezTo>
                    <a:pt x="251" y="25"/>
                    <a:pt x="251" y="29"/>
                    <a:pt x="251" y="34"/>
                  </a:cubicBezTo>
                  <a:lnTo>
                    <a:pt x="251" y="63"/>
                  </a:lnTo>
                  <a:close/>
                  <a:moveTo>
                    <a:pt x="239" y="21"/>
                  </a:moveTo>
                  <a:cubicBezTo>
                    <a:pt x="232" y="21"/>
                    <a:pt x="232" y="21"/>
                    <a:pt x="232" y="21"/>
                  </a:cubicBezTo>
                  <a:cubicBezTo>
                    <a:pt x="232" y="47"/>
                    <a:pt x="232" y="47"/>
                    <a:pt x="232" y="47"/>
                  </a:cubicBezTo>
                  <a:cubicBezTo>
                    <a:pt x="232" y="48"/>
                    <a:pt x="232" y="49"/>
                    <a:pt x="232" y="50"/>
                  </a:cubicBezTo>
                  <a:cubicBezTo>
                    <a:pt x="230" y="54"/>
                    <a:pt x="227" y="57"/>
                    <a:pt x="222" y="57"/>
                  </a:cubicBezTo>
                  <a:cubicBezTo>
                    <a:pt x="216" y="57"/>
                    <a:pt x="214" y="52"/>
                    <a:pt x="214" y="44"/>
                  </a:cubicBezTo>
                  <a:cubicBezTo>
                    <a:pt x="214" y="21"/>
                    <a:pt x="214" y="21"/>
                    <a:pt x="214" y="21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6" y="45"/>
                    <a:pt x="206" y="45"/>
                    <a:pt x="206" y="45"/>
                  </a:cubicBezTo>
                  <a:cubicBezTo>
                    <a:pt x="206" y="60"/>
                    <a:pt x="214" y="64"/>
                    <a:pt x="220" y="64"/>
                  </a:cubicBezTo>
                  <a:cubicBezTo>
                    <a:pt x="227" y="64"/>
                    <a:pt x="231" y="59"/>
                    <a:pt x="233" y="56"/>
                  </a:cubicBezTo>
                  <a:cubicBezTo>
                    <a:pt x="233" y="56"/>
                    <a:pt x="233" y="56"/>
                    <a:pt x="233" y="56"/>
                  </a:cubicBezTo>
                  <a:cubicBezTo>
                    <a:pt x="233" y="63"/>
                    <a:pt x="233" y="63"/>
                    <a:pt x="233" y="63"/>
                  </a:cubicBezTo>
                  <a:cubicBezTo>
                    <a:pt x="240" y="63"/>
                    <a:pt x="240" y="63"/>
                    <a:pt x="240" y="63"/>
                  </a:cubicBezTo>
                  <a:cubicBezTo>
                    <a:pt x="239" y="60"/>
                    <a:pt x="239" y="56"/>
                    <a:pt x="239" y="51"/>
                  </a:cubicBezTo>
                  <a:lnTo>
                    <a:pt x="239" y="21"/>
                  </a:lnTo>
                  <a:close/>
                  <a:moveTo>
                    <a:pt x="196" y="32"/>
                  </a:moveTo>
                  <a:cubicBezTo>
                    <a:pt x="178" y="32"/>
                    <a:pt x="178" y="32"/>
                    <a:pt x="178" y="32"/>
                  </a:cubicBezTo>
                  <a:cubicBezTo>
                    <a:pt x="178" y="38"/>
                    <a:pt x="178" y="38"/>
                    <a:pt x="178" y="38"/>
                  </a:cubicBezTo>
                  <a:cubicBezTo>
                    <a:pt x="189" y="38"/>
                    <a:pt x="189" y="38"/>
                    <a:pt x="189" y="38"/>
                  </a:cubicBezTo>
                  <a:cubicBezTo>
                    <a:pt x="189" y="56"/>
                    <a:pt x="189" y="56"/>
                    <a:pt x="189" y="56"/>
                  </a:cubicBezTo>
                  <a:cubicBezTo>
                    <a:pt x="188" y="56"/>
                    <a:pt x="185" y="57"/>
                    <a:pt x="180" y="57"/>
                  </a:cubicBezTo>
                  <a:cubicBezTo>
                    <a:pt x="167" y="57"/>
                    <a:pt x="159" y="48"/>
                    <a:pt x="159" y="34"/>
                  </a:cubicBezTo>
                  <a:cubicBezTo>
                    <a:pt x="159" y="19"/>
                    <a:pt x="168" y="10"/>
                    <a:pt x="181" y="10"/>
                  </a:cubicBezTo>
                  <a:cubicBezTo>
                    <a:pt x="186" y="10"/>
                    <a:pt x="190" y="11"/>
                    <a:pt x="193" y="13"/>
                  </a:cubicBezTo>
                  <a:cubicBezTo>
                    <a:pt x="195" y="7"/>
                    <a:pt x="195" y="7"/>
                    <a:pt x="195" y="7"/>
                  </a:cubicBezTo>
                  <a:cubicBezTo>
                    <a:pt x="192" y="5"/>
                    <a:pt x="187" y="4"/>
                    <a:pt x="181" y="4"/>
                  </a:cubicBezTo>
                  <a:cubicBezTo>
                    <a:pt x="163" y="4"/>
                    <a:pt x="152" y="17"/>
                    <a:pt x="152" y="34"/>
                  </a:cubicBezTo>
                  <a:cubicBezTo>
                    <a:pt x="152" y="43"/>
                    <a:pt x="155" y="51"/>
                    <a:pt x="159" y="56"/>
                  </a:cubicBezTo>
                  <a:cubicBezTo>
                    <a:pt x="165" y="61"/>
                    <a:pt x="171" y="63"/>
                    <a:pt x="180" y="63"/>
                  </a:cubicBezTo>
                  <a:cubicBezTo>
                    <a:pt x="187" y="63"/>
                    <a:pt x="193" y="62"/>
                    <a:pt x="196" y="60"/>
                  </a:cubicBezTo>
                  <a:lnTo>
                    <a:pt x="196" y="32"/>
                  </a:lnTo>
                  <a:close/>
                  <a:moveTo>
                    <a:pt x="126" y="42"/>
                  </a:moveTo>
                  <a:cubicBezTo>
                    <a:pt x="145" y="42"/>
                    <a:pt x="145" y="42"/>
                    <a:pt x="145" y="42"/>
                  </a:cubicBezTo>
                  <a:cubicBezTo>
                    <a:pt x="145" y="37"/>
                    <a:pt x="145" y="37"/>
                    <a:pt x="145" y="37"/>
                  </a:cubicBezTo>
                  <a:cubicBezTo>
                    <a:pt x="126" y="37"/>
                    <a:pt x="126" y="37"/>
                    <a:pt x="126" y="37"/>
                  </a:cubicBezTo>
                  <a:lnTo>
                    <a:pt x="126" y="42"/>
                  </a:lnTo>
                  <a:close/>
                  <a:moveTo>
                    <a:pt x="84" y="63"/>
                  </a:moveTo>
                  <a:cubicBezTo>
                    <a:pt x="91" y="63"/>
                    <a:pt x="91" y="63"/>
                    <a:pt x="91" y="63"/>
                  </a:cubicBezTo>
                  <a:cubicBezTo>
                    <a:pt x="91" y="38"/>
                    <a:pt x="91" y="38"/>
                    <a:pt x="91" y="38"/>
                  </a:cubicBezTo>
                  <a:cubicBezTo>
                    <a:pt x="91" y="36"/>
                    <a:pt x="92" y="35"/>
                    <a:pt x="92" y="34"/>
                  </a:cubicBezTo>
                  <a:cubicBezTo>
                    <a:pt x="93" y="30"/>
                    <a:pt x="97" y="26"/>
                    <a:pt x="101" y="26"/>
                  </a:cubicBezTo>
                  <a:cubicBezTo>
                    <a:pt x="108" y="26"/>
                    <a:pt x="110" y="32"/>
                    <a:pt x="110" y="39"/>
                  </a:cubicBezTo>
                  <a:cubicBezTo>
                    <a:pt x="110" y="63"/>
                    <a:pt x="110" y="63"/>
                    <a:pt x="110" y="63"/>
                  </a:cubicBezTo>
                  <a:cubicBezTo>
                    <a:pt x="117" y="63"/>
                    <a:pt x="117" y="63"/>
                    <a:pt x="117" y="63"/>
                  </a:cubicBezTo>
                  <a:cubicBezTo>
                    <a:pt x="117" y="38"/>
                    <a:pt x="117" y="38"/>
                    <a:pt x="117" y="38"/>
                  </a:cubicBezTo>
                  <a:cubicBezTo>
                    <a:pt x="117" y="24"/>
                    <a:pt x="109" y="20"/>
                    <a:pt x="104" y="20"/>
                  </a:cubicBezTo>
                  <a:cubicBezTo>
                    <a:pt x="97" y="20"/>
                    <a:pt x="93" y="24"/>
                    <a:pt x="91" y="28"/>
                  </a:cubicBezTo>
                  <a:cubicBezTo>
                    <a:pt x="91" y="28"/>
                    <a:pt x="91" y="28"/>
                    <a:pt x="91" y="28"/>
                  </a:cubicBezTo>
                  <a:cubicBezTo>
                    <a:pt x="90" y="21"/>
                    <a:pt x="90" y="21"/>
                    <a:pt x="90" y="21"/>
                  </a:cubicBezTo>
                  <a:cubicBezTo>
                    <a:pt x="84" y="21"/>
                    <a:pt x="84" y="21"/>
                    <a:pt x="84" y="21"/>
                  </a:cubicBezTo>
                  <a:cubicBezTo>
                    <a:pt x="84" y="24"/>
                    <a:pt x="84" y="28"/>
                    <a:pt x="84" y="32"/>
                  </a:cubicBezTo>
                  <a:lnTo>
                    <a:pt x="84" y="63"/>
                  </a:lnTo>
                  <a:close/>
                  <a:moveTo>
                    <a:pt x="48" y="38"/>
                  </a:moveTo>
                  <a:cubicBezTo>
                    <a:pt x="49" y="33"/>
                    <a:pt x="52" y="26"/>
                    <a:pt x="59" y="26"/>
                  </a:cubicBezTo>
                  <a:cubicBezTo>
                    <a:pt x="67" y="26"/>
                    <a:pt x="69" y="33"/>
                    <a:pt x="69" y="38"/>
                  </a:cubicBezTo>
                  <a:lnTo>
                    <a:pt x="48" y="38"/>
                  </a:lnTo>
                  <a:close/>
                  <a:moveTo>
                    <a:pt x="75" y="43"/>
                  </a:moveTo>
                  <a:cubicBezTo>
                    <a:pt x="76" y="42"/>
                    <a:pt x="76" y="41"/>
                    <a:pt x="76" y="40"/>
                  </a:cubicBezTo>
                  <a:cubicBezTo>
                    <a:pt x="76" y="32"/>
                    <a:pt x="72" y="20"/>
                    <a:pt x="60" y="20"/>
                  </a:cubicBezTo>
                  <a:cubicBezTo>
                    <a:pt x="48" y="20"/>
                    <a:pt x="41" y="30"/>
                    <a:pt x="41" y="43"/>
                  </a:cubicBezTo>
                  <a:cubicBezTo>
                    <a:pt x="41" y="55"/>
                    <a:pt x="48" y="64"/>
                    <a:pt x="60" y="64"/>
                  </a:cubicBezTo>
                  <a:cubicBezTo>
                    <a:pt x="67" y="64"/>
                    <a:pt x="71" y="62"/>
                    <a:pt x="73" y="61"/>
                  </a:cubicBezTo>
                  <a:cubicBezTo>
                    <a:pt x="72" y="56"/>
                    <a:pt x="72" y="56"/>
                    <a:pt x="72" y="56"/>
                  </a:cubicBezTo>
                  <a:cubicBezTo>
                    <a:pt x="70" y="57"/>
                    <a:pt x="66" y="58"/>
                    <a:pt x="61" y="58"/>
                  </a:cubicBezTo>
                  <a:cubicBezTo>
                    <a:pt x="54" y="58"/>
                    <a:pt x="48" y="54"/>
                    <a:pt x="48" y="43"/>
                  </a:cubicBezTo>
                  <a:lnTo>
                    <a:pt x="75" y="43"/>
                  </a:lnTo>
                  <a:close/>
                  <a:moveTo>
                    <a:pt x="7" y="35"/>
                  </a:moveTo>
                  <a:cubicBezTo>
                    <a:pt x="13" y="35"/>
                    <a:pt x="13" y="35"/>
                    <a:pt x="13" y="35"/>
                  </a:cubicBezTo>
                  <a:cubicBezTo>
                    <a:pt x="21" y="35"/>
                    <a:pt x="27" y="38"/>
                    <a:pt x="27" y="46"/>
                  </a:cubicBezTo>
                  <a:cubicBezTo>
                    <a:pt x="27" y="55"/>
                    <a:pt x="21" y="57"/>
                    <a:pt x="13" y="57"/>
                  </a:cubicBezTo>
                  <a:cubicBezTo>
                    <a:pt x="11" y="57"/>
                    <a:pt x="9" y="57"/>
                    <a:pt x="7" y="57"/>
                  </a:cubicBezTo>
                  <a:lnTo>
                    <a:pt x="7" y="35"/>
                  </a:lnTo>
                  <a:close/>
                  <a:moveTo>
                    <a:pt x="7" y="10"/>
                  </a:moveTo>
                  <a:cubicBezTo>
                    <a:pt x="9" y="10"/>
                    <a:pt x="10" y="10"/>
                    <a:pt x="14" y="10"/>
                  </a:cubicBezTo>
                  <a:cubicBezTo>
                    <a:pt x="21" y="10"/>
                    <a:pt x="25" y="13"/>
                    <a:pt x="25" y="19"/>
                  </a:cubicBezTo>
                  <a:cubicBezTo>
                    <a:pt x="25" y="25"/>
                    <a:pt x="21" y="29"/>
                    <a:pt x="14" y="29"/>
                  </a:cubicBezTo>
                  <a:cubicBezTo>
                    <a:pt x="7" y="29"/>
                    <a:pt x="7" y="29"/>
                    <a:pt x="7" y="29"/>
                  </a:cubicBezTo>
                  <a:lnTo>
                    <a:pt x="7" y="10"/>
                  </a:lnTo>
                  <a:close/>
                  <a:moveTo>
                    <a:pt x="0" y="63"/>
                  </a:moveTo>
                  <a:cubicBezTo>
                    <a:pt x="3" y="63"/>
                    <a:pt x="6" y="63"/>
                    <a:pt x="11" y="63"/>
                  </a:cubicBezTo>
                  <a:cubicBezTo>
                    <a:pt x="20" y="63"/>
                    <a:pt x="26" y="62"/>
                    <a:pt x="30" y="58"/>
                  </a:cubicBezTo>
                  <a:cubicBezTo>
                    <a:pt x="33" y="55"/>
                    <a:pt x="35" y="51"/>
                    <a:pt x="35" y="46"/>
                  </a:cubicBezTo>
                  <a:cubicBezTo>
                    <a:pt x="35" y="38"/>
                    <a:pt x="29" y="33"/>
                    <a:pt x="23" y="32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9" y="29"/>
                    <a:pt x="33" y="24"/>
                    <a:pt x="33" y="19"/>
                  </a:cubicBezTo>
                  <a:cubicBezTo>
                    <a:pt x="33" y="14"/>
                    <a:pt x="31" y="11"/>
                    <a:pt x="28" y="8"/>
                  </a:cubicBezTo>
                  <a:cubicBezTo>
                    <a:pt x="25" y="5"/>
                    <a:pt x="20" y="4"/>
                    <a:pt x="13" y="4"/>
                  </a:cubicBezTo>
                  <a:cubicBezTo>
                    <a:pt x="8" y="4"/>
                    <a:pt x="3" y="5"/>
                    <a:pt x="0" y="5"/>
                  </a:cubicBezTo>
                  <a:lnTo>
                    <a:pt x="0" y="63"/>
                  </a:lnTo>
                  <a:close/>
                </a:path>
              </a:pathLst>
            </a:custGeom>
            <a:solidFill>
              <a:srgbClr val="5757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40C0A694-7DDC-4549-ABA8-FFB7F64A522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6876" y="6273800"/>
              <a:ext cx="2012950" cy="168275"/>
            </a:xfrm>
            <a:custGeom>
              <a:avLst/>
              <a:gdLst>
                <a:gd name="T0" fmla="*/ 1166 w 1179"/>
                <a:gd name="T1" fmla="*/ 17 h 97"/>
                <a:gd name="T2" fmla="*/ 1121 w 1179"/>
                <a:gd name="T3" fmla="*/ 42 h 97"/>
                <a:gd name="T4" fmla="*/ 1170 w 1179"/>
                <a:gd name="T5" fmla="*/ 72 h 97"/>
                <a:gd name="T6" fmla="*/ 1090 w 1179"/>
                <a:gd name="T7" fmla="*/ 0 h 97"/>
                <a:gd name="T8" fmla="*/ 1094 w 1179"/>
                <a:gd name="T9" fmla="*/ 72 h 97"/>
                <a:gd name="T10" fmla="*/ 1046 w 1179"/>
                <a:gd name="T11" fmla="*/ 1 h 97"/>
                <a:gd name="T12" fmla="*/ 1045 w 1179"/>
                <a:gd name="T13" fmla="*/ 64 h 97"/>
                <a:gd name="T14" fmla="*/ 1018 w 1179"/>
                <a:gd name="T15" fmla="*/ 0 h 97"/>
                <a:gd name="T16" fmla="*/ 1022 w 1179"/>
                <a:gd name="T17" fmla="*/ 16 h 97"/>
                <a:gd name="T18" fmla="*/ 998 w 1179"/>
                <a:gd name="T19" fmla="*/ 58 h 97"/>
                <a:gd name="T20" fmla="*/ 954 w 1179"/>
                <a:gd name="T21" fmla="*/ 10 h 97"/>
                <a:gd name="T22" fmla="*/ 951 w 1179"/>
                <a:gd name="T23" fmla="*/ 72 h 97"/>
                <a:gd name="T24" fmla="*/ 891 w 1179"/>
                <a:gd name="T25" fmla="*/ 2 h 97"/>
                <a:gd name="T26" fmla="*/ 938 w 1179"/>
                <a:gd name="T27" fmla="*/ 72 h 97"/>
                <a:gd name="T28" fmla="*/ 835 w 1179"/>
                <a:gd name="T29" fmla="*/ 11 h 97"/>
                <a:gd name="T30" fmla="*/ 873 w 1179"/>
                <a:gd name="T31" fmla="*/ 8 h 97"/>
                <a:gd name="T32" fmla="*/ 820 w 1179"/>
                <a:gd name="T33" fmla="*/ 40 h 97"/>
                <a:gd name="T34" fmla="*/ 799 w 1179"/>
                <a:gd name="T35" fmla="*/ 3 h 97"/>
                <a:gd name="T36" fmla="*/ 787 w 1179"/>
                <a:gd name="T37" fmla="*/ 7 h 97"/>
                <a:gd name="T38" fmla="*/ 756 w 1179"/>
                <a:gd name="T39" fmla="*/ 0 h 97"/>
                <a:gd name="T40" fmla="*/ 761 w 1179"/>
                <a:gd name="T41" fmla="*/ 59 h 97"/>
                <a:gd name="T42" fmla="*/ 746 w 1179"/>
                <a:gd name="T43" fmla="*/ 73 h 97"/>
                <a:gd name="T44" fmla="*/ 666 w 1179"/>
                <a:gd name="T45" fmla="*/ 0 h 97"/>
                <a:gd name="T46" fmla="*/ 638 w 1179"/>
                <a:gd name="T47" fmla="*/ 66 h 97"/>
                <a:gd name="T48" fmla="*/ 658 w 1179"/>
                <a:gd name="T49" fmla="*/ 50 h 97"/>
                <a:gd name="T50" fmla="*/ 693 w 1179"/>
                <a:gd name="T51" fmla="*/ 72 h 97"/>
                <a:gd name="T52" fmla="*/ 591 w 1179"/>
                <a:gd name="T53" fmla="*/ 31 h 97"/>
                <a:gd name="T54" fmla="*/ 559 w 1179"/>
                <a:gd name="T55" fmla="*/ 8 h 97"/>
                <a:gd name="T56" fmla="*/ 599 w 1179"/>
                <a:gd name="T57" fmla="*/ 72 h 97"/>
                <a:gd name="T58" fmla="*/ 511 w 1179"/>
                <a:gd name="T59" fmla="*/ 1 h 97"/>
                <a:gd name="T60" fmla="*/ 529 w 1179"/>
                <a:gd name="T61" fmla="*/ 97 h 97"/>
                <a:gd name="T62" fmla="*/ 503 w 1179"/>
                <a:gd name="T63" fmla="*/ 33 h 97"/>
                <a:gd name="T64" fmla="*/ 427 w 1179"/>
                <a:gd name="T65" fmla="*/ 8 h 97"/>
                <a:gd name="T66" fmla="*/ 444 w 1179"/>
                <a:gd name="T67" fmla="*/ 49 h 97"/>
                <a:gd name="T68" fmla="*/ 427 w 1179"/>
                <a:gd name="T69" fmla="*/ 73 h 97"/>
                <a:gd name="T70" fmla="*/ 459 w 1179"/>
                <a:gd name="T71" fmla="*/ 71 h 97"/>
                <a:gd name="T72" fmla="*/ 392 w 1179"/>
                <a:gd name="T73" fmla="*/ 1 h 97"/>
                <a:gd name="T74" fmla="*/ 410 w 1179"/>
                <a:gd name="T75" fmla="*/ 72 h 97"/>
                <a:gd name="T76" fmla="*/ 333 w 1179"/>
                <a:gd name="T77" fmla="*/ 10 h 97"/>
                <a:gd name="T78" fmla="*/ 380 w 1179"/>
                <a:gd name="T79" fmla="*/ 31 h 97"/>
                <a:gd name="T80" fmla="*/ 304 w 1179"/>
                <a:gd name="T81" fmla="*/ 8 h 97"/>
                <a:gd name="T82" fmla="*/ 322 w 1179"/>
                <a:gd name="T83" fmla="*/ 15 h 97"/>
                <a:gd name="T84" fmla="*/ 275 w 1179"/>
                <a:gd name="T85" fmla="*/ 8 h 97"/>
                <a:gd name="T86" fmla="*/ 293 w 1179"/>
                <a:gd name="T87" fmla="*/ 15 h 97"/>
                <a:gd name="T88" fmla="*/ 245 w 1179"/>
                <a:gd name="T89" fmla="*/ 8 h 97"/>
                <a:gd name="T90" fmla="*/ 263 w 1179"/>
                <a:gd name="T91" fmla="*/ 15 h 97"/>
                <a:gd name="T92" fmla="*/ 171 w 1179"/>
                <a:gd name="T93" fmla="*/ 0 h 97"/>
                <a:gd name="T94" fmla="*/ 192 w 1179"/>
                <a:gd name="T95" fmla="*/ 58 h 97"/>
                <a:gd name="T96" fmla="*/ 140 w 1179"/>
                <a:gd name="T97" fmla="*/ 23 h 97"/>
                <a:gd name="T98" fmla="*/ 118 w 1179"/>
                <a:gd name="T99" fmla="*/ 8 h 97"/>
                <a:gd name="T100" fmla="*/ 140 w 1179"/>
                <a:gd name="T101" fmla="*/ 23 h 97"/>
                <a:gd name="T102" fmla="*/ 67 w 1179"/>
                <a:gd name="T103" fmla="*/ 8 h 97"/>
                <a:gd name="T104" fmla="*/ 84 w 1179"/>
                <a:gd name="T105" fmla="*/ 49 h 97"/>
                <a:gd name="T106" fmla="*/ 67 w 1179"/>
                <a:gd name="T107" fmla="*/ 73 h 97"/>
                <a:gd name="T108" fmla="*/ 99 w 1179"/>
                <a:gd name="T109" fmla="*/ 71 h 97"/>
                <a:gd name="T110" fmla="*/ 38 w 1179"/>
                <a:gd name="T111" fmla="*/ 7 h 97"/>
                <a:gd name="T112" fmla="*/ 38 w 1179"/>
                <a:gd name="T113" fmla="*/ 33 h 97"/>
                <a:gd name="T114" fmla="*/ 56 w 1179"/>
                <a:gd name="T115" fmla="*/ 64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79" h="97">
                  <a:moveTo>
                    <a:pt x="1179" y="71"/>
                  </a:moveTo>
                  <a:cubicBezTo>
                    <a:pt x="1175" y="63"/>
                    <a:pt x="1169" y="54"/>
                    <a:pt x="1162" y="45"/>
                  </a:cubicBezTo>
                  <a:cubicBezTo>
                    <a:pt x="1171" y="34"/>
                    <a:pt x="1176" y="23"/>
                    <a:pt x="1176" y="11"/>
                  </a:cubicBezTo>
                  <a:cubicBezTo>
                    <a:pt x="1176" y="0"/>
                    <a:pt x="1176" y="0"/>
                    <a:pt x="1176" y="0"/>
                  </a:cubicBezTo>
                  <a:cubicBezTo>
                    <a:pt x="1166" y="0"/>
                    <a:pt x="1166" y="0"/>
                    <a:pt x="1166" y="0"/>
                  </a:cubicBezTo>
                  <a:cubicBezTo>
                    <a:pt x="1166" y="17"/>
                    <a:pt x="1166" y="17"/>
                    <a:pt x="1166" y="17"/>
                  </a:cubicBezTo>
                  <a:cubicBezTo>
                    <a:pt x="1166" y="25"/>
                    <a:pt x="1164" y="33"/>
                    <a:pt x="1159" y="41"/>
                  </a:cubicBezTo>
                  <a:cubicBezTo>
                    <a:pt x="1144" y="22"/>
                    <a:pt x="1134" y="9"/>
                    <a:pt x="1126" y="0"/>
                  </a:cubicBezTo>
                  <a:cubicBezTo>
                    <a:pt x="1116" y="0"/>
                    <a:pt x="1116" y="0"/>
                    <a:pt x="1116" y="0"/>
                  </a:cubicBezTo>
                  <a:cubicBezTo>
                    <a:pt x="1116" y="2"/>
                    <a:pt x="1116" y="2"/>
                    <a:pt x="1116" y="2"/>
                  </a:cubicBezTo>
                  <a:cubicBezTo>
                    <a:pt x="1124" y="11"/>
                    <a:pt x="1130" y="18"/>
                    <a:pt x="1132" y="21"/>
                  </a:cubicBezTo>
                  <a:cubicBezTo>
                    <a:pt x="1126" y="29"/>
                    <a:pt x="1123" y="36"/>
                    <a:pt x="1121" y="42"/>
                  </a:cubicBezTo>
                  <a:cubicBezTo>
                    <a:pt x="1119" y="46"/>
                    <a:pt x="1119" y="53"/>
                    <a:pt x="1119" y="61"/>
                  </a:cubicBezTo>
                  <a:cubicBezTo>
                    <a:pt x="1119" y="72"/>
                    <a:pt x="1119" y="72"/>
                    <a:pt x="1119" y="72"/>
                  </a:cubicBezTo>
                  <a:cubicBezTo>
                    <a:pt x="1128" y="72"/>
                    <a:pt x="1128" y="72"/>
                    <a:pt x="1128" y="72"/>
                  </a:cubicBezTo>
                  <a:cubicBezTo>
                    <a:pt x="1128" y="57"/>
                    <a:pt x="1128" y="57"/>
                    <a:pt x="1128" y="57"/>
                  </a:cubicBezTo>
                  <a:cubicBezTo>
                    <a:pt x="1128" y="43"/>
                    <a:pt x="1131" y="33"/>
                    <a:pt x="1136" y="25"/>
                  </a:cubicBezTo>
                  <a:cubicBezTo>
                    <a:pt x="1150" y="42"/>
                    <a:pt x="1161" y="58"/>
                    <a:pt x="1170" y="72"/>
                  </a:cubicBezTo>
                  <a:cubicBezTo>
                    <a:pt x="1179" y="72"/>
                    <a:pt x="1179" y="72"/>
                    <a:pt x="1179" y="72"/>
                  </a:cubicBezTo>
                  <a:lnTo>
                    <a:pt x="1179" y="71"/>
                  </a:lnTo>
                  <a:close/>
                  <a:moveTo>
                    <a:pt x="1103" y="15"/>
                  </a:moveTo>
                  <a:cubicBezTo>
                    <a:pt x="1103" y="10"/>
                    <a:pt x="1102" y="6"/>
                    <a:pt x="1099" y="3"/>
                  </a:cubicBezTo>
                  <a:cubicBezTo>
                    <a:pt x="1096" y="1"/>
                    <a:pt x="1094" y="0"/>
                    <a:pt x="1090" y="0"/>
                  </a:cubicBezTo>
                  <a:cubicBezTo>
                    <a:pt x="1090" y="0"/>
                    <a:pt x="1090" y="0"/>
                    <a:pt x="1090" y="0"/>
                  </a:cubicBezTo>
                  <a:cubicBezTo>
                    <a:pt x="1088" y="0"/>
                    <a:pt x="1086" y="0"/>
                    <a:pt x="1085" y="1"/>
                  </a:cubicBezTo>
                  <a:cubicBezTo>
                    <a:pt x="1085" y="8"/>
                    <a:pt x="1085" y="8"/>
                    <a:pt x="1085" y="8"/>
                  </a:cubicBezTo>
                  <a:cubicBezTo>
                    <a:pt x="1085" y="8"/>
                    <a:pt x="1085" y="8"/>
                    <a:pt x="1086" y="7"/>
                  </a:cubicBezTo>
                  <a:cubicBezTo>
                    <a:pt x="1087" y="7"/>
                    <a:pt x="1087" y="7"/>
                    <a:pt x="1087" y="7"/>
                  </a:cubicBezTo>
                  <a:cubicBezTo>
                    <a:pt x="1092" y="7"/>
                    <a:pt x="1094" y="10"/>
                    <a:pt x="1094" y="16"/>
                  </a:cubicBezTo>
                  <a:cubicBezTo>
                    <a:pt x="1094" y="72"/>
                    <a:pt x="1094" y="72"/>
                    <a:pt x="1094" y="72"/>
                  </a:cubicBezTo>
                  <a:cubicBezTo>
                    <a:pt x="1103" y="72"/>
                    <a:pt x="1103" y="72"/>
                    <a:pt x="1103" y="72"/>
                  </a:cubicBezTo>
                  <a:lnTo>
                    <a:pt x="1103" y="15"/>
                  </a:lnTo>
                  <a:close/>
                  <a:moveTo>
                    <a:pt x="1074" y="23"/>
                  </a:moveTo>
                  <a:cubicBezTo>
                    <a:pt x="1074" y="15"/>
                    <a:pt x="1071" y="9"/>
                    <a:pt x="1067" y="5"/>
                  </a:cubicBezTo>
                  <a:cubicBezTo>
                    <a:pt x="1063" y="2"/>
                    <a:pt x="1059" y="0"/>
                    <a:pt x="1053" y="0"/>
                  </a:cubicBezTo>
                  <a:cubicBezTo>
                    <a:pt x="1050" y="0"/>
                    <a:pt x="1048" y="1"/>
                    <a:pt x="1046" y="1"/>
                  </a:cubicBezTo>
                  <a:cubicBezTo>
                    <a:pt x="1046" y="9"/>
                    <a:pt x="1046" y="9"/>
                    <a:pt x="1046" y="9"/>
                  </a:cubicBezTo>
                  <a:cubicBezTo>
                    <a:pt x="1047" y="9"/>
                    <a:pt x="1047" y="9"/>
                    <a:pt x="1047" y="9"/>
                  </a:cubicBezTo>
                  <a:cubicBezTo>
                    <a:pt x="1048" y="8"/>
                    <a:pt x="1050" y="8"/>
                    <a:pt x="1052" y="8"/>
                  </a:cubicBezTo>
                  <a:cubicBezTo>
                    <a:pt x="1060" y="8"/>
                    <a:pt x="1065" y="13"/>
                    <a:pt x="1065" y="24"/>
                  </a:cubicBezTo>
                  <a:cubicBezTo>
                    <a:pt x="1065" y="64"/>
                    <a:pt x="1065" y="64"/>
                    <a:pt x="1065" y="64"/>
                  </a:cubicBezTo>
                  <a:cubicBezTo>
                    <a:pt x="1045" y="64"/>
                    <a:pt x="1045" y="64"/>
                    <a:pt x="1045" y="64"/>
                  </a:cubicBezTo>
                  <a:cubicBezTo>
                    <a:pt x="1045" y="72"/>
                    <a:pt x="1045" y="72"/>
                    <a:pt x="1045" y="72"/>
                  </a:cubicBezTo>
                  <a:cubicBezTo>
                    <a:pt x="1074" y="72"/>
                    <a:pt x="1074" y="72"/>
                    <a:pt x="1074" y="72"/>
                  </a:cubicBezTo>
                  <a:lnTo>
                    <a:pt x="1074" y="23"/>
                  </a:lnTo>
                  <a:close/>
                  <a:moveTo>
                    <a:pt x="1031" y="15"/>
                  </a:moveTo>
                  <a:cubicBezTo>
                    <a:pt x="1031" y="10"/>
                    <a:pt x="1029" y="6"/>
                    <a:pt x="1026" y="3"/>
                  </a:cubicBezTo>
                  <a:cubicBezTo>
                    <a:pt x="1024" y="1"/>
                    <a:pt x="1021" y="0"/>
                    <a:pt x="1018" y="0"/>
                  </a:cubicBezTo>
                  <a:cubicBezTo>
                    <a:pt x="1018" y="0"/>
                    <a:pt x="1018" y="0"/>
                    <a:pt x="1018" y="0"/>
                  </a:cubicBezTo>
                  <a:cubicBezTo>
                    <a:pt x="1015" y="0"/>
                    <a:pt x="1014" y="0"/>
                    <a:pt x="1013" y="1"/>
                  </a:cubicBezTo>
                  <a:cubicBezTo>
                    <a:pt x="1013" y="8"/>
                    <a:pt x="1013" y="8"/>
                    <a:pt x="1013" y="8"/>
                  </a:cubicBezTo>
                  <a:cubicBezTo>
                    <a:pt x="1013" y="8"/>
                    <a:pt x="1013" y="8"/>
                    <a:pt x="1014" y="7"/>
                  </a:cubicBezTo>
                  <a:cubicBezTo>
                    <a:pt x="1014" y="7"/>
                    <a:pt x="1014" y="7"/>
                    <a:pt x="1014" y="7"/>
                  </a:cubicBezTo>
                  <a:cubicBezTo>
                    <a:pt x="1019" y="7"/>
                    <a:pt x="1022" y="10"/>
                    <a:pt x="1022" y="16"/>
                  </a:cubicBezTo>
                  <a:cubicBezTo>
                    <a:pt x="1022" y="40"/>
                    <a:pt x="1022" y="40"/>
                    <a:pt x="1022" y="40"/>
                  </a:cubicBezTo>
                  <a:cubicBezTo>
                    <a:pt x="1031" y="40"/>
                    <a:pt x="1031" y="40"/>
                    <a:pt x="1031" y="40"/>
                  </a:cubicBezTo>
                  <a:lnTo>
                    <a:pt x="1031" y="15"/>
                  </a:lnTo>
                  <a:close/>
                  <a:moveTo>
                    <a:pt x="1007" y="64"/>
                  </a:moveTo>
                  <a:cubicBezTo>
                    <a:pt x="1002" y="64"/>
                    <a:pt x="1002" y="64"/>
                    <a:pt x="1002" y="64"/>
                  </a:cubicBezTo>
                  <a:cubicBezTo>
                    <a:pt x="1000" y="64"/>
                    <a:pt x="998" y="62"/>
                    <a:pt x="998" y="58"/>
                  </a:cubicBezTo>
                  <a:cubicBezTo>
                    <a:pt x="998" y="31"/>
                    <a:pt x="998" y="31"/>
                    <a:pt x="998" y="31"/>
                  </a:cubicBezTo>
                  <a:cubicBezTo>
                    <a:pt x="998" y="21"/>
                    <a:pt x="995" y="13"/>
                    <a:pt x="989" y="7"/>
                  </a:cubicBezTo>
                  <a:cubicBezTo>
                    <a:pt x="983" y="2"/>
                    <a:pt x="977" y="0"/>
                    <a:pt x="968" y="0"/>
                  </a:cubicBezTo>
                  <a:cubicBezTo>
                    <a:pt x="962" y="0"/>
                    <a:pt x="957" y="1"/>
                    <a:pt x="953" y="2"/>
                  </a:cubicBezTo>
                  <a:cubicBezTo>
                    <a:pt x="953" y="10"/>
                    <a:pt x="953" y="10"/>
                    <a:pt x="953" y="10"/>
                  </a:cubicBezTo>
                  <a:cubicBezTo>
                    <a:pt x="954" y="10"/>
                    <a:pt x="954" y="10"/>
                    <a:pt x="954" y="10"/>
                  </a:cubicBezTo>
                  <a:cubicBezTo>
                    <a:pt x="957" y="9"/>
                    <a:pt x="962" y="8"/>
                    <a:pt x="966" y="8"/>
                  </a:cubicBezTo>
                  <a:cubicBezTo>
                    <a:pt x="982" y="8"/>
                    <a:pt x="989" y="16"/>
                    <a:pt x="989" y="33"/>
                  </a:cubicBezTo>
                  <a:cubicBezTo>
                    <a:pt x="989" y="58"/>
                    <a:pt x="989" y="58"/>
                    <a:pt x="989" y="58"/>
                  </a:cubicBezTo>
                  <a:cubicBezTo>
                    <a:pt x="989" y="61"/>
                    <a:pt x="990" y="63"/>
                    <a:pt x="991" y="64"/>
                  </a:cubicBezTo>
                  <a:cubicBezTo>
                    <a:pt x="951" y="64"/>
                    <a:pt x="951" y="64"/>
                    <a:pt x="951" y="64"/>
                  </a:cubicBezTo>
                  <a:cubicBezTo>
                    <a:pt x="951" y="72"/>
                    <a:pt x="951" y="72"/>
                    <a:pt x="951" y="72"/>
                  </a:cubicBezTo>
                  <a:cubicBezTo>
                    <a:pt x="1007" y="72"/>
                    <a:pt x="1007" y="72"/>
                    <a:pt x="1007" y="72"/>
                  </a:cubicBezTo>
                  <a:lnTo>
                    <a:pt x="1007" y="64"/>
                  </a:lnTo>
                  <a:close/>
                  <a:moveTo>
                    <a:pt x="938" y="31"/>
                  </a:moveTo>
                  <a:cubicBezTo>
                    <a:pt x="938" y="20"/>
                    <a:pt x="934" y="12"/>
                    <a:pt x="927" y="7"/>
                  </a:cubicBezTo>
                  <a:cubicBezTo>
                    <a:pt x="922" y="2"/>
                    <a:pt x="915" y="0"/>
                    <a:pt x="906" y="0"/>
                  </a:cubicBezTo>
                  <a:cubicBezTo>
                    <a:pt x="900" y="0"/>
                    <a:pt x="895" y="0"/>
                    <a:pt x="891" y="2"/>
                  </a:cubicBezTo>
                  <a:cubicBezTo>
                    <a:pt x="891" y="10"/>
                    <a:pt x="891" y="10"/>
                    <a:pt x="891" y="10"/>
                  </a:cubicBezTo>
                  <a:cubicBezTo>
                    <a:pt x="892" y="10"/>
                    <a:pt x="892" y="10"/>
                    <a:pt x="892" y="10"/>
                  </a:cubicBezTo>
                  <a:cubicBezTo>
                    <a:pt x="895" y="8"/>
                    <a:pt x="899" y="8"/>
                    <a:pt x="904" y="8"/>
                  </a:cubicBezTo>
                  <a:cubicBezTo>
                    <a:pt x="921" y="8"/>
                    <a:pt x="929" y="16"/>
                    <a:pt x="929" y="33"/>
                  </a:cubicBezTo>
                  <a:cubicBezTo>
                    <a:pt x="929" y="72"/>
                    <a:pt x="929" y="72"/>
                    <a:pt x="929" y="72"/>
                  </a:cubicBezTo>
                  <a:cubicBezTo>
                    <a:pt x="938" y="72"/>
                    <a:pt x="938" y="72"/>
                    <a:pt x="938" y="72"/>
                  </a:cubicBezTo>
                  <a:lnTo>
                    <a:pt x="938" y="31"/>
                  </a:lnTo>
                  <a:close/>
                  <a:moveTo>
                    <a:pt x="867" y="58"/>
                  </a:moveTo>
                  <a:cubicBezTo>
                    <a:pt x="863" y="64"/>
                    <a:pt x="857" y="66"/>
                    <a:pt x="850" y="66"/>
                  </a:cubicBezTo>
                  <a:cubicBezTo>
                    <a:pt x="836" y="66"/>
                    <a:pt x="829" y="57"/>
                    <a:pt x="829" y="40"/>
                  </a:cubicBezTo>
                  <a:cubicBezTo>
                    <a:pt x="829" y="31"/>
                    <a:pt x="830" y="24"/>
                    <a:pt x="831" y="19"/>
                  </a:cubicBezTo>
                  <a:cubicBezTo>
                    <a:pt x="832" y="16"/>
                    <a:pt x="833" y="13"/>
                    <a:pt x="835" y="11"/>
                  </a:cubicBezTo>
                  <a:cubicBezTo>
                    <a:pt x="837" y="9"/>
                    <a:pt x="838" y="8"/>
                    <a:pt x="840" y="8"/>
                  </a:cubicBezTo>
                  <a:cubicBezTo>
                    <a:pt x="850" y="8"/>
                    <a:pt x="850" y="8"/>
                    <a:pt x="850" y="8"/>
                  </a:cubicBezTo>
                  <a:cubicBezTo>
                    <a:pt x="857" y="8"/>
                    <a:pt x="863" y="10"/>
                    <a:pt x="866" y="14"/>
                  </a:cubicBezTo>
                  <a:cubicBezTo>
                    <a:pt x="871" y="19"/>
                    <a:pt x="873" y="26"/>
                    <a:pt x="873" y="37"/>
                  </a:cubicBezTo>
                  <a:cubicBezTo>
                    <a:pt x="873" y="46"/>
                    <a:pt x="871" y="53"/>
                    <a:pt x="867" y="58"/>
                  </a:cubicBezTo>
                  <a:moveTo>
                    <a:pt x="873" y="8"/>
                  </a:moveTo>
                  <a:cubicBezTo>
                    <a:pt x="868" y="3"/>
                    <a:pt x="861" y="0"/>
                    <a:pt x="852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18" y="8"/>
                    <a:pt x="818" y="8"/>
                    <a:pt x="818" y="8"/>
                  </a:cubicBezTo>
                  <a:cubicBezTo>
                    <a:pt x="830" y="8"/>
                    <a:pt x="830" y="8"/>
                    <a:pt x="830" y="8"/>
                  </a:cubicBezTo>
                  <a:cubicBezTo>
                    <a:pt x="825" y="13"/>
                    <a:pt x="822" y="20"/>
                    <a:pt x="820" y="29"/>
                  </a:cubicBezTo>
                  <a:cubicBezTo>
                    <a:pt x="820" y="31"/>
                    <a:pt x="820" y="35"/>
                    <a:pt x="820" y="40"/>
                  </a:cubicBezTo>
                  <a:cubicBezTo>
                    <a:pt x="820" y="63"/>
                    <a:pt x="830" y="74"/>
                    <a:pt x="850" y="74"/>
                  </a:cubicBezTo>
                  <a:cubicBezTo>
                    <a:pt x="859" y="74"/>
                    <a:pt x="866" y="70"/>
                    <a:pt x="872" y="64"/>
                  </a:cubicBezTo>
                  <a:cubicBezTo>
                    <a:pt x="879" y="57"/>
                    <a:pt x="882" y="48"/>
                    <a:pt x="882" y="36"/>
                  </a:cubicBezTo>
                  <a:cubicBezTo>
                    <a:pt x="882" y="23"/>
                    <a:pt x="879" y="14"/>
                    <a:pt x="873" y="8"/>
                  </a:cubicBezTo>
                  <a:moveTo>
                    <a:pt x="803" y="15"/>
                  </a:moveTo>
                  <a:cubicBezTo>
                    <a:pt x="803" y="10"/>
                    <a:pt x="801" y="6"/>
                    <a:pt x="799" y="3"/>
                  </a:cubicBezTo>
                  <a:cubicBezTo>
                    <a:pt x="796" y="1"/>
                    <a:pt x="794" y="0"/>
                    <a:pt x="790" y="0"/>
                  </a:cubicBezTo>
                  <a:cubicBezTo>
                    <a:pt x="790" y="0"/>
                    <a:pt x="790" y="0"/>
                    <a:pt x="790" y="0"/>
                  </a:cubicBezTo>
                  <a:cubicBezTo>
                    <a:pt x="787" y="0"/>
                    <a:pt x="786" y="0"/>
                    <a:pt x="785" y="1"/>
                  </a:cubicBezTo>
                  <a:cubicBezTo>
                    <a:pt x="785" y="8"/>
                    <a:pt x="785" y="8"/>
                    <a:pt x="785" y="8"/>
                  </a:cubicBezTo>
                  <a:cubicBezTo>
                    <a:pt x="785" y="8"/>
                    <a:pt x="785" y="8"/>
                    <a:pt x="786" y="7"/>
                  </a:cubicBezTo>
                  <a:cubicBezTo>
                    <a:pt x="787" y="7"/>
                    <a:pt x="787" y="7"/>
                    <a:pt x="787" y="7"/>
                  </a:cubicBezTo>
                  <a:cubicBezTo>
                    <a:pt x="791" y="7"/>
                    <a:pt x="794" y="10"/>
                    <a:pt x="794" y="16"/>
                  </a:cubicBezTo>
                  <a:cubicBezTo>
                    <a:pt x="794" y="40"/>
                    <a:pt x="794" y="40"/>
                    <a:pt x="794" y="40"/>
                  </a:cubicBezTo>
                  <a:cubicBezTo>
                    <a:pt x="803" y="40"/>
                    <a:pt x="803" y="40"/>
                    <a:pt x="803" y="40"/>
                  </a:cubicBezTo>
                  <a:lnTo>
                    <a:pt x="803" y="15"/>
                  </a:lnTo>
                  <a:close/>
                  <a:moveTo>
                    <a:pt x="771" y="9"/>
                  </a:moveTo>
                  <a:cubicBezTo>
                    <a:pt x="767" y="3"/>
                    <a:pt x="762" y="0"/>
                    <a:pt x="756" y="0"/>
                  </a:cubicBezTo>
                  <a:cubicBezTo>
                    <a:pt x="749" y="0"/>
                    <a:pt x="745" y="3"/>
                    <a:pt x="742" y="9"/>
                  </a:cubicBezTo>
                  <a:cubicBezTo>
                    <a:pt x="742" y="18"/>
                    <a:pt x="742" y="18"/>
                    <a:pt x="742" y="18"/>
                  </a:cubicBezTo>
                  <a:cubicBezTo>
                    <a:pt x="743" y="18"/>
                    <a:pt x="743" y="18"/>
                    <a:pt x="743" y="18"/>
                  </a:cubicBezTo>
                  <a:cubicBezTo>
                    <a:pt x="747" y="11"/>
                    <a:pt x="751" y="8"/>
                    <a:pt x="755" y="8"/>
                  </a:cubicBezTo>
                  <a:cubicBezTo>
                    <a:pt x="763" y="8"/>
                    <a:pt x="767" y="17"/>
                    <a:pt x="767" y="35"/>
                  </a:cubicBezTo>
                  <a:cubicBezTo>
                    <a:pt x="767" y="45"/>
                    <a:pt x="765" y="53"/>
                    <a:pt x="761" y="59"/>
                  </a:cubicBezTo>
                  <a:cubicBezTo>
                    <a:pt x="757" y="63"/>
                    <a:pt x="752" y="66"/>
                    <a:pt x="746" y="66"/>
                  </a:cubicBezTo>
                  <a:cubicBezTo>
                    <a:pt x="733" y="66"/>
                    <a:pt x="727" y="57"/>
                    <a:pt x="727" y="39"/>
                  </a:cubicBezTo>
                  <a:cubicBezTo>
                    <a:pt x="727" y="0"/>
                    <a:pt x="727" y="0"/>
                    <a:pt x="727" y="0"/>
                  </a:cubicBezTo>
                  <a:cubicBezTo>
                    <a:pt x="718" y="0"/>
                    <a:pt x="718" y="0"/>
                    <a:pt x="718" y="0"/>
                  </a:cubicBezTo>
                  <a:cubicBezTo>
                    <a:pt x="718" y="38"/>
                    <a:pt x="718" y="38"/>
                    <a:pt x="718" y="38"/>
                  </a:cubicBezTo>
                  <a:cubicBezTo>
                    <a:pt x="718" y="62"/>
                    <a:pt x="727" y="73"/>
                    <a:pt x="746" y="73"/>
                  </a:cubicBezTo>
                  <a:cubicBezTo>
                    <a:pt x="755" y="73"/>
                    <a:pt x="762" y="70"/>
                    <a:pt x="768" y="63"/>
                  </a:cubicBezTo>
                  <a:cubicBezTo>
                    <a:pt x="774" y="56"/>
                    <a:pt x="777" y="46"/>
                    <a:pt x="777" y="34"/>
                  </a:cubicBezTo>
                  <a:cubicBezTo>
                    <a:pt x="777" y="23"/>
                    <a:pt x="775" y="14"/>
                    <a:pt x="771" y="9"/>
                  </a:cubicBezTo>
                  <a:moveTo>
                    <a:pt x="702" y="31"/>
                  </a:moveTo>
                  <a:cubicBezTo>
                    <a:pt x="702" y="19"/>
                    <a:pt x="698" y="11"/>
                    <a:pt x="691" y="6"/>
                  </a:cubicBezTo>
                  <a:cubicBezTo>
                    <a:pt x="686" y="2"/>
                    <a:pt x="677" y="0"/>
                    <a:pt x="666" y="0"/>
                  </a:cubicBezTo>
                  <a:cubicBezTo>
                    <a:pt x="656" y="0"/>
                    <a:pt x="647" y="1"/>
                    <a:pt x="639" y="2"/>
                  </a:cubicBezTo>
                  <a:cubicBezTo>
                    <a:pt x="639" y="10"/>
                    <a:pt x="639" y="10"/>
                    <a:pt x="639" y="10"/>
                  </a:cubicBezTo>
                  <a:cubicBezTo>
                    <a:pt x="644" y="9"/>
                    <a:pt x="648" y="8"/>
                    <a:pt x="652" y="8"/>
                  </a:cubicBezTo>
                  <a:cubicBezTo>
                    <a:pt x="650" y="12"/>
                    <a:pt x="649" y="17"/>
                    <a:pt x="649" y="21"/>
                  </a:cubicBezTo>
                  <a:cubicBezTo>
                    <a:pt x="649" y="51"/>
                    <a:pt x="649" y="51"/>
                    <a:pt x="649" y="51"/>
                  </a:cubicBezTo>
                  <a:cubicBezTo>
                    <a:pt x="649" y="61"/>
                    <a:pt x="645" y="66"/>
                    <a:pt x="638" y="66"/>
                  </a:cubicBezTo>
                  <a:cubicBezTo>
                    <a:pt x="637" y="66"/>
                    <a:pt x="636" y="65"/>
                    <a:pt x="635" y="64"/>
                  </a:cubicBezTo>
                  <a:cubicBezTo>
                    <a:pt x="634" y="65"/>
                    <a:pt x="634" y="65"/>
                    <a:pt x="634" y="65"/>
                  </a:cubicBezTo>
                  <a:cubicBezTo>
                    <a:pt x="634" y="70"/>
                    <a:pt x="634" y="70"/>
                    <a:pt x="634" y="70"/>
                  </a:cubicBezTo>
                  <a:cubicBezTo>
                    <a:pt x="635" y="72"/>
                    <a:pt x="637" y="73"/>
                    <a:pt x="640" y="73"/>
                  </a:cubicBezTo>
                  <a:cubicBezTo>
                    <a:pt x="645" y="73"/>
                    <a:pt x="649" y="71"/>
                    <a:pt x="652" y="67"/>
                  </a:cubicBezTo>
                  <a:cubicBezTo>
                    <a:pt x="656" y="63"/>
                    <a:pt x="658" y="58"/>
                    <a:pt x="658" y="50"/>
                  </a:cubicBezTo>
                  <a:cubicBezTo>
                    <a:pt x="658" y="10"/>
                    <a:pt x="658" y="10"/>
                    <a:pt x="658" y="10"/>
                  </a:cubicBezTo>
                  <a:cubicBezTo>
                    <a:pt x="658" y="9"/>
                    <a:pt x="658" y="8"/>
                    <a:pt x="659" y="8"/>
                  </a:cubicBezTo>
                  <a:cubicBezTo>
                    <a:pt x="662" y="7"/>
                    <a:pt x="664" y="7"/>
                    <a:pt x="665" y="7"/>
                  </a:cubicBezTo>
                  <a:cubicBezTo>
                    <a:pt x="674" y="7"/>
                    <a:pt x="681" y="9"/>
                    <a:pt x="685" y="12"/>
                  </a:cubicBezTo>
                  <a:cubicBezTo>
                    <a:pt x="690" y="15"/>
                    <a:pt x="693" y="22"/>
                    <a:pt x="693" y="31"/>
                  </a:cubicBezTo>
                  <a:cubicBezTo>
                    <a:pt x="693" y="72"/>
                    <a:pt x="693" y="72"/>
                    <a:pt x="693" y="72"/>
                  </a:cubicBezTo>
                  <a:cubicBezTo>
                    <a:pt x="702" y="72"/>
                    <a:pt x="702" y="72"/>
                    <a:pt x="702" y="72"/>
                  </a:cubicBezTo>
                  <a:lnTo>
                    <a:pt x="702" y="31"/>
                  </a:lnTo>
                  <a:close/>
                  <a:moveTo>
                    <a:pt x="599" y="64"/>
                  </a:moveTo>
                  <a:cubicBezTo>
                    <a:pt x="594" y="64"/>
                    <a:pt x="594" y="64"/>
                    <a:pt x="594" y="64"/>
                  </a:cubicBezTo>
                  <a:cubicBezTo>
                    <a:pt x="592" y="64"/>
                    <a:pt x="591" y="62"/>
                    <a:pt x="591" y="58"/>
                  </a:cubicBezTo>
                  <a:cubicBezTo>
                    <a:pt x="591" y="31"/>
                    <a:pt x="591" y="31"/>
                    <a:pt x="591" y="31"/>
                  </a:cubicBezTo>
                  <a:cubicBezTo>
                    <a:pt x="591" y="21"/>
                    <a:pt x="587" y="13"/>
                    <a:pt x="581" y="7"/>
                  </a:cubicBezTo>
                  <a:cubicBezTo>
                    <a:pt x="576" y="2"/>
                    <a:pt x="569" y="0"/>
                    <a:pt x="560" y="0"/>
                  </a:cubicBezTo>
                  <a:cubicBezTo>
                    <a:pt x="555" y="0"/>
                    <a:pt x="550" y="1"/>
                    <a:pt x="545" y="2"/>
                  </a:cubicBezTo>
                  <a:cubicBezTo>
                    <a:pt x="545" y="10"/>
                    <a:pt x="545" y="10"/>
                    <a:pt x="545" y="10"/>
                  </a:cubicBezTo>
                  <a:cubicBezTo>
                    <a:pt x="546" y="10"/>
                    <a:pt x="546" y="10"/>
                    <a:pt x="546" y="10"/>
                  </a:cubicBezTo>
                  <a:cubicBezTo>
                    <a:pt x="550" y="9"/>
                    <a:pt x="554" y="8"/>
                    <a:pt x="559" y="8"/>
                  </a:cubicBezTo>
                  <a:cubicBezTo>
                    <a:pt x="574" y="8"/>
                    <a:pt x="582" y="16"/>
                    <a:pt x="582" y="33"/>
                  </a:cubicBezTo>
                  <a:cubicBezTo>
                    <a:pt x="582" y="58"/>
                    <a:pt x="582" y="58"/>
                    <a:pt x="582" y="58"/>
                  </a:cubicBezTo>
                  <a:cubicBezTo>
                    <a:pt x="582" y="61"/>
                    <a:pt x="582" y="63"/>
                    <a:pt x="583" y="64"/>
                  </a:cubicBezTo>
                  <a:cubicBezTo>
                    <a:pt x="543" y="64"/>
                    <a:pt x="543" y="64"/>
                    <a:pt x="543" y="64"/>
                  </a:cubicBezTo>
                  <a:cubicBezTo>
                    <a:pt x="543" y="72"/>
                    <a:pt x="543" y="72"/>
                    <a:pt x="543" y="72"/>
                  </a:cubicBezTo>
                  <a:cubicBezTo>
                    <a:pt x="599" y="72"/>
                    <a:pt x="599" y="72"/>
                    <a:pt x="599" y="72"/>
                  </a:cubicBezTo>
                  <a:lnTo>
                    <a:pt x="599" y="64"/>
                  </a:lnTo>
                  <a:close/>
                  <a:moveTo>
                    <a:pt x="529" y="15"/>
                  </a:moveTo>
                  <a:cubicBezTo>
                    <a:pt x="529" y="10"/>
                    <a:pt x="528" y="6"/>
                    <a:pt x="525" y="3"/>
                  </a:cubicBezTo>
                  <a:cubicBezTo>
                    <a:pt x="523" y="1"/>
                    <a:pt x="520" y="0"/>
                    <a:pt x="517" y="0"/>
                  </a:cubicBezTo>
                  <a:cubicBezTo>
                    <a:pt x="516" y="0"/>
                    <a:pt x="516" y="0"/>
                    <a:pt x="516" y="0"/>
                  </a:cubicBezTo>
                  <a:cubicBezTo>
                    <a:pt x="514" y="0"/>
                    <a:pt x="512" y="0"/>
                    <a:pt x="511" y="1"/>
                  </a:cubicBezTo>
                  <a:cubicBezTo>
                    <a:pt x="511" y="8"/>
                    <a:pt x="511" y="8"/>
                    <a:pt x="511" y="8"/>
                  </a:cubicBezTo>
                  <a:cubicBezTo>
                    <a:pt x="512" y="8"/>
                    <a:pt x="512" y="8"/>
                    <a:pt x="512" y="7"/>
                  </a:cubicBezTo>
                  <a:cubicBezTo>
                    <a:pt x="513" y="7"/>
                    <a:pt x="513" y="7"/>
                    <a:pt x="513" y="7"/>
                  </a:cubicBezTo>
                  <a:cubicBezTo>
                    <a:pt x="518" y="7"/>
                    <a:pt x="520" y="10"/>
                    <a:pt x="520" y="16"/>
                  </a:cubicBezTo>
                  <a:cubicBezTo>
                    <a:pt x="520" y="97"/>
                    <a:pt x="520" y="97"/>
                    <a:pt x="520" y="97"/>
                  </a:cubicBezTo>
                  <a:cubicBezTo>
                    <a:pt x="529" y="97"/>
                    <a:pt x="529" y="97"/>
                    <a:pt x="529" y="97"/>
                  </a:cubicBezTo>
                  <a:lnTo>
                    <a:pt x="529" y="15"/>
                  </a:lnTo>
                  <a:close/>
                  <a:moveTo>
                    <a:pt x="503" y="33"/>
                  </a:moveTo>
                  <a:cubicBezTo>
                    <a:pt x="470" y="33"/>
                    <a:pt x="470" y="33"/>
                    <a:pt x="470" y="33"/>
                  </a:cubicBezTo>
                  <a:cubicBezTo>
                    <a:pt x="470" y="40"/>
                    <a:pt x="470" y="40"/>
                    <a:pt x="470" y="40"/>
                  </a:cubicBezTo>
                  <a:cubicBezTo>
                    <a:pt x="503" y="40"/>
                    <a:pt x="503" y="40"/>
                    <a:pt x="503" y="40"/>
                  </a:cubicBezTo>
                  <a:lnTo>
                    <a:pt x="503" y="33"/>
                  </a:lnTo>
                  <a:close/>
                  <a:moveTo>
                    <a:pt x="456" y="46"/>
                  </a:moveTo>
                  <a:cubicBezTo>
                    <a:pt x="456" y="26"/>
                    <a:pt x="456" y="26"/>
                    <a:pt x="456" y="26"/>
                  </a:cubicBezTo>
                  <a:cubicBezTo>
                    <a:pt x="456" y="18"/>
                    <a:pt x="454" y="11"/>
                    <a:pt x="450" y="6"/>
                  </a:cubicBezTo>
                  <a:cubicBezTo>
                    <a:pt x="446" y="2"/>
                    <a:pt x="440" y="0"/>
                    <a:pt x="434" y="0"/>
                  </a:cubicBezTo>
                  <a:cubicBezTo>
                    <a:pt x="431" y="0"/>
                    <a:pt x="429" y="0"/>
                    <a:pt x="427" y="1"/>
                  </a:cubicBezTo>
                  <a:cubicBezTo>
                    <a:pt x="427" y="8"/>
                    <a:pt x="427" y="8"/>
                    <a:pt x="427" y="8"/>
                  </a:cubicBezTo>
                  <a:cubicBezTo>
                    <a:pt x="428" y="8"/>
                    <a:pt x="428" y="8"/>
                    <a:pt x="428" y="8"/>
                  </a:cubicBezTo>
                  <a:cubicBezTo>
                    <a:pt x="429" y="8"/>
                    <a:pt x="430" y="8"/>
                    <a:pt x="432" y="8"/>
                  </a:cubicBezTo>
                  <a:cubicBezTo>
                    <a:pt x="437" y="8"/>
                    <a:pt x="441" y="9"/>
                    <a:pt x="444" y="13"/>
                  </a:cubicBezTo>
                  <a:cubicBezTo>
                    <a:pt x="446" y="16"/>
                    <a:pt x="448" y="21"/>
                    <a:pt x="448" y="28"/>
                  </a:cubicBezTo>
                  <a:cubicBezTo>
                    <a:pt x="448" y="29"/>
                    <a:pt x="448" y="29"/>
                    <a:pt x="448" y="29"/>
                  </a:cubicBezTo>
                  <a:cubicBezTo>
                    <a:pt x="448" y="36"/>
                    <a:pt x="446" y="43"/>
                    <a:pt x="444" y="49"/>
                  </a:cubicBezTo>
                  <a:cubicBezTo>
                    <a:pt x="442" y="54"/>
                    <a:pt x="439" y="58"/>
                    <a:pt x="436" y="61"/>
                  </a:cubicBezTo>
                  <a:cubicBezTo>
                    <a:pt x="433" y="63"/>
                    <a:pt x="430" y="65"/>
                    <a:pt x="428" y="65"/>
                  </a:cubicBezTo>
                  <a:cubicBezTo>
                    <a:pt x="426" y="65"/>
                    <a:pt x="424" y="64"/>
                    <a:pt x="422" y="63"/>
                  </a:cubicBezTo>
                  <a:cubicBezTo>
                    <a:pt x="421" y="63"/>
                    <a:pt x="421" y="63"/>
                    <a:pt x="421" y="63"/>
                  </a:cubicBezTo>
                  <a:cubicBezTo>
                    <a:pt x="421" y="71"/>
                    <a:pt x="421" y="71"/>
                    <a:pt x="421" y="71"/>
                  </a:cubicBezTo>
                  <a:cubicBezTo>
                    <a:pt x="423" y="73"/>
                    <a:pt x="425" y="73"/>
                    <a:pt x="427" y="73"/>
                  </a:cubicBezTo>
                  <a:cubicBezTo>
                    <a:pt x="436" y="73"/>
                    <a:pt x="442" y="67"/>
                    <a:pt x="447" y="53"/>
                  </a:cubicBezTo>
                  <a:cubicBezTo>
                    <a:pt x="447" y="53"/>
                    <a:pt x="447" y="52"/>
                    <a:pt x="448" y="52"/>
                  </a:cubicBezTo>
                  <a:cubicBezTo>
                    <a:pt x="448" y="52"/>
                    <a:pt x="448" y="53"/>
                    <a:pt x="449" y="53"/>
                  </a:cubicBezTo>
                  <a:cubicBezTo>
                    <a:pt x="449" y="61"/>
                    <a:pt x="450" y="68"/>
                    <a:pt x="451" y="72"/>
                  </a:cubicBezTo>
                  <a:cubicBezTo>
                    <a:pt x="459" y="72"/>
                    <a:pt x="459" y="72"/>
                    <a:pt x="459" y="72"/>
                  </a:cubicBezTo>
                  <a:cubicBezTo>
                    <a:pt x="459" y="71"/>
                    <a:pt x="459" y="71"/>
                    <a:pt x="459" y="71"/>
                  </a:cubicBezTo>
                  <a:cubicBezTo>
                    <a:pt x="457" y="63"/>
                    <a:pt x="456" y="55"/>
                    <a:pt x="456" y="46"/>
                  </a:cubicBezTo>
                  <a:moveTo>
                    <a:pt x="410" y="15"/>
                  </a:moveTo>
                  <a:cubicBezTo>
                    <a:pt x="410" y="10"/>
                    <a:pt x="408" y="6"/>
                    <a:pt x="406" y="3"/>
                  </a:cubicBezTo>
                  <a:cubicBezTo>
                    <a:pt x="403" y="1"/>
                    <a:pt x="400" y="0"/>
                    <a:pt x="397" y="0"/>
                  </a:cubicBezTo>
                  <a:cubicBezTo>
                    <a:pt x="397" y="0"/>
                    <a:pt x="397" y="0"/>
                    <a:pt x="397" y="0"/>
                  </a:cubicBezTo>
                  <a:cubicBezTo>
                    <a:pt x="394" y="0"/>
                    <a:pt x="393" y="0"/>
                    <a:pt x="392" y="1"/>
                  </a:cubicBezTo>
                  <a:cubicBezTo>
                    <a:pt x="392" y="8"/>
                    <a:pt x="392" y="8"/>
                    <a:pt x="392" y="8"/>
                  </a:cubicBezTo>
                  <a:cubicBezTo>
                    <a:pt x="392" y="8"/>
                    <a:pt x="392" y="8"/>
                    <a:pt x="393" y="7"/>
                  </a:cubicBezTo>
                  <a:cubicBezTo>
                    <a:pt x="394" y="7"/>
                    <a:pt x="394" y="7"/>
                    <a:pt x="394" y="7"/>
                  </a:cubicBezTo>
                  <a:cubicBezTo>
                    <a:pt x="398" y="7"/>
                    <a:pt x="401" y="10"/>
                    <a:pt x="401" y="16"/>
                  </a:cubicBezTo>
                  <a:cubicBezTo>
                    <a:pt x="401" y="72"/>
                    <a:pt x="401" y="72"/>
                    <a:pt x="401" y="72"/>
                  </a:cubicBezTo>
                  <a:cubicBezTo>
                    <a:pt x="410" y="72"/>
                    <a:pt x="410" y="72"/>
                    <a:pt x="410" y="72"/>
                  </a:cubicBezTo>
                  <a:lnTo>
                    <a:pt x="410" y="15"/>
                  </a:lnTo>
                  <a:close/>
                  <a:moveTo>
                    <a:pt x="380" y="31"/>
                  </a:moveTo>
                  <a:cubicBezTo>
                    <a:pt x="380" y="20"/>
                    <a:pt x="377" y="12"/>
                    <a:pt x="370" y="7"/>
                  </a:cubicBezTo>
                  <a:cubicBezTo>
                    <a:pt x="364" y="2"/>
                    <a:pt x="357" y="0"/>
                    <a:pt x="348" y="0"/>
                  </a:cubicBezTo>
                  <a:cubicBezTo>
                    <a:pt x="342" y="0"/>
                    <a:pt x="337" y="0"/>
                    <a:pt x="333" y="2"/>
                  </a:cubicBezTo>
                  <a:cubicBezTo>
                    <a:pt x="333" y="10"/>
                    <a:pt x="333" y="10"/>
                    <a:pt x="333" y="10"/>
                  </a:cubicBezTo>
                  <a:cubicBezTo>
                    <a:pt x="334" y="10"/>
                    <a:pt x="334" y="10"/>
                    <a:pt x="334" y="10"/>
                  </a:cubicBezTo>
                  <a:cubicBezTo>
                    <a:pt x="337" y="8"/>
                    <a:pt x="342" y="8"/>
                    <a:pt x="347" y="8"/>
                  </a:cubicBezTo>
                  <a:cubicBezTo>
                    <a:pt x="363" y="8"/>
                    <a:pt x="371" y="16"/>
                    <a:pt x="371" y="33"/>
                  </a:cubicBezTo>
                  <a:cubicBezTo>
                    <a:pt x="371" y="72"/>
                    <a:pt x="371" y="72"/>
                    <a:pt x="371" y="72"/>
                  </a:cubicBezTo>
                  <a:cubicBezTo>
                    <a:pt x="380" y="72"/>
                    <a:pt x="380" y="72"/>
                    <a:pt x="380" y="72"/>
                  </a:cubicBezTo>
                  <a:lnTo>
                    <a:pt x="380" y="31"/>
                  </a:lnTo>
                  <a:close/>
                  <a:moveTo>
                    <a:pt x="322" y="15"/>
                  </a:moveTo>
                  <a:cubicBezTo>
                    <a:pt x="322" y="10"/>
                    <a:pt x="321" y="6"/>
                    <a:pt x="318" y="3"/>
                  </a:cubicBezTo>
                  <a:cubicBezTo>
                    <a:pt x="316" y="1"/>
                    <a:pt x="313" y="0"/>
                    <a:pt x="310" y="0"/>
                  </a:cubicBezTo>
                  <a:cubicBezTo>
                    <a:pt x="309" y="0"/>
                    <a:pt x="309" y="0"/>
                    <a:pt x="309" y="0"/>
                  </a:cubicBezTo>
                  <a:cubicBezTo>
                    <a:pt x="307" y="0"/>
                    <a:pt x="305" y="0"/>
                    <a:pt x="304" y="1"/>
                  </a:cubicBezTo>
                  <a:cubicBezTo>
                    <a:pt x="304" y="8"/>
                    <a:pt x="304" y="8"/>
                    <a:pt x="304" y="8"/>
                  </a:cubicBezTo>
                  <a:cubicBezTo>
                    <a:pt x="305" y="8"/>
                    <a:pt x="305" y="8"/>
                    <a:pt x="305" y="7"/>
                  </a:cubicBezTo>
                  <a:cubicBezTo>
                    <a:pt x="306" y="7"/>
                    <a:pt x="306" y="7"/>
                    <a:pt x="306" y="7"/>
                  </a:cubicBezTo>
                  <a:cubicBezTo>
                    <a:pt x="311" y="7"/>
                    <a:pt x="313" y="10"/>
                    <a:pt x="313" y="16"/>
                  </a:cubicBezTo>
                  <a:cubicBezTo>
                    <a:pt x="313" y="40"/>
                    <a:pt x="313" y="40"/>
                    <a:pt x="313" y="40"/>
                  </a:cubicBezTo>
                  <a:cubicBezTo>
                    <a:pt x="322" y="40"/>
                    <a:pt x="322" y="40"/>
                    <a:pt x="322" y="40"/>
                  </a:cubicBezTo>
                  <a:lnTo>
                    <a:pt x="322" y="15"/>
                  </a:lnTo>
                  <a:close/>
                  <a:moveTo>
                    <a:pt x="293" y="15"/>
                  </a:moveTo>
                  <a:cubicBezTo>
                    <a:pt x="293" y="10"/>
                    <a:pt x="291" y="6"/>
                    <a:pt x="289" y="3"/>
                  </a:cubicBezTo>
                  <a:cubicBezTo>
                    <a:pt x="286" y="1"/>
                    <a:pt x="283" y="0"/>
                    <a:pt x="280" y="0"/>
                  </a:cubicBezTo>
                  <a:cubicBezTo>
                    <a:pt x="280" y="0"/>
                    <a:pt x="280" y="0"/>
                    <a:pt x="280" y="0"/>
                  </a:cubicBezTo>
                  <a:cubicBezTo>
                    <a:pt x="277" y="0"/>
                    <a:pt x="276" y="0"/>
                    <a:pt x="275" y="1"/>
                  </a:cubicBezTo>
                  <a:cubicBezTo>
                    <a:pt x="275" y="8"/>
                    <a:pt x="275" y="8"/>
                    <a:pt x="275" y="8"/>
                  </a:cubicBezTo>
                  <a:cubicBezTo>
                    <a:pt x="275" y="8"/>
                    <a:pt x="275" y="8"/>
                    <a:pt x="276" y="7"/>
                  </a:cubicBezTo>
                  <a:cubicBezTo>
                    <a:pt x="277" y="7"/>
                    <a:pt x="277" y="7"/>
                    <a:pt x="277" y="7"/>
                  </a:cubicBezTo>
                  <a:cubicBezTo>
                    <a:pt x="281" y="7"/>
                    <a:pt x="284" y="10"/>
                    <a:pt x="284" y="16"/>
                  </a:cubicBezTo>
                  <a:cubicBezTo>
                    <a:pt x="284" y="72"/>
                    <a:pt x="284" y="72"/>
                    <a:pt x="284" y="72"/>
                  </a:cubicBezTo>
                  <a:cubicBezTo>
                    <a:pt x="293" y="72"/>
                    <a:pt x="293" y="72"/>
                    <a:pt x="293" y="72"/>
                  </a:cubicBezTo>
                  <a:lnTo>
                    <a:pt x="293" y="15"/>
                  </a:lnTo>
                  <a:close/>
                  <a:moveTo>
                    <a:pt x="263" y="15"/>
                  </a:moveTo>
                  <a:cubicBezTo>
                    <a:pt x="263" y="10"/>
                    <a:pt x="261" y="6"/>
                    <a:pt x="258" y="3"/>
                  </a:cubicBezTo>
                  <a:cubicBezTo>
                    <a:pt x="256" y="1"/>
                    <a:pt x="253" y="0"/>
                    <a:pt x="250" y="0"/>
                  </a:cubicBezTo>
                  <a:cubicBezTo>
                    <a:pt x="250" y="0"/>
                    <a:pt x="250" y="0"/>
                    <a:pt x="250" y="0"/>
                  </a:cubicBezTo>
                  <a:cubicBezTo>
                    <a:pt x="247" y="0"/>
                    <a:pt x="246" y="0"/>
                    <a:pt x="245" y="1"/>
                  </a:cubicBezTo>
                  <a:cubicBezTo>
                    <a:pt x="245" y="8"/>
                    <a:pt x="245" y="8"/>
                    <a:pt x="245" y="8"/>
                  </a:cubicBezTo>
                  <a:cubicBezTo>
                    <a:pt x="245" y="8"/>
                    <a:pt x="245" y="8"/>
                    <a:pt x="246" y="7"/>
                  </a:cubicBezTo>
                  <a:cubicBezTo>
                    <a:pt x="246" y="7"/>
                    <a:pt x="246" y="7"/>
                    <a:pt x="246" y="7"/>
                  </a:cubicBezTo>
                  <a:cubicBezTo>
                    <a:pt x="251" y="7"/>
                    <a:pt x="254" y="10"/>
                    <a:pt x="254" y="16"/>
                  </a:cubicBezTo>
                  <a:cubicBezTo>
                    <a:pt x="254" y="97"/>
                    <a:pt x="254" y="97"/>
                    <a:pt x="254" y="97"/>
                  </a:cubicBezTo>
                  <a:cubicBezTo>
                    <a:pt x="263" y="97"/>
                    <a:pt x="263" y="97"/>
                    <a:pt x="263" y="97"/>
                  </a:cubicBezTo>
                  <a:lnTo>
                    <a:pt x="263" y="15"/>
                  </a:lnTo>
                  <a:close/>
                  <a:moveTo>
                    <a:pt x="210" y="64"/>
                  </a:moveTo>
                  <a:cubicBezTo>
                    <a:pt x="205" y="64"/>
                    <a:pt x="205" y="64"/>
                    <a:pt x="205" y="64"/>
                  </a:cubicBezTo>
                  <a:cubicBezTo>
                    <a:pt x="202" y="64"/>
                    <a:pt x="201" y="62"/>
                    <a:pt x="201" y="58"/>
                  </a:cubicBezTo>
                  <a:cubicBezTo>
                    <a:pt x="201" y="31"/>
                    <a:pt x="201" y="31"/>
                    <a:pt x="201" y="31"/>
                  </a:cubicBezTo>
                  <a:cubicBezTo>
                    <a:pt x="201" y="21"/>
                    <a:pt x="198" y="13"/>
                    <a:pt x="191" y="7"/>
                  </a:cubicBezTo>
                  <a:cubicBezTo>
                    <a:pt x="186" y="2"/>
                    <a:pt x="179" y="0"/>
                    <a:pt x="171" y="0"/>
                  </a:cubicBezTo>
                  <a:cubicBezTo>
                    <a:pt x="165" y="0"/>
                    <a:pt x="160" y="1"/>
                    <a:pt x="156" y="2"/>
                  </a:cubicBezTo>
                  <a:cubicBezTo>
                    <a:pt x="156" y="10"/>
                    <a:pt x="156" y="10"/>
                    <a:pt x="156" y="10"/>
                  </a:cubicBezTo>
                  <a:cubicBezTo>
                    <a:pt x="156" y="10"/>
                    <a:pt x="156" y="10"/>
                    <a:pt x="156" y="10"/>
                  </a:cubicBezTo>
                  <a:cubicBezTo>
                    <a:pt x="160" y="9"/>
                    <a:pt x="164" y="8"/>
                    <a:pt x="169" y="8"/>
                  </a:cubicBezTo>
                  <a:cubicBezTo>
                    <a:pt x="184" y="8"/>
                    <a:pt x="192" y="16"/>
                    <a:pt x="192" y="33"/>
                  </a:cubicBezTo>
                  <a:cubicBezTo>
                    <a:pt x="192" y="58"/>
                    <a:pt x="192" y="58"/>
                    <a:pt x="192" y="58"/>
                  </a:cubicBezTo>
                  <a:cubicBezTo>
                    <a:pt x="192" y="61"/>
                    <a:pt x="192" y="63"/>
                    <a:pt x="193" y="64"/>
                  </a:cubicBezTo>
                  <a:cubicBezTo>
                    <a:pt x="153" y="64"/>
                    <a:pt x="153" y="64"/>
                    <a:pt x="153" y="64"/>
                  </a:cubicBezTo>
                  <a:cubicBezTo>
                    <a:pt x="153" y="72"/>
                    <a:pt x="153" y="72"/>
                    <a:pt x="153" y="72"/>
                  </a:cubicBezTo>
                  <a:cubicBezTo>
                    <a:pt x="210" y="72"/>
                    <a:pt x="210" y="72"/>
                    <a:pt x="210" y="72"/>
                  </a:cubicBezTo>
                  <a:lnTo>
                    <a:pt x="210" y="64"/>
                  </a:lnTo>
                  <a:close/>
                  <a:moveTo>
                    <a:pt x="140" y="23"/>
                  </a:moveTo>
                  <a:cubicBezTo>
                    <a:pt x="140" y="15"/>
                    <a:pt x="138" y="9"/>
                    <a:pt x="134" y="5"/>
                  </a:cubicBezTo>
                  <a:cubicBezTo>
                    <a:pt x="130" y="2"/>
                    <a:pt x="125" y="0"/>
                    <a:pt x="120" y="0"/>
                  </a:cubicBezTo>
                  <a:cubicBezTo>
                    <a:pt x="117" y="0"/>
                    <a:pt x="114" y="1"/>
                    <a:pt x="113" y="1"/>
                  </a:cubicBezTo>
                  <a:cubicBezTo>
                    <a:pt x="113" y="9"/>
                    <a:pt x="113" y="9"/>
                    <a:pt x="113" y="9"/>
                  </a:cubicBezTo>
                  <a:cubicBezTo>
                    <a:pt x="114" y="9"/>
                    <a:pt x="114" y="9"/>
                    <a:pt x="114" y="9"/>
                  </a:cubicBezTo>
                  <a:cubicBezTo>
                    <a:pt x="115" y="8"/>
                    <a:pt x="117" y="8"/>
                    <a:pt x="118" y="8"/>
                  </a:cubicBezTo>
                  <a:cubicBezTo>
                    <a:pt x="127" y="8"/>
                    <a:pt x="131" y="13"/>
                    <a:pt x="131" y="24"/>
                  </a:cubicBezTo>
                  <a:cubicBezTo>
                    <a:pt x="131" y="64"/>
                    <a:pt x="131" y="64"/>
                    <a:pt x="131" y="64"/>
                  </a:cubicBezTo>
                  <a:cubicBezTo>
                    <a:pt x="111" y="64"/>
                    <a:pt x="111" y="64"/>
                    <a:pt x="111" y="64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40" y="72"/>
                    <a:pt x="140" y="72"/>
                    <a:pt x="140" y="72"/>
                  </a:cubicBezTo>
                  <a:lnTo>
                    <a:pt x="140" y="23"/>
                  </a:lnTo>
                  <a:close/>
                  <a:moveTo>
                    <a:pt x="96" y="46"/>
                  </a:moveTo>
                  <a:cubicBezTo>
                    <a:pt x="96" y="26"/>
                    <a:pt x="96" y="26"/>
                    <a:pt x="96" y="26"/>
                  </a:cubicBezTo>
                  <a:cubicBezTo>
                    <a:pt x="96" y="18"/>
                    <a:pt x="94" y="11"/>
                    <a:pt x="90" y="6"/>
                  </a:cubicBezTo>
                  <a:cubicBezTo>
                    <a:pt x="86" y="2"/>
                    <a:pt x="81" y="0"/>
                    <a:pt x="74" y="0"/>
                  </a:cubicBezTo>
                  <a:cubicBezTo>
                    <a:pt x="71" y="0"/>
                    <a:pt x="69" y="0"/>
                    <a:pt x="67" y="1"/>
                  </a:cubicBezTo>
                  <a:cubicBezTo>
                    <a:pt x="67" y="8"/>
                    <a:pt x="67" y="8"/>
                    <a:pt x="67" y="8"/>
                  </a:cubicBezTo>
                  <a:cubicBezTo>
                    <a:pt x="68" y="8"/>
                    <a:pt x="68" y="8"/>
                    <a:pt x="68" y="8"/>
                  </a:cubicBezTo>
                  <a:cubicBezTo>
                    <a:pt x="69" y="8"/>
                    <a:pt x="71" y="8"/>
                    <a:pt x="73" y="8"/>
                  </a:cubicBezTo>
                  <a:cubicBezTo>
                    <a:pt x="77" y="8"/>
                    <a:pt x="81" y="9"/>
                    <a:pt x="84" y="13"/>
                  </a:cubicBezTo>
                  <a:cubicBezTo>
                    <a:pt x="86" y="16"/>
                    <a:pt x="88" y="21"/>
                    <a:pt x="88" y="28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36"/>
                    <a:pt x="87" y="43"/>
                    <a:pt x="84" y="49"/>
                  </a:cubicBezTo>
                  <a:cubicBezTo>
                    <a:pt x="82" y="54"/>
                    <a:pt x="79" y="58"/>
                    <a:pt x="76" y="61"/>
                  </a:cubicBezTo>
                  <a:cubicBezTo>
                    <a:pt x="73" y="63"/>
                    <a:pt x="70" y="65"/>
                    <a:pt x="68" y="65"/>
                  </a:cubicBezTo>
                  <a:cubicBezTo>
                    <a:pt x="66" y="65"/>
                    <a:pt x="64" y="64"/>
                    <a:pt x="62" y="63"/>
                  </a:cubicBezTo>
                  <a:cubicBezTo>
                    <a:pt x="61" y="63"/>
                    <a:pt x="61" y="63"/>
                    <a:pt x="61" y="63"/>
                  </a:cubicBezTo>
                  <a:cubicBezTo>
                    <a:pt x="61" y="71"/>
                    <a:pt x="61" y="71"/>
                    <a:pt x="61" y="71"/>
                  </a:cubicBezTo>
                  <a:cubicBezTo>
                    <a:pt x="63" y="73"/>
                    <a:pt x="65" y="73"/>
                    <a:pt x="67" y="73"/>
                  </a:cubicBezTo>
                  <a:cubicBezTo>
                    <a:pt x="76" y="73"/>
                    <a:pt x="82" y="67"/>
                    <a:pt x="87" y="53"/>
                  </a:cubicBezTo>
                  <a:cubicBezTo>
                    <a:pt x="87" y="53"/>
                    <a:pt x="87" y="52"/>
                    <a:pt x="88" y="52"/>
                  </a:cubicBezTo>
                  <a:cubicBezTo>
                    <a:pt x="88" y="52"/>
                    <a:pt x="89" y="53"/>
                    <a:pt x="89" y="53"/>
                  </a:cubicBezTo>
                  <a:cubicBezTo>
                    <a:pt x="89" y="61"/>
                    <a:pt x="90" y="68"/>
                    <a:pt x="91" y="72"/>
                  </a:cubicBezTo>
                  <a:cubicBezTo>
                    <a:pt x="99" y="72"/>
                    <a:pt x="99" y="72"/>
                    <a:pt x="99" y="72"/>
                  </a:cubicBezTo>
                  <a:cubicBezTo>
                    <a:pt x="99" y="71"/>
                    <a:pt x="99" y="71"/>
                    <a:pt x="99" y="71"/>
                  </a:cubicBezTo>
                  <a:cubicBezTo>
                    <a:pt x="97" y="63"/>
                    <a:pt x="96" y="55"/>
                    <a:pt x="96" y="46"/>
                  </a:cubicBezTo>
                  <a:moveTo>
                    <a:pt x="56" y="64"/>
                  </a:moveTo>
                  <a:cubicBezTo>
                    <a:pt x="51" y="64"/>
                    <a:pt x="51" y="64"/>
                    <a:pt x="51" y="64"/>
                  </a:cubicBezTo>
                  <a:cubicBezTo>
                    <a:pt x="48" y="64"/>
                    <a:pt x="47" y="62"/>
                    <a:pt x="47" y="58"/>
                  </a:cubicBezTo>
                  <a:cubicBezTo>
                    <a:pt x="47" y="31"/>
                    <a:pt x="47" y="31"/>
                    <a:pt x="47" y="31"/>
                  </a:cubicBezTo>
                  <a:cubicBezTo>
                    <a:pt x="47" y="21"/>
                    <a:pt x="44" y="13"/>
                    <a:pt x="38" y="7"/>
                  </a:cubicBezTo>
                  <a:cubicBezTo>
                    <a:pt x="32" y="2"/>
                    <a:pt x="25" y="0"/>
                    <a:pt x="17" y="0"/>
                  </a:cubicBezTo>
                  <a:cubicBezTo>
                    <a:pt x="11" y="0"/>
                    <a:pt x="6" y="1"/>
                    <a:pt x="2" y="2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6" y="9"/>
                    <a:pt x="10" y="8"/>
                    <a:pt x="15" y="8"/>
                  </a:cubicBezTo>
                  <a:cubicBezTo>
                    <a:pt x="31" y="8"/>
                    <a:pt x="38" y="16"/>
                    <a:pt x="38" y="33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8" y="61"/>
                    <a:pt x="39" y="63"/>
                    <a:pt x="40" y="64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56" y="72"/>
                    <a:pt x="56" y="72"/>
                    <a:pt x="56" y="72"/>
                  </a:cubicBezTo>
                  <a:lnTo>
                    <a:pt x="56" y="64"/>
                  </a:lnTo>
                  <a:close/>
                </a:path>
              </a:pathLst>
            </a:custGeom>
            <a:solidFill>
              <a:srgbClr val="5757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18A0BB4-D4F7-45E5-A460-A1416185A634}"/>
                </a:ext>
              </a:extLst>
            </p:cNvPr>
            <p:cNvGrpSpPr/>
            <p:nvPr userDrawn="1"/>
          </p:nvGrpSpPr>
          <p:grpSpPr>
            <a:xfrm>
              <a:off x="2530476" y="6227763"/>
              <a:ext cx="412750" cy="417513"/>
              <a:chOff x="2530476" y="6227763"/>
              <a:chExt cx="412750" cy="417513"/>
            </a:xfrm>
          </p:grpSpPr>
          <p:sp>
            <p:nvSpPr>
              <p:cNvPr id="16" name="Oval 7">
                <a:extLst>
                  <a:ext uri="{FF2B5EF4-FFF2-40B4-BE49-F238E27FC236}">
                    <a16:creationId xmlns:a16="http://schemas.microsoft.com/office/drawing/2014/main" id="{65AC7294-6058-41B2-B083-BAA3A15BBDC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2530476" y="6227763"/>
                <a:ext cx="412750" cy="4175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" name="Freeform 8">
                <a:extLst>
                  <a:ext uri="{FF2B5EF4-FFF2-40B4-BE49-F238E27FC236}">
                    <a16:creationId xmlns:a16="http://schemas.microsoft.com/office/drawing/2014/main" id="{C81E98A1-595D-46E8-84A6-4344C75B1999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2752726" y="6480175"/>
                <a:ext cx="65088" cy="96838"/>
              </a:xfrm>
              <a:custGeom>
                <a:avLst/>
                <a:gdLst>
                  <a:gd name="T0" fmla="*/ 38 w 38"/>
                  <a:gd name="T1" fmla="*/ 56 h 56"/>
                  <a:gd name="T2" fmla="*/ 32 w 38"/>
                  <a:gd name="T3" fmla="*/ 7 h 56"/>
                  <a:gd name="T4" fmla="*/ 18 w 38"/>
                  <a:gd name="T5" fmla="*/ 0 h 56"/>
                  <a:gd name="T6" fmla="*/ 11 w 38"/>
                  <a:gd name="T7" fmla="*/ 56 h 56"/>
                  <a:gd name="T8" fmla="*/ 38 w 38"/>
                  <a:gd name="T9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56">
                    <a:moveTo>
                      <a:pt x="38" y="56"/>
                    </a:moveTo>
                    <a:cubicBezTo>
                      <a:pt x="18" y="45"/>
                      <a:pt x="20" y="24"/>
                      <a:pt x="32" y="7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" y="12"/>
                      <a:pt x="0" y="41"/>
                      <a:pt x="11" y="56"/>
                    </a:cubicBezTo>
                    <a:lnTo>
                      <a:pt x="38" y="5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" name="Freeform 9">
                <a:extLst>
                  <a:ext uri="{FF2B5EF4-FFF2-40B4-BE49-F238E27FC236}">
                    <a16:creationId xmlns:a16="http://schemas.microsoft.com/office/drawing/2014/main" id="{7897442F-696B-4801-8C86-48AD7AD054E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2576513" y="6284913"/>
                <a:ext cx="238125" cy="292100"/>
              </a:xfrm>
              <a:custGeom>
                <a:avLst/>
                <a:gdLst>
                  <a:gd name="T0" fmla="*/ 81 w 140"/>
                  <a:gd name="T1" fmla="*/ 169 h 169"/>
                  <a:gd name="T2" fmla="*/ 107 w 140"/>
                  <a:gd name="T3" fmla="*/ 169 h 169"/>
                  <a:gd name="T4" fmla="*/ 107 w 140"/>
                  <a:gd name="T5" fmla="*/ 124 h 169"/>
                  <a:gd name="T6" fmla="*/ 139 w 140"/>
                  <a:gd name="T7" fmla="*/ 73 h 169"/>
                  <a:gd name="T8" fmla="*/ 83 w 140"/>
                  <a:gd name="T9" fmla="*/ 0 h 169"/>
                  <a:gd name="T10" fmla="*/ 80 w 140"/>
                  <a:gd name="T11" fmla="*/ 119 h 169"/>
                  <a:gd name="T12" fmla="*/ 85 w 140"/>
                  <a:gd name="T13" fmla="*/ 109 h 169"/>
                  <a:gd name="T14" fmla="*/ 90 w 140"/>
                  <a:gd name="T15" fmla="*/ 101 h 169"/>
                  <a:gd name="T16" fmla="*/ 91 w 140"/>
                  <a:gd name="T17" fmla="*/ 13 h 169"/>
                  <a:gd name="T18" fmla="*/ 119 w 140"/>
                  <a:gd name="T19" fmla="*/ 71 h 169"/>
                  <a:gd name="T20" fmla="*/ 91 w 140"/>
                  <a:gd name="T21" fmla="*/ 111 h 169"/>
                  <a:gd name="T22" fmla="*/ 81 w 140"/>
                  <a:gd name="T23" fmla="*/ 169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40" h="169">
                    <a:moveTo>
                      <a:pt x="81" y="169"/>
                    </a:moveTo>
                    <a:cubicBezTo>
                      <a:pt x="107" y="169"/>
                      <a:pt x="107" y="169"/>
                      <a:pt x="107" y="169"/>
                    </a:cubicBezTo>
                    <a:cubicBezTo>
                      <a:pt x="100" y="156"/>
                      <a:pt x="101" y="138"/>
                      <a:pt x="107" y="124"/>
                    </a:cubicBezTo>
                    <a:cubicBezTo>
                      <a:pt x="115" y="106"/>
                      <a:pt x="140" y="96"/>
                      <a:pt x="139" y="73"/>
                    </a:cubicBezTo>
                    <a:cubicBezTo>
                      <a:pt x="138" y="43"/>
                      <a:pt x="108" y="13"/>
                      <a:pt x="83" y="0"/>
                    </a:cubicBezTo>
                    <a:cubicBezTo>
                      <a:pt x="101" y="35"/>
                      <a:pt x="0" y="78"/>
                      <a:pt x="80" y="119"/>
                    </a:cubicBezTo>
                    <a:cubicBezTo>
                      <a:pt x="80" y="119"/>
                      <a:pt x="83" y="113"/>
                      <a:pt x="85" y="109"/>
                    </a:cubicBezTo>
                    <a:cubicBezTo>
                      <a:pt x="86" y="106"/>
                      <a:pt x="90" y="101"/>
                      <a:pt x="90" y="101"/>
                    </a:cubicBezTo>
                    <a:cubicBezTo>
                      <a:pt x="42" y="78"/>
                      <a:pt x="95" y="47"/>
                      <a:pt x="91" y="13"/>
                    </a:cubicBezTo>
                    <a:cubicBezTo>
                      <a:pt x="103" y="26"/>
                      <a:pt x="121" y="53"/>
                      <a:pt x="119" y="71"/>
                    </a:cubicBezTo>
                    <a:cubicBezTo>
                      <a:pt x="117" y="89"/>
                      <a:pt x="100" y="97"/>
                      <a:pt x="91" y="111"/>
                    </a:cubicBezTo>
                    <a:cubicBezTo>
                      <a:pt x="81" y="124"/>
                      <a:pt x="80" y="149"/>
                      <a:pt x="81" y="169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" name="Freeform 10">
                <a:extLst>
                  <a:ext uri="{FF2B5EF4-FFF2-40B4-BE49-F238E27FC236}">
                    <a16:creationId xmlns:a16="http://schemas.microsoft.com/office/drawing/2014/main" id="{13024567-6DA0-40D2-B20E-C2357D24D1D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2652713" y="6473825"/>
                <a:ext cx="57150" cy="103188"/>
              </a:xfrm>
              <a:custGeom>
                <a:avLst/>
                <a:gdLst>
                  <a:gd name="T0" fmla="*/ 33 w 33"/>
                  <a:gd name="T1" fmla="*/ 15 h 59"/>
                  <a:gd name="T2" fmla="*/ 23 w 33"/>
                  <a:gd name="T3" fmla="*/ 9 h 59"/>
                  <a:gd name="T4" fmla="*/ 10 w 33"/>
                  <a:gd name="T5" fmla="*/ 0 h 59"/>
                  <a:gd name="T6" fmla="*/ 0 w 33"/>
                  <a:gd name="T7" fmla="*/ 59 h 59"/>
                  <a:gd name="T8" fmla="*/ 30 w 33"/>
                  <a:gd name="T9" fmla="*/ 59 h 59"/>
                  <a:gd name="T10" fmla="*/ 33 w 33"/>
                  <a:gd name="T11" fmla="*/ 15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3" h="59">
                    <a:moveTo>
                      <a:pt x="33" y="15"/>
                    </a:moveTo>
                    <a:cubicBezTo>
                      <a:pt x="33" y="15"/>
                      <a:pt x="27" y="12"/>
                      <a:pt x="23" y="9"/>
                    </a:cubicBezTo>
                    <a:cubicBezTo>
                      <a:pt x="18" y="6"/>
                      <a:pt x="10" y="0"/>
                      <a:pt x="10" y="0"/>
                    </a:cubicBezTo>
                    <a:cubicBezTo>
                      <a:pt x="16" y="20"/>
                      <a:pt x="16" y="45"/>
                      <a:pt x="0" y="59"/>
                    </a:cubicBezTo>
                    <a:cubicBezTo>
                      <a:pt x="30" y="59"/>
                      <a:pt x="30" y="59"/>
                      <a:pt x="30" y="59"/>
                    </a:cubicBezTo>
                    <a:cubicBezTo>
                      <a:pt x="30" y="42"/>
                      <a:pt x="30" y="29"/>
                      <a:pt x="33" y="15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F783D4C-B068-43AD-88C9-A0D18B249B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4707" y="1396207"/>
            <a:ext cx="5354900" cy="2387600"/>
          </a:xfrm>
        </p:spPr>
        <p:txBody>
          <a:bodyPr anchor="b">
            <a:normAutofit/>
          </a:bodyPr>
          <a:lstStyle>
            <a:lvl1pPr algn="l" rtl="0">
              <a:defRPr sz="44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9CDE13-FEF2-43B7-810A-8EF488D113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4707" y="3875882"/>
            <a:ext cx="5354900" cy="1655762"/>
          </a:xfrm>
        </p:spPr>
        <p:txBody>
          <a:bodyPr/>
          <a:lstStyle>
            <a:lvl1pPr marL="0" indent="0" algn="l" rtl="0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87577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2CCC03DB-F540-4E1A-BC4B-A2124079AAD3}"/>
              </a:ext>
            </a:extLst>
          </p:cNvPr>
          <p:cNvSpPr/>
          <p:nvPr userDrawn="1"/>
        </p:nvSpPr>
        <p:spPr>
          <a:xfrm flipH="1">
            <a:off x="9734310" y="168568"/>
            <a:ext cx="2457689" cy="5121133"/>
          </a:xfrm>
          <a:custGeom>
            <a:avLst/>
            <a:gdLst>
              <a:gd name="connsiteX0" fmla="*/ 0 w 2457689"/>
              <a:gd name="connsiteY0" fmla="*/ 0 h 5121133"/>
              <a:gd name="connsiteX1" fmla="*/ 2457689 w 2457689"/>
              <a:gd name="connsiteY1" fmla="*/ 1418947 h 5121133"/>
              <a:gd name="connsiteX2" fmla="*/ 2457689 w 2457689"/>
              <a:gd name="connsiteY2" fmla="*/ 5121133 h 5121133"/>
              <a:gd name="connsiteX3" fmla="*/ 0 w 2457689"/>
              <a:gd name="connsiteY3" fmla="*/ 3702186 h 5121133"/>
              <a:gd name="connsiteX4" fmla="*/ 0 w 2457689"/>
              <a:gd name="connsiteY4" fmla="*/ 0 h 5121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57689" h="5121133">
                <a:moveTo>
                  <a:pt x="0" y="0"/>
                </a:moveTo>
                <a:lnTo>
                  <a:pt x="2457689" y="1418947"/>
                </a:lnTo>
                <a:lnTo>
                  <a:pt x="2457689" y="5121133"/>
                </a:lnTo>
                <a:lnTo>
                  <a:pt x="0" y="370218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CFE1F7CC-E147-404A-A102-BE8B6E0C233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734309" y="1568299"/>
            <a:ext cx="2460441" cy="5120762"/>
          </a:xfrm>
          <a:custGeom>
            <a:avLst/>
            <a:gdLst>
              <a:gd name="connsiteX0" fmla="*/ 0 w 4959716"/>
              <a:gd name="connsiteY0" fmla="*/ 5017892 h 5017892"/>
              <a:gd name="connsiteX1" fmla="*/ 1239929 w 4959716"/>
              <a:gd name="connsiteY1" fmla="*/ 0 h 5017892"/>
              <a:gd name="connsiteX2" fmla="*/ 4959716 w 4959716"/>
              <a:gd name="connsiteY2" fmla="*/ 0 h 5017892"/>
              <a:gd name="connsiteX3" fmla="*/ 3719787 w 4959716"/>
              <a:gd name="connsiteY3" fmla="*/ 5017892 h 5017892"/>
              <a:gd name="connsiteX4" fmla="*/ 0 w 4959716"/>
              <a:gd name="connsiteY4" fmla="*/ 5017892 h 5017892"/>
              <a:gd name="connsiteX0" fmla="*/ 4671 w 4964387"/>
              <a:gd name="connsiteY0" fmla="*/ 5030592 h 5030592"/>
              <a:gd name="connsiteX1" fmla="*/ 0 w 4964387"/>
              <a:gd name="connsiteY1" fmla="*/ 0 h 5030592"/>
              <a:gd name="connsiteX2" fmla="*/ 4964387 w 4964387"/>
              <a:gd name="connsiteY2" fmla="*/ 12700 h 5030592"/>
              <a:gd name="connsiteX3" fmla="*/ 3724458 w 4964387"/>
              <a:gd name="connsiteY3" fmla="*/ 5030592 h 5030592"/>
              <a:gd name="connsiteX4" fmla="*/ 4671 w 4964387"/>
              <a:gd name="connsiteY4" fmla="*/ 5030592 h 5030592"/>
              <a:gd name="connsiteX0" fmla="*/ 4671 w 4970737"/>
              <a:gd name="connsiteY0" fmla="*/ 5030592 h 5030592"/>
              <a:gd name="connsiteX1" fmla="*/ 0 w 4970737"/>
              <a:gd name="connsiteY1" fmla="*/ 0 h 5030592"/>
              <a:gd name="connsiteX2" fmla="*/ 4970737 w 4970737"/>
              <a:gd name="connsiteY2" fmla="*/ 2908300 h 5030592"/>
              <a:gd name="connsiteX3" fmla="*/ 3724458 w 4970737"/>
              <a:gd name="connsiteY3" fmla="*/ 5030592 h 5030592"/>
              <a:gd name="connsiteX4" fmla="*/ 4671 w 4970737"/>
              <a:gd name="connsiteY4" fmla="*/ 5030592 h 5030592"/>
              <a:gd name="connsiteX0" fmla="*/ 4671 w 4970737"/>
              <a:gd name="connsiteY0" fmla="*/ 5030592 h 5036942"/>
              <a:gd name="connsiteX1" fmla="*/ 0 w 4970737"/>
              <a:gd name="connsiteY1" fmla="*/ 0 h 5036942"/>
              <a:gd name="connsiteX2" fmla="*/ 4970737 w 4970737"/>
              <a:gd name="connsiteY2" fmla="*/ 2908300 h 5036942"/>
              <a:gd name="connsiteX3" fmla="*/ 4969058 w 4970737"/>
              <a:gd name="connsiteY3" fmla="*/ 5036942 h 5036942"/>
              <a:gd name="connsiteX4" fmla="*/ 4671 w 4970737"/>
              <a:gd name="connsiteY4" fmla="*/ 5030592 h 5036942"/>
              <a:gd name="connsiteX0" fmla="*/ 4671 w 4970737"/>
              <a:gd name="connsiteY0" fmla="*/ 5030592 h 5036942"/>
              <a:gd name="connsiteX1" fmla="*/ 5038 w 4970737"/>
              <a:gd name="connsiteY1" fmla="*/ 5030592 h 5036942"/>
              <a:gd name="connsiteX2" fmla="*/ 0 w 4970737"/>
              <a:gd name="connsiteY2" fmla="*/ 0 h 5036942"/>
              <a:gd name="connsiteX3" fmla="*/ 4970737 w 4970737"/>
              <a:gd name="connsiteY3" fmla="*/ 2908300 h 5036942"/>
              <a:gd name="connsiteX4" fmla="*/ 4969058 w 4970737"/>
              <a:gd name="connsiteY4" fmla="*/ 5036942 h 5036942"/>
              <a:gd name="connsiteX5" fmla="*/ 4671 w 4970737"/>
              <a:gd name="connsiteY5" fmla="*/ 5030592 h 5036942"/>
              <a:gd name="connsiteX0" fmla="*/ 703171 w 4970737"/>
              <a:gd name="connsiteY0" fmla="*/ 4522592 h 5036942"/>
              <a:gd name="connsiteX1" fmla="*/ 5038 w 4970737"/>
              <a:gd name="connsiteY1" fmla="*/ 5030592 h 5036942"/>
              <a:gd name="connsiteX2" fmla="*/ 0 w 4970737"/>
              <a:gd name="connsiteY2" fmla="*/ 0 h 5036942"/>
              <a:gd name="connsiteX3" fmla="*/ 4970737 w 4970737"/>
              <a:gd name="connsiteY3" fmla="*/ 2908300 h 5036942"/>
              <a:gd name="connsiteX4" fmla="*/ 4969058 w 4970737"/>
              <a:gd name="connsiteY4" fmla="*/ 5036942 h 5036942"/>
              <a:gd name="connsiteX5" fmla="*/ 703171 w 4970737"/>
              <a:gd name="connsiteY5" fmla="*/ 4522592 h 5036942"/>
              <a:gd name="connsiteX0" fmla="*/ 2081121 w 4970737"/>
              <a:gd name="connsiteY0" fmla="*/ 5036942 h 5036942"/>
              <a:gd name="connsiteX1" fmla="*/ 5038 w 4970737"/>
              <a:gd name="connsiteY1" fmla="*/ 5030592 h 5036942"/>
              <a:gd name="connsiteX2" fmla="*/ 0 w 4970737"/>
              <a:gd name="connsiteY2" fmla="*/ 0 h 5036942"/>
              <a:gd name="connsiteX3" fmla="*/ 4970737 w 4970737"/>
              <a:gd name="connsiteY3" fmla="*/ 2908300 h 5036942"/>
              <a:gd name="connsiteX4" fmla="*/ 4969058 w 4970737"/>
              <a:gd name="connsiteY4" fmla="*/ 5036942 h 5036942"/>
              <a:gd name="connsiteX5" fmla="*/ 2081121 w 4970737"/>
              <a:gd name="connsiteY5" fmla="*/ 5036942 h 5036942"/>
              <a:gd name="connsiteX0" fmla="*/ 2081121 w 4970737"/>
              <a:gd name="connsiteY0" fmla="*/ 5036942 h 5036942"/>
              <a:gd name="connsiteX1" fmla="*/ 5038 w 4970737"/>
              <a:gd name="connsiteY1" fmla="*/ 3849492 h 5036942"/>
              <a:gd name="connsiteX2" fmla="*/ 0 w 4970737"/>
              <a:gd name="connsiteY2" fmla="*/ 0 h 5036942"/>
              <a:gd name="connsiteX3" fmla="*/ 4970737 w 4970737"/>
              <a:gd name="connsiteY3" fmla="*/ 2908300 h 5036942"/>
              <a:gd name="connsiteX4" fmla="*/ 4969058 w 4970737"/>
              <a:gd name="connsiteY4" fmla="*/ 5036942 h 5036942"/>
              <a:gd name="connsiteX5" fmla="*/ 2081121 w 4970737"/>
              <a:gd name="connsiteY5" fmla="*/ 5036942 h 5036942"/>
              <a:gd name="connsiteX0" fmla="*/ 2081121 w 4970737"/>
              <a:gd name="connsiteY0" fmla="*/ 5036942 h 5036942"/>
              <a:gd name="connsiteX1" fmla="*/ 5038 w 4970737"/>
              <a:gd name="connsiteY1" fmla="*/ 3849492 h 5036942"/>
              <a:gd name="connsiteX2" fmla="*/ 0 w 4970737"/>
              <a:gd name="connsiteY2" fmla="*/ 0 h 5036942"/>
              <a:gd name="connsiteX3" fmla="*/ 4970737 w 4970737"/>
              <a:gd name="connsiteY3" fmla="*/ 2901950 h 5036942"/>
              <a:gd name="connsiteX4" fmla="*/ 4969058 w 4970737"/>
              <a:gd name="connsiteY4" fmla="*/ 5036942 h 5036942"/>
              <a:gd name="connsiteX5" fmla="*/ 2081121 w 4970737"/>
              <a:gd name="connsiteY5" fmla="*/ 5036942 h 5036942"/>
              <a:gd name="connsiteX0" fmla="*/ 2076279 w 4965895"/>
              <a:gd name="connsiteY0" fmla="*/ 4979792 h 4979792"/>
              <a:gd name="connsiteX1" fmla="*/ 196 w 4965895"/>
              <a:gd name="connsiteY1" fmla="*/ 3792342 h 4979792"/>
              <a:gd name="connsiteX2" fmla="*/ 6588 w 4965895"/>
              <a:gd name="connsiteY2" fmla="*/ 0 h 4979792"/>
              <a:gd name="connsiteX3" fmla="*/ 4965895 w 4965895"/>
              <a:gd name="connsiteY3" fmla="*/ 2844800 h 4979792"/>
              <a:gd name="connsiteX4" fmla="*/ 4964216 w 4965895"/>
              <a:gd name="connsiteY4" fmla="*/ 4979792 h 4979792"/>
              <a:gd name="connsiteX5" fmla="*/ 2076279 w 4965895"/>
              <a:gd name="connsiteY5" fmla="*/ 4979792 h 4979792"/>
              <a:gd name="connsiteX0" fmla="*/ 2076385 w 4966001"/>
              <a:gd name="connsiteY0" fmla="*/ 4983602 h 4983602"/>
              <a:gd name="connsiteX1" fmla="*/ 302 w 4966001"/>
              <a:gd name="connsiteY1" fmla="*/ 3796152 h 4983602"/>
              <a:gd name="connsiteX2" fmla="*/ 2884 w 4966001"/>
              <a:gd name="connsiteY2" fmla="*/ 0 h 4983602"/>
              <a:gd name="connsiteX3" fmla="*/ 4966001 w 4966001"/>
              <a:gd name="connsiteY3" fmla="*/ 2848610 h 4983602"/>
              <a:gd name="connsiteX4" fmla="*/ 4964322 w 4966001"/>
              <a:gd name="connsiteY4" fmla="*/ 4983602 h 4983602"/>
              <a:gd name="connsiteX5" fmla="*/ 2076385 w 4966001"/>
              <a:gd name="connsiteY5" fmla="*/ 4983602 h 4983602"/>
              <a:gd name="connsiteX0" fmla="*/ 2457385 w 4966001"/>
              <a:gd name="connsiteY0" fmla="*/ 5120762 h 5120762"/>
              <a:gd name="connsiteX1" fmla="*/ 302 w 4966001"/>
              <a:gd name="connsiteY1" fmla="*/ 3796152 h 5120762"/>
              <a:gd name="connsiteX2" fmla="*/ 2884 w 4966001"/>
              <a:gd name="connsiteY2" fmla="*/ 0 h 5120762"/>
              <a:gd name="connsiteX3" fmla="*/ 4966001 w 4966001"/>
              <a:gd name="connsiteY3" fmla="*/ 2848610 h 5120762"/>
              <a:gd name="connsiteX4" fmla="*/ 4964322 w 4966001"/>
              <a:gd name="connsiteY4" fmla="*/ 4983602 h 5120762"/>
              <a:gd name="connsiteX5" fmla="*/ 2457385 w 4966001"/>
              <a:gd name="connsiteY5" fmla="*/ 5120762 h 5120762"/>
              <a:gd name="connsiteX0" fmla="*/ 2457385 w 5018502"/>
              <a:gd name="connsiteY0" fmla="*/ 5120762 h 5120762"/>
              <a:gd name="connsiteX1" fmla="*/ 302 w 5018502"/>
              <a:gd name="connsiteY1" fmla="*/ 3796152 h 5120762"/>
              <a:gd name="connsiteX2" fmla="*/ 2884 w 5018502"/>
              <a:gd name="connsiteY2" fmla="*/ 0 h 5120762"/>
              <a:gd name="connsiteX3" fmla="*/ 4966001 w 5018502"/>
              <a:gd name="connsiteY3" fmla="*/ 2848610 h 5120762"/>
              <a:gd name="connsiteX4" fmla="*/ 2457385 w 5018502"/>
              <a:gd name="connsiteY4" fmla="*/ 5120762 h 5120762"/>
              <a:gd name="connsiteX0" fmla="*/ 2457385 w 2943293"/>
              <a:gd name="connsiteY0" fmla="*/ 5120762 h 5120762"/>
              <a:gd name="connsiteX1" fmla="*/ 302 w 2943293"/>
              <a:gd name="connsiteY1" fmla="*/ 3796152 h 5120762"/>
              <a:gd name="connsiteX2" fmla="*/ 2884 w 2943293"/>
              <a:gd name="connsiteY2" fmla="*/ 0 h 5120762"/>
              <a:gd name="connsiteX3" fmla="*/ 2481881 w 2943293"/>
              <a:gd name="connsiteY3" fmla="*/ 3239770 h 5120762"/>
              <a:gd name="connsiteX4" fmla="*/ 2457385 w 2943293"/>
              <a:gd name="connsiteY4" fmla="*/ 5120762 h 5120762"/>
              <a:gd name="connsiteX0" fmla="*/ 2457385 w 2939298"/>
              <a:gd name="connsiteY0" fmla="*/ 5120762 h 5120762"/>
              <a:gd name="connsiteX1" fmla="*/ 302 w 2939298"/>
              <a:gd name="connsiteY1" fmla="*/ 3796152 h 5120762"/>
              <a:gd name="connsiteX2" fmla="*/ 2884 w 2939298"/>
              <a:gd name="connsiteY2" fmla="*/ 0 h 5120762"/>
              <a:gd name="connsiteX3" fmla="*/ 2471721 w 2939298"/>
              <a:gd name="connsiteY3" fmla="*/ 1410970 h 5120762"/>
              <a:gd name="connsiteX4" fmla="*/ 2457385 w 2939298"/>
              <a:gd name="connsiteY4" fmla="*/ 5120762 h 5120762"/>
              <a:gd name="connsiteX0" fmla="*/ 2457385 w 2940987"/>
              <a:gd name="connsiteY0" fmla="*/ 5120762 h 5120762"/>
              <a:gd name="connsiteX1" fmla="*/ 302 w 2940987"/>
              <a:gd name="connsiteY1" fmla="*/ 3796152 h 5120762"/>
              <a:gd name="connsiteX2" fmla="*/ 2884 w 2940987"/>
              <a:gd name="connsiteY2" fmla="*/ 0 h 5120762"/>
              <a:gd name="connsiteX3" fmla="*/ 2471721 w 2940987"/>
              <a:gd name="connsiteY3" fmla="*/ 1410970 h 5120762"/>
              <a:gd name="connsiteX4" fmla="*/ 2457385 w 2940987"/>
              <a:gd name="connsiteY4" fmla="*/ 5120762 h 5120762"/>
              <a:gd name="connsiteX0" fmla="*/ 2457385 w 2642606"/>
              <a:gd name="connsiteY0" fmla="*/ 5120762 h 5120762"/>
              <a:gd name="connsiteX1" fmla="*/ 302 w 2642606"/>
              <a:gd name="connsiteY1" fmla="*/ 3796152 h 5120762"/>
              <a:gd name="connsiteX2" fmla="*/ 2884 w 2642606"/>
              <a:gd name="connsiteY2" fmla="*/ 0 h 5120762"/>
              <a:gd name="connsiteX3" fmla="*/ 2471721 w 2642606"/>
              <a:gd name="connsiteY3" fmla="*/ 1410970 h 5120762"/>
              <a:gd name="connsiteX4" fmla="*/ 2457385 w 2642606"/>
              <a:gd name="connsiteY4" fmla="*/ 5120762 h 5120762"/>
              <a:gd name="connsiteX0" fmla="*/ 2457385 w 2807365"/>
              <a:gd name="connsiteY0" fmla="*/ 5120762 h 5137422"/>
              <a:gd name="connsiteX1" fmla="*/ 302 w 2807365"/>
              <a:gd name="connsiteY1" fmla="*/ 3796152 h 5137422"/>
              <a:gd name="connsiteX2" fmla="*/ 2884 w 2807365"/>
              <a:gd name="connsiteY2" fmla="*/ 0 h 5137422"/>
              <a:gd name="connsiteX3" fmla="*/ 2471721 w 2807365"/>
              <a:gd name="connsiteY3" fmla="*/ 1410970 h 5137422"/>
              <a:gd name="connsiteX4" fmla="*/ 2457385 w 2807365"/>
              <a:gd name="connsiteY4" fmla="*/ 5120762 h 5137422"/>
              <a:gd name="connsiteX0" fmla="*/ 2457385 w 2651440"/>
              <a:gd name="connsiteY0" fmla="*/ 5120762 h 5120762"/>
              <a:gd name="connsiteX1" fmla="*/ 302 w 2651440"/>
              <a:gd name="connsiteY1" fmla="*/ 3796152 h 5120762"/>
              <a:gd name="connsiteX2" fmla="*/ 2884 w 2651440"/>
              <a:gd name="connsiteY2" fmla="*/ 0 h 5120762"/>
              <a:gd name="connsiteX3" fmla="*/ 2471721 w 2651440"/>
              <a:gd name="connsiteY3" fmla="*/ 1410970 h 5120762"/>
              <a:gd name="connsiteX4" fmla="*/ 2457385 w 2651440"/>
              <a:gd name="connsiteY4" fmla="*/ 5120762 h 5120762"/>
              <a:gd name="connsiteX0" fmla="*/ 2457385 w 2486859"/>
              <a:gd name="connsiteY0" fmla="*/ 5120762 h 5120762"/>
              <a:gd name="connsiteX1" fmla="*/ 302 w 2486859"/>
              <a:gd name="connsiteY1" fmla="*/ 3796152 h 5120762"/>
              <a:gd name="connsiteX2" fmla="*/ 2884 w 2486859"/>
              <a:gd name="connsiteY2" fmla="*/ 0 h 5120762"/>
              <a:gd name="connsiteX3" fmla="*/ 2471721 w 2486859"/>
              <a:gd name="connsiteY3" fmla="*/ 1410970 h 5120762"/>
              <a:gd name="connsiteX4" fmla="*/ 2457385 w 2486859"/>
              <a:gd name="connsiteY4" fmla="*/ 5120762 h 5120762"/>
              <a:gd name="connsiteX0" fmla="*/ 2457385 w 2462497"/>
              <a:gd name="connsiteY0" fmla="*/ 5120762 h 5120762"/>
              <a:gd name="connsiteX1" fmla="*/ 302 w 2462497"/>
              <a:gd name="connsiteY1" fmla="*/ 3796152 h 5120762"/>
              <a:gd name="connsiteX2" fmla="*/ 2884 w 2462497"/>
              <a:gd name="connsiteY2" fmla="*/ 0 h 5120762"/>
              <a:gd name="connsiteX3" fmla="*/ 2431716 w 2462497"/>
              <a:gd name="connsiteY3" fmla="*/ 1424305 h 5120762"/>
              <a:gd name="connsiteX4" fmla="*/ 2457385 w 2462497"/>
              <a:gd name="connsiteY4" fmla="*/ 5120762 h 5120762"/>
              <a:gd name="connsiteX0" fmla="*/ 2457385 w 2482398"/>
              <a:gd name="connsiteY0" fmla="*/ 5120762 h 5120762"/>
              <a:gd name="connsiteX1" fmla="*/ 302 w 2482398"/>
              <a:gd name="connsiteY1" fmla="*/ 3796152 h 5120762"/>
              <a:gd name="connsiteX2" fmla="*/ 2884 w 2482398"/>
              <a:gd name="connsiteY2" fmla="*/ 0 h 5120762"/>
              <a:gd name="connsiteX3" fmla="*/ 2466006 w 2482398"/>
              <a:gd name="connsiteY3" fmla="*/ 1424305 h 5120762"/>
              <a:gd name="connsiteX4" fmla="*/ 2457385 w 2482398"/>
              <a:gd name="connsiteY4" fmla="*/ 5120762 h 5120762"/>
              <a:gd name="connsiteX0" fmla="*/ 2457385 w 2466006"/>
              <a:gd name="connsiteY0" fmla="*/ 5120762 h 5120762"/>
              <a:gd name="connsiteX1" fmla="*/ 302 w 2466006"/>
              <a:gd name="connsiteY1" fmla="*/ 3796152 h 5120762"/>
              <a:gd name="connsiteX2" fmla="*/ 2884 w 2466006"/>
              <a:gd name="connsiteY2" fmla="*/ 0 h 5120762"/>
              <a:gd name="connsiteX3" fmla="*/ 2466006 w 2466006"/>
              <a:gd name="connsiteY3" fmla="*/ 1424305 h 5120762"/>
              <a:gd name="connsiteX4" fmla="*/ 2457385 w 2466006"/>
              <a:gd name="connsiteY4" fmla="*/ 5120762 h 5120762"/>
              <a:gd name="connsiteX0" fmla="*/ 2457385 w 2460441"/>
              <a:gd name="connsiteY0" fmla="*/ 5120762 h 5120762"/>
              <a:gd name="connsiteX1" fmla="*/ 302 w 2460441"/>
              <a:gd name="connsiteY1" fmla="*/ 3796152 h 5120762"/>
              <a:gd name="connsiteX2" fmla="*/ 2884 w 2460441"/>
              <a:gd name="connsiteY2" fmla="*/ 0 h 5120762"/>
              <a:gd name="connsiteX3" fmla="*/ 2458386 w 2460441"/>
              <a:gd name="connsiteY3" fmla="*/ 1422400 h 5120762"/>
              <a:gd name="connsiteX4" fmla="*/ 2457385 w 2460441"/>
              <a:gd name="connsiteY4" fmla="*/ 5120762 h 5120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0441" h="5120762">
                <a:moveTo>
                  <a:pt x="2457385" y="5120762"/>
                </a:moveTo>
                <a:lnTo>
                  <a:pt x="302" y="3796152"/>
                </a:lnTo>
                <a:cubicBezTo>
                  <a:pt x="-1377" y="2119288"/>
                  <a:pt x="4563" y="1676864"/>
                  <a:pt x="2884" y="0"/>
                </a:cubicBezTo>
                <a:lnTo>
                  <a:pt x="2458386" y="1422400"/>
                </a:lnTo>
                <a:cubicBezTo>
                  <a:pt x="2456625" y="1682770"/>
                  <a:pt x="2464553" y="3265866"/>
                  <a:pt x="2457385" y="5120762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F69DD9-002C-42F1-B0B1-7629DDD68405}"/>
              </a:ext>
            </a:extLst>
          </p:cNvPr>
          <p:cNvSpPr/>
          <p:nvPr userDrawn="1"/>
        </p:nvSpPr>
        <p:spPr>
          <a:xfrm flipH="1">
            <a:off x="0" y="1568299"/>
            <a:ext cx="9618562" cy="3721402"/>
          </a:xfrm>
          <a:prstGeom prst="rect">
            <a:avLst/>
          </a:prstGeom>
          <a:gradFill>
            <a:gsLst>
              <a:gs pos="86000">
                <a:schemeClr val="accent1"/>
              </a:gs>
              <a:gs pos="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783D4C-B068-43AD-88C9-A0D18B249B7B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398231" y="2255519"/>
            <a:ext cx="8778240" cy="1300281"/>
          </a:xfrm>
        </p:spPr>
        <p:txBody>
          <a:bodyPr anchor="b">
            <a:normAutofit/>
          </a:bodyPr>
          <a:lstStyle>
            <a:lvl1pPr algn="l" rtl="0">
              <a:defRPr sz="44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9CDE13-FEF2-43B7-810A-8EF488D11322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398231" y="3647876"/>
            <a:ext cx="8778240" cy="741244"/>
          </a:xfrm>
        </p:spPr>
        <p:txBody>
          <a:bodyPr/>
          <a:lstStyle>
            <a:lvl1pPr marL="0" indent="0" algn="l" rtl="0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BE3AF9-876E-401C-9274-DDCF1FC18A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231" y="710434"/>
            <a:ext cx="2546134" cy="419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366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6F05D4D6-EB0C-4D59-A0E2-0EEAD63E2DF5}"/>
              </a:ext>
            </a:extLst>
          </p:cNvPr>
          <p:cNvSpPr/>
          <p:nvPr userDrawn="1"/>
        </p:nvSpPr>
        <p:spPr>
          <a:xfrm>
            <a:off x="3420061" y="0"/>
            <a:ext cx="8771939" cy="5648938"/>
          </a:xfrm>
          <a:custGeom>
            <a:avLst/>
            <a:gdLst>
              <a:gd name="connsiteX0" fmla="*/ 4690757 w 8748789"/>
              <a:gd name="connsiteY0" fmla="*/ 0 h 5648938"/>
              <a:gd name="connsiteX1" fmla="*/ 8748789 w 8748789"/>
              <a:gd name="connsiteY1" fmla="*/ 0 h 5648938"/>
              <a:gd name="connsiteX2" fmla="*/ 8748789 w 8748789"/>
              <a:gd name="connsiteY2" fmla="*/ 5648938 h 5648938"/>
              <a:gd name="connsiteX3" fmla="*/ 0 w 8748789"/>
              <a:gd name="connsiteY3" fmla="*/ 3981544 h 5648938"/>
              <a:gd name="connsiteX4" fmla="*/ 0 w 8748789"/>
              <a:gd name="connsiteY4" fmla="*/ 2108767 h 5648938"/>
              <a:gd name="connsiteX5" fmla="*/ 4690757 w 8748789"/>
              <a:gd name="connsiteY5" fmla="*/ 0 h 5648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48789" h="5648938">
                <a:moveTo>
                  <a:pt x="4690757" y="0"/>
                </a:moveTo>
                <a:lnTo>
                  <a:pt x="8748789" y="0"/>
                </a:lnTo>
                <a:lnTo>
                  <a:pt x="8748789" y="5648938"/>
                </a:lnTo>
                <a:lnTo>
                  <a:pt x="0" y="3981544"/>
                </a:lnTo>
                <a:lnTo>
                  <a:pt x="0" y="2108767"/>
                </a:lnTo>
                <a:lnTo>
                  <a:pt x="4690757" y="0"/>
                </a:lnTo>
                <a:close/>
              </a:path>
            </a:pathLst>
          </a:custGeom>
          <a:gradFill>
            <a:gsLst>
              <a:gs pos="86000">
                <a:schemeClr val="accent1"/>
              </a:gs>
              <a:gs pos="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85A0582-D957-4640-9E50-421086BD91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4761" y="200025"/>
            <a:ext cx="3441700" cy="4670425"/>
          </a:xfrm>
          <a:custGeom>
            <a:avLst/>
            <a:gdLst>
              <a:gd name="connsiteX0" fmla="*/ 0 w 3419475"/>
              <a:gd name="connsiteY0" fmla="*/ 1870075 h 3740150"/>
              <a:gd name="connsiteX1" fmla="*/ 1709738 w 3419475"/>
              <a:gd name="connsiteY1" fmla="*/ 0 h 3740150"/>
              <a:gd name="connsiteX2" fmla="*/ 3419475 w 3419475"/>
              <a:gd name="connsiteY2" fmla="*/ 1870075 h 3740150"/>
              <a:gd name="connsiteX3" fmla="*/ 1709738 w 3419475"/>
              <a:gd name="connsiteY3" fmla="*/ 3740150 h 3740150"/>
              <a:gd name="connsiteX4" fmla="*/ 0 w 3419475"/>
              <a:gd name="connsiteY4" fmla="*/ 1870075 h 3740150"/>
              <a:gd name="connsiteX0" fmla="*/ 0 w 3419475"/>
              <a:gd name="connsiteY0" fmla="*/ 4657725 h 4657725"/>
              <a:gd name="connsiteX1" fmla="*/ 1709738 w 3419475"/>
              <a:gd name="connsiteY1" fmla="*/ 0 h 4657725"/>
              <a:gd name="connsiteX2" fmla="*/ 3419475 w 3419475"/>
              <a:gd name="connsiteY2" fmla="*/ 1870075 h 4657725"/>
              <a:gd name="connsiteX3" fmla="*/ 1709738 w 3419475"/>
              <a:gd name="connsiteY3" fmla="*/ 3740150 h 4657725"/>
              <a:gd name="connsiteX4" fmla="*/ 0 w 3419475"/>
              <a:gd name="connsiteY4" fmla="*/ 4657725 h 4657725"/>
              <a:gd name="connsiteX0" fmla="*/ 4762 w 3424237"/>
              <a:gd name="connsiteY0" fmla="*/ 4740275 h 4740275"/>
              <a:gd name="connsiteX1" fmla="*/ 0 w 3424237"/>
              <a:gd name="connsiteY1" fmla="*/ 0 h 4740275"/>
              <a:gd name="connsiteX2" fmla="*/ 3424237 w 3424237"/>
              <a:gd name="connsiteY2" fmla="*/ 1952625 h 4740275"/>
              <a:gd name="connsiteX3" fmla="*/ 1714500 w 3424237"/>
              <a:gd name="connsiteY3" fmla="*/ 3822700 h 4740275"/>
              <a:gd name="connsiteX4" fmla="*/ 4762 w 3424237"/>
              <a:gd name="connsiteY4" fmla="*/ 4740275 h 4740275"/>
              <a:gd name="connsiteX0" fmla="*/ 4762 w 3441700"/>
              <a:gd name="connsiteY0" fmla="*/ 4740275 h 4740275"/>
              <a:gd name="connsiteX1" fmla="*/ 0 w 3441700"/>
              <a:gd name="connsiteY1" fmla="*/ 0 h 4740275"/>
              <a:gd name="connsiteX2" fmla="*/ 3424237 w 3441700"/>
              <a:gd name="connsiteY2" fmla="*/ 1952625 h 4740275"/>
              <a:gd name="connsiteX3" fmla="*/ 3441700 w 3441700"/>
              <a:gd name="connsiteY3" fmla="*/ 3848100 h 4740275"/>
              <a:gd name="connsiteX4" fmla="*/ 4762 w 3441700"/>
              <a:gd name="connsiteY4" fmla="*/ 4740275 h 4740275"/>
              <a:gd name="connsiteX0" fmla="*/ 4762 w 3441700"/>
              <a:gd name="connsiteY0" fmla="*/ 4740275 h 4740275"/>
              <a:gd name="connsiteX1" fmla="*/ 0 w 3441700"/>
              <a:gd name="connsiteY1" fmla="*/ 0 h 4740275"/>
              <a:gd name="connsiteX2" fmla="*/ 3424237 w 3441700"/>
              <a:gd name="connsiteY2" fmla="*/ 1997075 h 4740275"/>
              <a:gd name="connsiteX3" fmla="*/ 3441700 w 3441700"/>
              <a:gd name="connsiteY3" fmla="*/ 3848100 h 4740275"/>
              <a:gd name="connsiteX4" fmla="*/ 4762 w 3441700"/>
              <a:gd name="connsiteY4" fmla="*/ 4740275 h 4740275"/>
              <a:gd name="connsiteX0" fmla="*/ 4762 w 3441700"/>
              <a:gd name="connsiteY0" fmla="*/ 4670425 h 4670425"/>
              <a:gd name="connsiteX1" fmla="*/ 0 w 3441700"/>
              <a:gd name="connsiteY1" fmla="*/ 0 h 4670425"/>
              <a:gd name="connsiteX2" fmla="*/ 3424237 w 3441700"/>
              <a:gd name="connsiteY2" fmla="*/ 1927225 h 4670425"/>
              <a:gd name="connsiteX3" fmla="*/ 3441700 w 3441700"/>
              <a:gd name="connsiteY3" fmla="*/ 3778250 h 4670425"/>
              <a:gd name="connsiteX4" fmla="*/ 4762 w 3441700"/>
              <a:gd name="connsiteY4" fmla="*/ 4670425 h 4670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1700" h="4670425">
                <a:moveTo>
                  <a:pt x="4762" y="4670425"/>
                </a:moveTo>
                <a:cubicBezTo>
                  <a:pt x="3175" y="3090333"/>
                  <a:pt x="1587" y="1580092"/>
                  <a:pt x="0" y="0"/>
                </a:cubicBezTo>
                <a:lnTo>
                  <a:pt x="3424237" y="1927225"/>
                </a:lnTo>
                <a:lnTo>
                  <a:pt x="3441700" y="3778250"/>
                </a:lnTo>
                <a:lnTo>
                  <a:pt x="4762" y="4670425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261B74E-7A13-49E3-8746-8B38AEC92648}"/>
              </a:ext>
            </a:extLst>
          </p:cNvPr>
          <p:cNvSpPr/>
          <p:nvPr userDrawn="1"/>
        </p:nvSpPr>
        <p:spPr>
          <a:xfrm>
            <a:off x="0" y="4051279"/>
            <a:ext cx="3420059" cy="2320166"/>
          </a:xfrm>
          <a:custGeom>
            <a:avLst/>
            <a:gdLst>
              <a:gd name="connsiteX0" fmla="*/ 3420059 w 3420059"/>
              <a:gd name="connsiteY0" fmla="*/ 0 h 2320166"/>
              <a:gd name="connsiteX1" fmla="*/ 3420059 w 3420059"/>
              <a:gd name="connsiteY1" fmla="*/ 652471 h 2320166"/>
              <a:gd name="connsiteX2" fmla="*/ 0 w 3420059"/>
              <a:gd name="connsiteY2" fmla="*/ 2320166 h 2320166"/>
              <a:gd name="connsiteX3" fmla="*/ 0 w 3420059"/>
              <a:gd name="connsiteY3" fmla="*/ 968871 h 2320166"/>
              <a:gd name="connsiteX4" fmla="*/ 3420059 w 3420059"/>
              <a:gd name="connsiteY4" fmla="*/ 0 h 2320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0059" h="2320166">
                <a:moveTo>
                  <a:pt x="3420059" y="0"/>
                </a:moveTo>
                <a:lnTo>
                  <a:pt x="3420059" y="652471"/>
                </a:lnTo>
                <a:lnTo>
                  <a:pt x="0" y="2320166"/>
                </a:lnTo>
                <a:lnTo>
                  <a:pt x="0" y="968871"/>
                </a:lnTo>
                <a:lnTo>
                  <a:pt x="342005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6BB36B2F-64BC-4136-9BF7-40926A03CDED}"/>
              </a:ext>
            </a:extLst>
          </p:cNvPr>
          <p:cNvSpPr/>
          <p:nvPr userDrawn="1"/>
        </p:nvSpPr>
        <p:spPr>
          <a:xfrm>
            <a:off x="3420061" y="4051278"/>
            <a:ext cx="8771939" cy="2806722"/>
          </a:xfrm>
          <a:custGeom>
            <a:avLst/>
            <a:gdLst>
              <a:gd name="connsiteX0" fmla="*/ 0 w 8748789"/>
              <a:gd name="connsiteY0" fmla="*/ 0 h 2806722"/>
              <a:gd name="connsiteX1" fmla="*/ 8748789 w 8748789"/>
              <a:gd name="connsiteY1" fmla="*/ 1646811 h 2806722"/>
              <a:gd name="connsiteX2" fmla="*/ 8748789 w 8748789"/>
              <a:gd name="connsiteY2" fmla="*/ 2806722 h 2806722"/>
              <a:gd name="connsiteX3" fmla="*/ 6691228 w 8748789"/>
              <a:gd name="connsiteY3" fmla="*/ 2806722 h 2806722"/>
              <a:gd name="connsiteX4" fmla="*/ 0 w 8748789"/>
              <a:gd name="connsiteY4" fmla="*/ 652471 h 2806722"/>
              <a:gd name="connsiteX5" fmla="*/ 0 w 8748789"/>
              <a:gd name="connsiteY5" fmla="*/ 0 h 28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48789" h="2806722">
                <a:moveTo>
                  <a:pt x="0" y="0"/>
                </a:moveTo>
                <a:lnTo>
                  <a:pt x="8748789" y="1646811"/>
                </a:lnTo>
                <a:lnTo>
                  <a:pt x="8748789" y="2806722"/>
                </a:lnTo>
                <a:lnTo>
                  <a:pt x="6691228" y="2806722"/>
                </a:lnTo>
                <a:lnTo>
                  <a:pt x="0" y="65247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783D4C-B068-43AD-88C9-A0D18B249B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7430" y="1888245"/>
            <a:ext cx="7481170" cy="1300281"/>
          </a:xfrm>
          <a:ln>
            <a:noFill/>
          </a:ln>
        </p:spPr>
        <p:txBody>
          <a:bodyPr anchor="b">
            <a:normAutofit/>
          </a:bodyPr>
          <a:lstStyle>
            <a:lvl1pPr algn="l" rtl="1">
              <a:defRPr sz="44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9CDE13-FEF2-43B7-810A-8EF488D113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77430" y="3280602"/>
            <a:ext cx="7481170" cy="741244"/>
          </a:xfrm>
          <a:ln>
            <a:noFill/>
          </a:ln>
        </p:spPr>
        <p:txBody>
          <a:bodyPr/>
          <a:lstStyle>
            <a:lvl1pPr marL="0" indent="0" algn="l" rtl="1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6DCC8E-61F1-4226-B60E-957F44656C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926" y="6226133"/>
            <a:ext cx="2546134" cy="419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166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7DFEB65-6E2E-4E1D-B667-95795F86DC2D}"/>
              </a:ext>
            </a:extLst>
          </p:cNvPr>
          <p:cNvSpPr/>
          <p:nvPr userDrawn="1"/>
        </p:nvSpPr>
        <p:spPr>
          <a:xfrm>
            <a:off x="0" y="212830"/>
            <a:ext cx="3420059" cy="4645723"/>
          </a:xfrm>
          <a:custGeom>
            <a:avLst/>
            <a:gdLst>
              <a:gd name="connsiteX0" fmla="*/ 0 w 3420059"/>
              <a:gd name="connsiteY0" fmla="*/ 0 h 4645723"/>
              <a:gd name="connsiteX1" fmla="*/ 3420059 w 3420059"/>
              <a:gd name="connsiteY1" fmla="*/ 1895938 h 4645723"/>
              <a:gd name="connsiteX2" fmla="*/ 3420059 w 3420059"/>
              <a:gd name="connsiteY2" fmla="*/ 3768715 h 4645723"/>
              <a:gd name="connsiteX3" fmla="*/ 0 w 3420059"/>
              <a:gd name="connsiteY3" fmla="*/ 4645723 h 4645723"/>
              <a:gd name="connsiteX4" fmla="*/ 0 w 3420059"/>
              <a:gd name="connsiteY4" fmla="*/ 0 h 4645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0059" h="4645723">
                <a:moveTo>
                  <a:pt x="0" y="0"/>
                </a:moveTo>
                <a:lnTo>
                  <a:pt x="3420059" y="1895938"/>
                </a:lnTo>
                <a:lnTo>
                  <a:pt x="3420059" y="3768715"/>
                </a:lnTo>
                <a:lnTo>
                  <a:pt x="0" y="464572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86000">
                <a:schemeClr val="accent1"/>
              </a:gs>
              <a:gs pos="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906BA1DD-8552-4ACF-A870-DE84D6FE596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23532" y="4958"/>
            <a:ext cx="8779058" cy="5652892"/>
          </a:xfrm>
          <a:custGeom>
            <a:avLst/>
            <a:gdLst>
              <a:gd name="connsiteX0" fmla="*/ 0 w 4959716"/>
              <a:gd name="connsiteY0" fmla="*/ 5017892 h 5017892"/>
              <a:gd name="connsiteX1" fmla="*/ 1239929 w 4959716"/>
              <a:gd name="connsiteY1" fmla="*/ 0 h 5017892"/>
              <a:gd name="connsiteX2" fmla="*/ 4959716 w 4959716"/>
              <a:gd name="connsiteY2" fmla="*/ 0 h 5017892"/>
              <a:gd name="connsiteX3" fmla="*/ 3719787 w 4959716"/>
              <a:gd name="connsiteY3" fmla="*/ 5017892 h 5017892"/>
              <a:gd name="connsiteX4" fmla="*/ 0 w 4959716"/>
              <a:gd name="connsiteY4" fmla="*/ 5017892 h 5017892"/>
              <a:gd name="connsiteX0" fmla="*/ 4671 w 4964387"/>
              <a:gd name="connsiteY0" fmla="*/ 5030592 h 5030592"/>
              <a:gd name="connsiteX1" fmla="*/ 0 w 4964387"/>
              <a:gd name="connsiteY1" fmla="*/ 0 h 5030592"/>
              <a:gd name="connsiteX2" fmla="*/ 4964387 w 4964387"/>
              <a:gd name="connsiteY2" fmla="*/ 12700 h 5030592"/>
              <a:gd name="connsiteX3" fmla="*/ 3724458 w 4964387"/>
              <a:gd name="connsiteY3" fmla="*/ 5030592 h 5030592"/>
              <a:gd name="connsiteX4" fmla="*/ 4671 w 4964387"/>
              <a:gd name="connsiteY4" fmla="*/ 5030592 h 5030592"/>
              <a:gd name="connsiteX0" fmla="*/ 4671 w 4970737"/>
              <a:gd name="connsiteY0" fmla="*/ 5030592 h 5030592"/>
              <a:gd name="connsiteX1" fmla="*/ 0 w 4970737"/>
              <a:gd name="connsiteY1" fmla="*/ 0 h 5030592"/>
              <a:gd name="connsiteX2" fmla="*/ 4970737 w 4970737"/>
              <a:gd name="connsiteY2" fmla="*/ 2908300 h 5030592"/>
              <a:gd name="connsiteX3" fmla="*/ 3724458 w 4970737"/>
              <a:gd name="connsiteY3" fmla="*/ 5030592 h 5030592"/>
              <a:gd name="connsiteX4" fmla="*/ 4671 w 4970737"/>
              <a:gd name="connsiteY4" fmla="*/ 5030592 h 5030592"/>
              <a:gd name="connsiteX0" fmla="*/ 4671 w 4970737"/>
              <a:gd name="connsiteY0" fmla="*/ 5030592 h 5036942"/>
              <a:gd name="connsiteX1" fmla="*/ 0 w 4970737"/>
              <a:gd name="connsiteY1" fmla="*/ 0 h 5036942"/>
              <a:gd name="connsiteX2" fmla="*/ 4970737 w 4970737"/>
              <a:gd name="connsiteY2" fmla="*/ 2908300 h 5036942"/>
              <a:gd name="connsiteX3" fmla="*/ 4969058 w 4970737"/>
              <a:gd name="connsiteY3" fmla="*/ 5036942 h 5036942"/>
              <a:gd name="connsiteX4" fmla="*/ 4671 w 4970737"/>
              <a:gd name="connsiteY4" fmla="*/ 5030592 h 5036942"/>
              <a:gd name="connsiteX0" fmla="*/ 4671 w 4970737"/>
              <a:gd name="connsiteY0" fmla="*/ 5030592 h 5036942"/>
              <a:gd name="connsiteX1" fmla="*/ 5038 w 4970737"/>
              <a:gd name="connsiteY1" fmla="*/ 5030592 h 5036942"/>
              <a:gd name="connsiteX2" fmla="*/ 0 w 4970737"/>
              <a:gd name="connsiteY2" fmla="*/ 0 h 5036942"/>
              <a:gd name="connsiteX3" fmla="*/ 4970737 w 4970737"/>
              <a:gd name="connsiteY3" fmla="*/ 2908300 h 5036942"/>
              <a:gd name="connsiteX4" fmla="*/ 4969058 w 4970737"/>
              <a:gd name="connsiteY4" fmla="*/ 5036942 h 5036942"/>
              <a:gd name="connsiteX5" fmla="*/ 4671 w 4970737"/>
              <a:gd name="connsiteY5" fmla="*/ 5030592 h 5036942"/>
              <a:gd name="connsiteX0" fmla="*/ 703171 w 4970737"/>
              <a:gd name="connsiteY0" fmla="*/ 4522592 h 5036942"/>
              <a:gd name="connsiteX1" fmla="*/ 5038 w 4970737"/>
              <a:gd name="connsiteY1" fmla="*/ 5030592 h 5036942"/>
              <a:gd name="connsiteX2" fmla="*/ 0 w 4970737"/>
              <a:gd name="connsiteY2" fmla="*/ 0 h 5036942"/>
              <a:gd name="connsiteX3" fmla="*/ 4970737 w 4970737"/>
              <a:gd name="connsiteY3" fmla="*/ 2908300 h 5036942"/>
              <a:gd name="connsiteX4" fmla="*/ 4969058 w 4970737"/>
              <a:gd name="connsiteY4" fmla="*/ 5036942 h 5036942"/>
              <a:gd name="connsiteX5" fmla="*/ 703171 w 4970737"/>
              <a:gd name="connsiteY5" fmla="*/ 4522592 h 5036942"/>
              <a:gd name="connsiteX0" fmla="*/ 2081121 w 4970737"/>
              <a:gd name="connsiteY0" fmla="*/ 5036942 h 5036942"/>
              <a:gd name="connsiteX1" fmla="*/ 5038 w 4970737"/>
              <a:gd name="connsiteY1" fmla="*/ 5030592 h 5036942"/>
              <a:gd name="connsiteX2" fmla="*/ 0 w 4970737"/>
              <a:gd name="connsiteY2" fmla="*/ 0 h 5036942"/>
              <a:gd name="connsiteX3" fmla="*/ 4970737 w 4970737"/>
              <a:gd name="connsiteY3" fmla="*/ 2908300 h 5036942"/>
              <a:gd name="connsiteX4" fmla="*/ 4969058 w 4970737"/>
              <a:gd name="connsiteY4" fmla="*/ 5036942 h 5036942"/>
              <a:gd name="connsiteX5" fmla="*/ 2081121 w 4970737"/>
              <a:gd name="connsiteY5" fmla="*/ 5036942 h 5036942"/>
              <a:gd name="connsiteX0" fmla="*/ 2081121 w 4970737"/>
              <a:gd name="connsiteY0" fmla="*/ 5036942 h 5036942"/>
              <a:gd name="connsiteX1" fmla="*/ 5038 w 4970737"/>
              <a:gd name="connsiteY1" fmla="*/ 3849492 h 5036942"/>
              <a:gd name="connsiteX2" fmla="*/ 0 w 4970737"/>
              <a:gd name="connsiteY2" fmla="*/ 0 h 5036942"/>
              <a:gd name="connsiteX3" fmla="*/ 4970737 w 4970737"/>
              <a:gd name="connsiteY3" fmla="*/ 2908300 h 5036942"/>
              <a:gd name="connsiteX4" fmla="*/ 4969058 w 4970737"/>
              <a:gd name="connsiteY4" fmla="*/ 5036942 h 5036942"/>
              <a:gd name="connsiteX5" fmla="*/ 2081121 w 4970737"/>
              <a:gd name="connsiteY5" fmla="*/ 5036942 h 5036942"/>
              <a:gd name="connsiteX0" fmla="*/ 2081121 w 4970737"/>
              <a:gd name="connsiteY0" fmla="*/ 5036942 h 5036942"/>
              <a:gd name="connsiteX1" fmla="*/ 5038 w 4970737"/>
              <a:gd name="connsiteY1" fmla="*/ 3849492 h 5036942"/>
              <a:gd name="connsiteX2" fmla="*/ 0 w 4970737"/>
              <a:gd name="connsiteY2" fmla="*/ 0 h 5036942"/>
              <a:gd name="connsiteX3" fmla="*/ 4970737 w 4970737"/>
              <a:gd name="connsiteY3" fmla="*/ 2901950 h 5036942"/>
              <a:gd name="connsiteX4" fmla="*/ 4969058 w 4970737"/>
              <a:gd name="connsiteY4" fmla="*/ 5036942 h 5036942"/>
              <a:gd name="connsiteX5" fmla="*/ 2081121 w 4970737"/>
              <a:gd name="connsiteY5" fmla="*/ 5036942 h 5036942"/>
              <a:gd name="connsiteX0" fmla="*/ 2076279 w 4965895"/>
              <a:gd name="connsiteY0" fmla="*/ 4979792 h 4979792"/>
              <a:gd name="connsiteX1" fmla="*/ 196 w 4965895"/>
              <a:gd name="connsiteY1" fmla="*/ 3792342 h 4979792"/>
              <a:gd name="connsiteX2" fmla="*/ 6588 w 4965895"/>
              <a:gd name="connsiteY2" fmla="*/ 0 h 4979792"/>
              <a:gd name="connsiteX3" fmla="*/ 4965895 w 4965895"/>
              <a:gd name="connsiteY3" fmla="*/ 2844800 h 4979792"/>
              <a:gd name="connsiteX4" fmla="*/ 4964216 w 4965895"/>
              <a:gd name="connsiteY4" fmla="*/ 4979792 h 4979792"/>
              <a:gd name="connsiteX5" fmla="*/ 2076279 w 4965895"/>
              <a:gd name="connsiteY5" fmla="*/ 4979792 h 4979792"/>
              <a:gd name="connsiteX0" fmla="*/ 2076385 w 4966001"/>
              <a:gd name="connsiteY0" fmla="*/ 4983602 h 4983602"/>
              <a:gd name="connsiteX1" fmla="*/ 302 w 4966001"/>
              <a:gd name="connsiteY1" fmla="*/ 3796152 h 4983602"/>
              <a:gd name="connsiteX2" fmla="*/ 2884 w 4966001"/>
              <a:gd name="connsiteY2" fmla="*/ 0 h 4983602"/>
              <a:gd name="connsiteX3" fmla="*/ 4966001 w 4966001"/>
              <a:gd name="connsiteY3" fmla="*/ 2848610 h 4983602"/>
              <a:gd name="connsiteX4" fmla="*/ 4964322 w 4966001"/>
              <a:gd name="connsiteY4" fmla="*/ 4983602 h 4983602"/>
              <a:gd name="connsiteX5" fmla="*/ 2076385 w 4966001"/>
              <a:gd name="connsiteY5" fmla="*/ 4983602 h 4983602"/>
              <a:gd name="connsiteX0" fmla="*/ 2076385 w 4964322"/>
              <a:gd name="connsiteY0" fmla="*/ 7100692 h 7100692"/>
              <a:gd name="connsiteX1" fmla="*/ 302 w 4964322"/>
              <a:gd name="connsiteY1" fmla="*/ 5913242 h 7100692"/>
              <a:gd name="connsiteX2" fmla="*/ 2884 w 4964322"/>
              <a:gd name="connsiteY2" fmla="*/ 2117090 h 7100692"/>
              <a:gd name="connsiteX3" fmla="*/ 4489751 w 4964322"/>
              <a:gd name="connsiteY3" fmla="*/ 0 h 7100692"/>
              <a:gd name="connsiteX4" fmla="*/ 4964322 w 4964322"/>
              <a:gd name="connsiteY4" fmla="*/ 7100692 h 7100692"/>
              <a:gd name="connsiteX5" fmla="*/ 2076385 w 4964322"/>
              <a:gd name="connsiteY5" fmla="*/ 7100692 h 7100692"/>
              <a:gd name="connsiteX0" fmla="*/ 2076385 w 8781942"/>
              <a:gd name="connsiteY0" fmla="*/ 7299796 h 7299796"/>
              <a:gd name="connsiteX1" fmla="*/ 302 w 8781942"/>
              <a:gd name="connsiteY1" fmla="*/ 6112346 h 7299796"/>
              <a:gd name="connsiteX2" fmla="*/ 2884 w 8781942"/>
              <a:gd name="connsiteY2" fmla="*/ 2316194 h 7299796"/>
              <a:gd name="connsiteX3" fmla="*/ 4489751 w 8781942"/>
              <a:gd name="connsiteY3" fmla="*/ 199104 h 7299796"/>
              <a:gd name="connsiteX4" fmla="*/ 8781942 w 8781942"/>
              <a:gd name="connsiteY4" fmla="*/ 205576 h 7299796"/>
              <a:gd name="connsiteX5" fmla="*/ 2076385 w 8781942"/>
              <a:gd name="connsiteY5" fmla="*/ 7299796 h 7299796"/>
              <a:gd name="connsiteX0" fmla="*/ 2076385 w 8781942"/>
              <a:gd name="connsiteY0" fmla="*/ 7414504 h 7414504"/>
              <a:gd name="connsiteX1" fmla="*/ 302 w 8781942"/>
              <a:gd name="connsiteY1" fmla="*/ 6227054 h 7414504"/>
              <a:gd name="connsiteX2" fmla="*/ 2884 w 8781942"/>
              <a:gd name="connsiteY2" fmla="*/ 2430902 h 7414504"/>
              <a:gd name="connsiteX3" fmla="*/ 4489751 w 8781942"/>
              <a:gd name="connsiteY3" fmla="*/ 313812 h 7414504"/>
              <a:gd name="connsiteX4" fmla="*/ 8781942 w 8781942"/>
              <a:gd name="connsiteY4" fmla="*/ 320284 h 7414504"/>
              <a:gd name="connsiteX5" fmla="*/ 2076385 w 8781942"/>
              <a:gd name="connsiteY5" fmla="*/ 7414504 h 7414504"/>
              <a:gd name="connsiteX0" fmla="*/ 2076385 w 8781942"/>
              <a:gd name="connsiteY0" fmla="*/ 7100692 h 7100692"/>
              <a:gd name="connsiteX1" fmla="*/ 302 w 8781942"/>
              <a:gd name="connsiteY1" fmla="*/ 5913242 h 7100692"/>
              <a:gd name="connsiteX2" fmla="*/ 2884 w 8781942"/>
              <a:gd name="connsiteY2" fmla="*/ 2117090 h 7100692"/>
              <a:gd name="connsiteX3" fmla="*/ 4489751 w 8781942"/>
              <a:gd name="connsiteY3" fmla="*/ 0 h 7100692"/>
              <a:gd name="connsiteX4" fmla="*/ 8781942 w 8781942"/>
              <a:gd name="connsiteY4" fmla="*/ 6472 h 7100692"/>
              <a:gd name="connsiteX5" fmla="*/ 2076385 w 8781942"/>
              <a:gd name="connsiteY5" fmla="*/ 7100692 h 7100692"/>
              <a:gd name="connsiteX0" fmla="*/ 8751505 w 8781942"/>
              <a:gd name="connsiteY0" fmla="*/ 5614792 h 5913242"/>
              <a:gd name="connsiteX1" fmla="*/ 302 w 8781942"/>
              <a:gd name="connsiteY1" fmla="*/ 5913242 h 5913242"/>
              <a:gd name="connsiteX2" fmla="*/ 2884 w 8781942"/>
              <a:gd name="connsiteY2" fmla="*/ 2117090 h 5913242"/>
              <a:gd name="connsiteX3" fmla="*/ 4489751 w 8781942"/>
              <a:gd name="connsiteY3" fmla="*/ 0 h 5913242"/>
              <a:gd name="connsiteX4" fmla="*/ 8781942 w 8781942"/>
              <a:gd name="connsiteY4" fmla="*/ 6472 h 5913242"/>
              <a:gd name="connsiteX5" fmla="*/ 8751505 w 8781942"/>
              <a:gd name="connsiteY5" fmla="*/ 5614792 h 5913242"/>
              <a:gd name="connsiteX0" fmla="*/ 8748621 w 8779058"/>
              <a:gd name="connsiteY0" fmla="*/ 5614792 h 5614792"/>
              <a:gd name="connsiteX1" fmla="*/ 149818 w 8779058"/>
              <a:gd name="connsiteY1" fmla="*/ 3246242 h 5614792"/>
              <a:gd name="connsiteX2" fmla="*/ 0 w 8779058"/>
              <a:gd name="connsiteY2" fmla="*/ 2117090 h 5614792"/>
              <a:gd name="connsiteX3" fmla="*/ 4486867 w 8779058"/>
              <a:gd name="connsiteY3" fmla="*/ 0 h 5614792"/>
              <a:gd name="connsiteX4" fmla="*/ 8779058 w 8779058"/>
              <a:gd name="connsiteY4" fmla="*/ 6472 h 5614792"/>
              <a:gd name="connsiteX5" fmla="*/ 8748621 w 8779058"/>
              <a:gd name="connsiteY5" fmla="*/ 5614792 h 5614792"/>
              <a:gd name="connsiteX0" fmla="*/ 8748621 w 8779058"/>
              <a:gd name="connsiteY0" fmla="*/ 5614792 h 5614792"/>
              <a:gd name="connsiteX1" fmla="*/ 12658 w 8779058"/>
              <a:gd name="connsiteY1" fmla="*/ 3985382 h 5614792"/>
              <a:gd name="connsiteX2" fmla="*/ 0 w 8779058"/>
              <a:gd name="connsiteY2" fmla="*/ 2117090 h 5614792"/>
              <a:gd name="connsiteX3" fmla="*/ 4486867 w 8779058"/>
              <a:gd name="connsiteY3" fmla="*/ 0 h 5614792"/>
              <a:gd name="connsiteX4" fmla="*/ 8779058 w 8779058"/>
              <a:gd name="connsiteY4" fmla="*/ 6472 h 5614792"/>
              <a:gd name="connsiteX5" fmla="*/ 8748621 w 8779058"/>
              <a:gd name="connsiteY5" fmla="*/ 5614792 h 5614792"/>
              <a:gd name="connsiteX0" fmla="*/ 8763861 w 8779058"/>
              <a:gd name="connsiteY0" fmla="*/ 5652892 h 5652892"/>
              <a:gd name="connsiteX1" fmla="*/ 12658 w 8779058"/>
              <a:gd name="connsiteY1" fmla="*/ 3985382 h 5652892"/>
              <a:gd name="connsiteX2" fmla="*/ 0 w 8779058"/>
              <a:gd name="connsiteY2" fmla="*/ 2117090 h 5652892"/>
              <a:gd name="connsiteX3" fmla="*/ 4486867 w 8779058"/>
              <a:gd name="connsiteY3" fmla="*/ 0 h 5652892"/>
              <a:gd name="connsiteX4" fmla="*/ 8779058 w 8779058"/>
              <a:gd name="connsiteY4" fmla="*/ 6472 h 5652892"/>
              <a:gd name="connsiteX5" fmla="*/ 8763861 w 8779058"/>
              <a:gd name="connsiteY5" fmla="*/ 5652892 h 565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79058" h="5652892">
                <a:moveTo>
                  <a:pt x="8763861" y="5652892"/>
                </a:moveTo>
                <a:lnTo>
                  <a:pt x="12658" y="3985382"/>
                </a:lnTo>
                <a:cubicBezTo>
                  <a:pt x="10979" y="2308518"/>
                  <a:pt x="1679" y="3793954"/>
                  <a:pt x="0" y="2117090"/>
                </a:cubicBezTo>
                <a:lnTo>
                  <a:pt x="4486867" y="0"/>
                </a:lnTo>
                <a:lnTo>
                  <a:pt x="8779058" y="6472"/>
                </a:lnTo>
                <a:cubicBezTo>
                  <a:pt x="8773992" y="1888612"/>
                  <a:pt x="8768927" y="3770752"/>
                  <a:pt x="8763861" y="5652892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261B74E-7A13-49E3-8746-8B38AEC92648}"/>
              </a:ext>
            </a:extLst>
          </p:cNvPr>
          <p:cNvSpPr/>
          <p:nvPr userDrawn="1"/>
        </p:nvSpPr>
        <p:spPr>
          <a:xfrm>
            <a:off x="0" y="4051279"/>
            <a:ext cx="3420059" cy="2320166"/>
          </a:xfrm>
          <a:custGeom>
            <a:avLst/>
            <a:gdLst>
              <a:gd name="connsiteX0" fmla="*/ 3420059 w 3420059"/>
              <a:gd name="connsiteY0" fmla="*/ 0 h 2320166"/>
              <a:gd name="connsiteX1" fmla="*/ 3420059 w 3420059"/>
              <a:gd name="connsiteY1" fmla="*/ 652471 h 2320166"/>
              <a:gd name="connsiteX2" fmla="*/ 0 w 3420059"/>
              <a:gd name="connsiteY2" fmla="*/ 2320166 h 2320166"/>
              <a:gd name="connsiteX3" fmla="*/ 0 w 3420059"/>
              <a:gd name="connsiteY3" fmla="*/ 968871 h 2320166"/>
              <a:gd name="connsiteX4" fmla="*/ 3420059 w 3420059"/>
              <a:gd name="connsiteY4" fmla="*/ 0 h 2320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0059" h="2320166">
                <a:moveTo>
                  <a:pt x="3420059" y="0"/>
                </a:moveTo>
                <a:lnTo>
                  <a:pt x="3420059" y="652471"/>
                </a:lnTo>
                <a:lnTo>
                  <a:pt x="0" y="2320166"/>
                </a:lnTo>
                <a:lnTo>
                  <a:pt x="0" y="968871"/>
                </a:lnTo>
                <a:lnTo>
                  <a:pt x="342005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6BB36B2F-64BC-4136-9BF7-40926A03CDED}"/>
              </a:ext>
            </a:extLst>
          </p:cNvPr>
          <p:cNvSpPr/>
          <p:nvPr userDrawn="1"/>
        </p:nvSpPr>
        <p:spPr>
          <a:xfrm>
            <a:off x="3420061" y="4051278"/>
            <a:ext cx="8771939" cy="2806722"/>
          </a:xfrm>
          <a:custGeom>
            <a:avLst/>
            <a:gdLst>
              <a:gd name="connsiteX0" fmla="*/ 0 w 8748789"/>
              <a:gd name="connsiteY0" fmla="*/ 0 h 2806722"/>
              <a:gd name="connsiteX1" fmla="*/ 8748789 w 8748789"/>
              <a:gd name="connsiteY1" fmla="*/ 1646811 h 2806722"/>
              <a:gd name="connsiteX2" fmla="*/ 8748789 w 8748789"/>
              <a:gd name="connsiteY2" fmla="*/ 2806722 h 2806722"/>
              <a:gd name="connsiteX3" fmla="*/ 6691228 w 8748789"/>
              <a:gd name="connsiteY3" fmla="*/ 2806722 h 2806722"/>
              <a:gd name="connsiteX4" fmla="*/ 0 w 8748789"/>
              <a:gd name="connsiteY4" fmla="*/ 652471 h 2806722"/>
              <a:gd name="connsiteX5" fmla="*/ 0 w 8748789"/>
              <a:gd name="connsiteY5" fmla="*/ 0 h 28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48789" h="2806722">
                <a:moveTo>
                  <a:pt x="0" y="0"/>
                </a:moveTo>
                <a:lnTo>
                  <a:pt x="8748789" y="1646811"/>
                </a:lnTo>
                <a:lnTo>
                  <a:pt x="8748789" y="2806722"/>
                </a:lnTo>
                <a:lnTo>
                  <a:pt x="6691228" y="2806722"/>
                </a:lnTo>
                <a:lnTo>
                  <a:pt x="0" y="65247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783D4C-B068-43AD-88C9-A0D18B249B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7418" y="1917677"/>
            <a:ext cx="3420060" cy="2133601"/>
          </a:xfrm>
          <a:ln>
            <a:noFill/>
          </a:ln>
        </p:spPr>
        <p:txBody>
          <a:bodyPr anchor="ctr">
            <a:normAutofit/>
          </a:bodyPr>
          <a:lstStyle>
            <a:lvl1pPr algn="l" rtl="0">
              <a:defRPr sz="44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0B576E-C92F-4D11-B808-A254F96182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62" y="6226133"/>
            <a:ext cx="2546134" cy="419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125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76DB5-560F-48C2-99AB-92ED4EF6A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 rt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945DE-B0FD-4F5F-8D6A-A1C2F34B6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l" rtl="0">
              <a:defRPr/>
            </a:lvl1pPr>
            <a:lvl2pPr algn="l" rtl="0">
              <a:defRPr/>
            </a:lvl2pPr>
            <a:lvl3pPr algn="l" rtl="0">
              <a:defRPr/>
            </a:lvl3pPr>
            <a:lvl4pPr algn="l" rtl="0">
              <a:defRPr/>
            </a:lvl4pPr>
            <a:lvl5pPr algn="l" rtl="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80DDC-D156-41FC-BF24-CEC527379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A052B-A0ED-42E3-A42D-476CBA669A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074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096BB9A-53E7-4A37-94D7-E42C242891A9}"/>
              </a:ext>
            </a:extLst>
          </p:cNvPr>
          <p:cNvSpPr/>
          <p:nvPr userDrawn="1"/>
        </p:nvSpPr>
        <p:spPr>
          <a:xfrm>
            <a:off x="0" y="6300853"/>
            <a:ext cx="12192000" cy="5571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F64ECA8-1154-4672-BB2B-99174CD5C17C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custGeom>
            <a:avLst/>
            <a:gdLst>
              <a:gd name="connsiteX0" fmla="*/ 5223846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4098880 h 6858000"/>
              <a:gd name="connsiteX3" fmla="*/ 7413064 w 12192000"/>
              <a:gd name="connsiteY3" fmla="*/ 6858000 h 6858000"/>
              <a:gd name="connsiteX4" fmla="*/ 0 w 12192000"/>
              <a:gd name="connsiteY4" fmla="*/ 6858000 h 6858000"/>
              <a:gd name="connsiteX5" fmla="*/ 0 w 12192000"/>
              <a:gd name="connsiteY5" fmla="*/ 3015989 h 6858000"/>
              <a:gd name="connsiteX6" fmla="*/ 5223846 w 12192000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5223846" y="0"/>
                </a:moveTo>
                <a:lnTo>
                  <a:pt x="12192000" y="0"/>
                </a:lnTo>
                <a:lnTo>
                  <a:pt x="12192000" y="4098880"/>
                </a:lnTo>
                <a:lnTo>
                  <a:pt x="7413064" y="6858000"/>
                </a:lnTo>
                <a:lnTo>
                  <a:pt x="0" y="6858000"/>
                </a:lnTo>
                <a:lnTo>
                  <a:pt x="0" y="3015989"/>
                </a:lnTo>
                <a:lnTo>
                  <a:pt x="5223846" y="0"/>
                </a:lnTo>
                <a:close/>
              </a:path>
            </a:pathLst>
          </a:custGeom>
          <a:solidFill>
            <a:schemeClr val="accent6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80DDC-D156-41FC-BF24-CEC527379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A052B-A0ED-42E3-A42D-476CBA669AF3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D76DB5-560F-48C2-99AB-92ED4EF6A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 rt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945DE-B0FD-4F5F-8D6A-A1C2F34B6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l" rtl="0">
              <a:defRPr/>
            </a:lvl1pPr>
            <a:lvl2pPr algn="l" rtl="0">
              <a:defRPr/>
            </a:lvl2pPr>
            <a:lvl3pPr algn="l" rtl="0">
              <a:defRPr/>
            </a:lvl3pPr>
            <a:lvl4pPr algn="l" rtl="0">
              <a:defRPr/>
            </a:lvl4pPr>
            <a:lvl5pPr algn="l" rtl="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E93B1D-04FF-4AE0-8FCF-B84FF49C05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138"/>
          <a:stretch/>
        </p:blipFill>
        <p:spPr>
          <a:xfrm>
            <a:off x="11664329" y="6460753"/>
            <a:ext cx="388458" cy="339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576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1EA2A55B-5DD4-4E36-BA2F-504C41D373A2}"/>
              </a:ext>
            </a:extLst>
          </p:cNvPr>
          <p:cNvSpPr/>
          <p:nvPr userDrawn="1"/>
        </p:nvSpPr>
        <p:spPr>
          <a:xfrm>
            <a:off x="-11428" y="0"/>
            <a:ext cx="822959" cy="2397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9C5342F6-5698-42A0-9F8B-85DB62BA5C23}"/>
              </a:ext>
            </a:extLst>
          </p:cNvPr>
          <p:cNvSpPr/>
          <p:nvPr userDrawn="1"/>
        </p:nvSpPr>
        <p:spPr>
          <a:xfrm flipH="1">
            <a:off x="3" y="467282"/>
            <a:ext cx="12191999" cy="5740272"/>
          </a:xfrm>
          <a:custGeom>
            <a:avLst/>
            <a:gdLst>
              <a:gd name="connsiteX0" fmla="*/ 12191999 w 12191999"/>
              <a:gd name="connsiteY0" fmla="*/ 0 h 5740272"/>
              <a:gd name="connsiteX1" fmla="*/ 12191999 w 12191999"/>
              <a:gd name="connsiteY1" fmla="*/ 3048077 h 5740272"/>
              <a:gd name="connsiteX2" fmla="*/ 12191999 w 12191999"/>
              <a:gd name="connsiteY2" fmla="*/ 5465875 h 5740272"/>
              <a:gd name="connsiteX3" fmla="*/ 12191999 w 12191999"/>
              <a:gd name="connsiteY3" fmla="*/ 5740272 h 5740272"/>
              <a:gd name="connsiteX4" fmla="*/ 0 w 12191999"/>
              <a:gd name="connsiteY4" fmla="*/ 5740272 h 5740272"/>
              <a:gd name="connsiteX5" fmla="*/ 0 w 12191999"/>
              <a:gd name="connsiteY5" fmla="*/ 5465875 h 5740272"/>
              <a:gd name="connsiteX6" fmla="*/ 0 w 12191999"/>
              <a:gd name="connsiteY6" fmla="*/ 5465875 h 5740272"/>
              <a:gd name="connsiteX7" fmla="*/ 0 w 12191999"/>
              <a:gd name="connsiteY7" fmla="*/ 2025264 h 5740272"/>
              <a:gd name="connsiteX8" fmla="*/ 3597180 w 12191999"/>
              <a:gd name="connsiteY8" fmla="*/ 0 h 5740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1999" h="5740272">
                <a:moveTo>
                  <a:pt x="12191999" y="0"/>
                </a:moveTo>
                <a:lnTo>
                  <a:pt x="12191999" y="3048077"/>
                </a:lnTo>
                <a:lnTo>
                  <a:pt x="12191999" y="5465875"/>
                </a:lnTo>
                <a:lnTo>
                  <a:pt x="12191999" y="5740272"/>
                </a:lnTo>
                <a:lnTo>
                  <a:pt x="0" y="5740272"/>
                </a:lnTo>
                <a:lnTo>
                  <a:pt x="0" y="5465875"/>
                </a:lnTo>
                <a:lnTo>
                  <a:pt x="0" y="5465875"/>
                </a:lnTo>
                <a:lnTo>
                  <a:pt x="0" y="2025264"/>
                </a:lnTo>
                <a:lnTo>
                  <a:pt x="3597180" y="0"/>
                </a:lnTo>
                <a:close/>
              </a:path>
            </a:pathLst>
          </a:custGeom>
          <a:solidFill>
            <a:schemeClr val="accent6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E8F226-88EC-43C8-A1A1-A1E541172431}"/>
              </a:ext>
            </a:extLst>
          </p:cNvPr>
          <p:cNvCxnSpPr>
            <a:cxnSpLocks/>
          </p:cNvCxnSpPr>
          <p:nvPr userDrawn="1"/>
        </p:nvCxnSpPr>
        <p:spPr>
          <a:xfrm>
            <a:off x="0" y="831335"/>
            <a:ext cx="468337" cy="55714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8C527EE7-8E22-4E9C-BAB8-D178339EBA15}"/>
              </a:ext>
            </a:extLst>
          </p:cNvPr>
          <p:cNvSpPr/>
          <p:nvPr userDrawn="1"/>
        </p:nvSpPr>
        <p:spPr>
          <a:xfrm flipH="1">
            <a:off x="9377259" y="1"/>
            <a:ext cx="2086880" cy="1907855"/>
          </a:xfrm>
          <a:custGeom>
            <a:avLst/>
            <a:gdLst>
              <a:gd name="connsiteX0" fmla="*/ 1477382 w 2086880"/>
              <a:gd name="connsiteY0" fmla="*/ 0 h 1907855"/>
              <a:gd name="connsiteX1" fmla="*/ 2086880 w 2086880"/>
              <a:gd name="connsiteY1" fmla="*/ 0 h 1907855"/>
              <a:gd name="connsiteX2" fmla="*/ 2086880 w 2086880"/>
              <a:gd name="connsiteY2" fmla="*/ 732912 h 1907855"/>
              <a:gd name="connsiteX3" fmla="*/ 0 w 2086880"/>
              <a:gd name="connsiteY3" fmla="*/ 1907855 h 1907855"/>
              <a:gd name="connsiteX4" fmla="*/ 0 w 2086880"/>
              <a:gd name="connsiteY4" fmla="*/ 831787 h 1907855"/>
              <a:gd name="connsiteX5" fmla="*/ 1477382 w 2086880"/>
              <a:gd name="connsiteY5" fmla="*/ 0 h 1907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86880" h="1907855">
                <a:moveTo>
                  <a:pt x="1477382" y="0"/>
                </a:moveTo>
                <a:lnTo>
                  <a:pt x="2086880" y="0"/>
                </a:lnTo>
                <a:lnTo>
                  <a:pt x="2086880" y="732912"/>
                </a:lnTo>
                <a:lnTo>
                  <a:pt x="0" y="1907855"/>
                </a:lnTo>
                <a:lnTo>
                  <a:pt x="0" y="831787"/>
                </a:lnTo>
                <a:lnTo>
                  <a:pt x="1477382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96BB9A-53E7-4A37-94D7-E42C242891A9}"/>
              </a:ext>
            </a:extLst>
          </p:cNvPr>
          <p:cNvSpPr/>
          <p:nvPr userDrawn="1"/>
        </p:nvSpPr>
        <p:spPr>
          <a:xfrm>
            <a:off x="0" y="6300853"/>
            <a:ext cx="12192000" cy="5571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D76DB5-560F-48C2-99AB-92ED4EF6A1D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00100" y="862965"/>
            <a:ext cx="10725016" cy="773333"/>
          </a:xfrm>
        </p:spPr>
        <p:txBody>
          <a:bodyPr/>
          <a:lstStyle>
            <a:lvl1pPr algn="l" rt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945DE-B0FD-4F5F-8D6A-A1C2F34B67F9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800100" y="1823746"/>
            <a:ext cx="10725016" cy="4018254"/>
          </a:xfrm>
        </p:spPr>
        <p:txBody>
          <a:bodyPr/>
          <a:lstStyle>
            <a:lvl1pPr algn="l" rtl="0">
              <a:defRPr/>
            </a:lvl1pPr>
            <a:lvl2pPr algn="l" rtl="0">
              <a:defRPr/>
            </a:lvl2pPr>
            <a:lvl3pPr algn="l" rtl="0">
              <a:defRPr/>
            </a:lvl3pPr>
            <a:lvl4pPr algn="l" rtl="0">
              <a:defRPr/>
            </a:lvl4pPr>
            <a:lvl5pPr algn="l" rtl="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80DDC-D156-41FC-BF24-CEC527379919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7A6A052B-A0ED-42E3-A42D-476CBA669AF3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11DAA04-AA50-488A-954C-979B9C2785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138"/>
          <a:stretch/>
        </p:blipFill>
        <p:spPr>
          <a:xfrm>
            <a:off x="11664329" y="6460753"/>
            <a:ext cx="388458" cy="339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281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76DB5-560F-48C2-99AB-92ED4EF6A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 rt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945DE-B0FD-4F5F-8D6A-A1C2F34B6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100" y="1672590"/>
            <a:ext cx="10725016" cy="4499610"/>
          </a:xfrm>
        </p:spPr>
        <p:txBody>
          <a:bodyPr/>
          <a:lstStyle>
            <a:lvl1pPr algn="l" rtl="0">
              <a:defRPr/>
            </a:lvl1pPr>
            <a:lvl2pPr algn="l" rtl="0">
              <a:defRPr/>
            </a:lvl2pPr>
            <a:lvl3pPr algn="l" rtl="0">
              <a:defRPr/>
            </a:lvl3pPr>
            <a:lvl4pPr algn="l" rtl="0">
              <a:defRPr/>
            </a:lvl4pPr>
            <a:lvl5pPr algn="l" rtl="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80DDC-D156-41FC-BF24-CEC527379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A052B-A0ED-42E3-A42D-476CBA669AF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5780D81-FF11-42C2-99A2-166C01448A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0100" y="987646"/>
            <a:ext cx="10725150" cy="350202"/>
          </a:xfrm>
        </p:spPr>
        <p:txBody>
          <a:bodyPr tIns="0">
            <a:noAutofit/>
          </a:bodyPr>
          <a:lstStyle>
            <a:lvl1pPr marL="0" indent="0" rtl="0"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53342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096BB9A-53E7-4A37-94D7-E42C242891A9}"/>
              </a:ext>
            </a:extLst>
          </p:cNvPr>
          <p:cNvSpPr/>
          <p:nvPr userDrawn="1"/>
        </p:nvSpPr>
        <p:spPr>
          <a:xfrm>
            <a:off x="0" y="6300853"/>
            <a:ext cx="12192000" cy="5571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80DDC-D156-41FC-BF24-CEC527379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A052B-A0ED-42E3-A42D-476CBA669AF3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F64ECA8-1154-4672-BB2B-99174CD5C17C}"/>
              </a:ext>
            </a:extLst>
          </p:cNvPr>
          <p:cNvSpPr/>
          <p:nvPr userDrawn="1"/>
        </p:nvSpPr>
        <p:spPr>
          <a:xfrm flipH="1">
            <a:off x="2" y="0"/>
            <a:ext cx="12192000" cy="6858000"/>
          </a:xfrm>
          <a:custGeom>
            <a:avLst/>
            <a:gdLst>
              <a:gd name="connsiteX0" fmla="*/ 5223846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4098880 h 6858000"/>
              <a:gd name="connsiteX3" fmla="*/ 7413064 w 12192000"/>
              <a:gd name="connsiteY3" fmla="*/ 6858000 h 6858000"/>
              <a:gd name="connsiteX4" fmla="*/ 0 w 12192000"/>
              <a:gd name="connsiteY4" fmla="*/ 6858000 h 6858000"/>
              <a:gd name="connsiteX5" fmla="*/ 0 w 12192000"/>
              <a:gd name="connsiteY5" fmla="*/ 3015989 h 6858000"/>
              <a:gd name="connsiteX6" fmla="*/ 5223846 w 12192000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5223846" y="0"/>
                </a:moveTo>
                <a:lnTo>
                  <a:pt x="12192000" y="0"/>
                </a:lnTo>
                <a:lnTo>
                  <a:pt x="12192000" y="4098880"/>
                </a:lnTo>
                <a:lnTo>
                  <a:pt x="7413064" y="6858000"/>
                </a:lnTo>
                <a:lnTo>
                  <a:pt x="0" y="6858000"/>
                </a:lnTo>
                <a:lnTo>
                  <a:pt x="0" y="3015989"/>
                </a:lnTo>
                <a:lnTo>
                  <a:pt x="5223846" y="0"/>
                </a:lnTo>
                <a:close/>
              </a:path>
            </a:pathLst>
          </a:custGeom>
          <a:solidFill>
            <a:schemeClr val="accent6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E8F226-88EC-43C8-A1A1-A1E541172431}"/>
              </a:ext>
            </a:extLst>
          </p:cNvPr>
          <p:cNvCxnSpPr>
            <a:cxnSpLocks/>
          </p:cNvCxnSpPr>
          <p:nvPr userDrawn="1"/>
        </p:nvCxnSpPr>
        <p:spPr>
          <a:xfrm>
            <a:off x="0" y="333495"/>
            <a:ext cx="468337" cy="55714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AD76DB5-560F-48C2-99AB-92ED4EF6A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 rt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945DE-B0FD-4F5F-8D6A-A1C2F34B6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100" y="1672590"/>
            <a:ext cx="10725016" cy="4499610"/>
          </a:xfrm>
        </p:spPr>
        <p:txBody>
          <a:bodyPr/>
          <a:lstStyle>
            <a:lvl1pPr algn="l" rtl="0">
              <a:defRPr/>
            </a:lvl1pPr>
            <a:lvl2pPr algn="l" rtl="0">
              <a:defRPr/>
            </a:lvl2pPr>
            <a:lvl3pPr algn="l" rtl="0">
              <a:defRPr/>
            </a:lvl3pPr>
            <a:lvl4pPr algn="l" rtl="0">
              <a:defRPr/>
            </a:lvl4pPr>
            <a:lvl5pPr algn="l" rtl="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4E63467-157A-4167-AEE0-FCE02C5B8F38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800100" y="987646"/>
            <a:ext cx="10725150" cy="452534"/>
          </a:xfrm>
        </p:spPr>
        <p:txBody>
          <a:bodyPr tIns="0">
            <a:noAutofit/>
          </a:bodyPr>
          <a:lstStyle>
            <a:lvl1pPr marL="0" indent="0" rtl="0"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68A2D66-2A1C-43F9-B8EE-F2ECB9D67C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138"/>
          <a:stretch/>
        </p:blipFill>
        <p:spPr>
          <a:xfrm>
            <a:off x="11664329" y="6460753"/>
            <a:ext cx="388458" cy="339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636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1EA2A55B-5DD4-4E36-BA2F-504C41D373A2}"/>
              </a:ext>
            </a:extLst>
          </p:cNvPr>
          <p:cNvSpPr/>
          <p:nvPr userDrawn="1"/>
        </p:nvSpPr>
        <p:spPr>
          <a:xfrm>
            <a:off x="0" y="0"/>
            <a:ext cx="822959" cy="2397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96BB9A-53E7-4A37-94D7-E42C242891A9}"/>
              </a:ext>
            </a:extLst>
          </p:cNvPr>
          <p:cNvSpPr/>
          <p:nvPr userDrawn="1"/>
        </p:nvSpPr>
        <p:spPr>
          <a:xfrm>
            <a:off x="0" y="6300853"/>
            <a:ext cx="12192000" cy="5571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80DDC-D156-41FC-BF24-CEC527379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A052B-A0ED-42E3-A42D-476CBA669AF3}" type="slidenum">
              <a:rPr lang="en-US" smtClean="0"/>
              <a:t>‹#›</a:t>
            </a:fld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9C5342F6-5698-42A0-9F8B-85DB62BA5C23}"/>
              </a:ext>
            </a:extLst>
          </p:cNvPr>
          <p:cNvSpPr/>
          <p:nvPr userDrawn="1"/>
        </p:nvSpPr>
        <p:spPr>
          <a:xfrm flipH="1">
            <a:off x="3" y="467282"/>
            <a:ext cx="12191999" cy="5740272"/>
          </a:xfrm>
          <a:custGeom>
            <a:avLst/>
            <a:gdLst>
              <a:gd name="connsiteX0" fmla="*/ 12191999 w 12191999"/>
              <a:gd name="connsiteY0" fmla="*/ 0 h 5740272"/>
              <a:gd name="connsiteX1" fmla="*/ 12191999 w 12191999"/>
              <a:gd name="connsiteY1" fmla="*/ 3048077 h 5740272"/>
              <a:gd name="connsiteX2" fmla="*/ 12191999 w 12191999"/>
              <a:gd name="connsiteY2" fmla="*/ 5465875 h 5740272"/>
              <a:gd name="connsiteX3" fmla="*/ 12191999 w 12191999"/>
              <a:gd name="connsiteY3" fmla="*/ 5740272 h 5740272"/>
              <a:gd name="connsiteX4" fmla="*/ 0 w 12191999"/>
              <a:gd name="connsiteY4" fmla="*/ 5740272 h 5740272"/>
              <a:gd name="connsiteX5" fmla="*/ 0 w 12191999"/>
              <a:gd name="connsiteY5" fmla="*/ 5465875 h 5740272"/>
              <a:gd name="connsiteX6" fmla="*/ 0 w 12191999"/>
              <a:gd name="connsiteY6" fmla="*/ 5465875 h 5740272"/>
              <a:gd name="connsiteX7" fmla="*/ 0 w 12191999"/>
              <a:gd name="connsiteY7" fmla="*/ 2025264 h 5740272"/>
              <a:gd name="connsiteX8" fmla="*/ 3597180 w 12191999"/>
              <a:gd name="connsiteY8" fmla="*/ 0 h 5740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1999" h="5740272">
                <a:moveTo>
                  <a:pt x="12191999" y="0"/>
                </a:moveTo>
                <a:lnTo>
                  <a:pt x="12191999" y="3048077"/>
                </a:lnTo>
                <a:lnTo>
                  <a:pt x="12191999" y="5465875"/>
                </a:lnTo>
                <a:lnTo>
                  <a:pt x="12191999" y="5740272"/>
                </a:lnTo>
                <a:lnTo>
                  <a:pt x="0" y="5740272"/>
                </a:lnTo>
                <a:lnTo>
                  <a:pt x="0" y="5465875"/>
                </a:lnTo>
                <a:lnTo>
                  <a:pt x="0" y="5465875"/>
                </a:lnTo>
                <a:lnTo>
                  <a:pt x="0" y="2025264"/>
                </a:lnTo>
                <a:lnTo>
                  <a:pt x="3597180" y="0"/>
                </a:lnTo>
                <a:close/>
              </a:path>
            </a:pathLst>
          </a:custGeom>
          <a:solidFill>
            <a:schemeClr val="accent6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E8F226-88EC-43C8-A1A1-A1E541172431}"/>
              </a:ext>
            </a:extLst>
          </p:cNvPr>
          <p:cNvCxnSpPr>
            <a:cxnSpLocks/>
          </p:cNvCxnSpPr>
          <p:nvPr userDrawn="1"/>
        </p:nvCxnSpPr>
        <p:spPr>
          <a:xfrm>
            <a:off x="0" y="831335"/>
            <a:ext cx="468337" cy="55714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8C527EE7-8E22-4E9C-BAB8-D178339EBA15}"/>
              </a:ext>
            </a:extLst>
          </p:cNvPr>
          <p:cNvSpPr/>
          <p:nvPr userDrawn="1"/>
        </p:nvSpPr>
        <p:spPr>
          <a:xfrm flipH="1">
            <a:off x="9377259" y="1"/>
            <a:ext cx="2086880" cy="1907855"/>
          </a:xfrm>
          <a:custGeom>
            <a:avLst/>
            <a:gdLst>
              <a:gd name="connsiteX0" fmla="*/ 1477382 w 2086880"/>
              <a:gd name="connsiteY0" fmla="*/ 0 h 1907855"/>
              <a:gd name="connsiteX1" fmla="*/ 2086880 w 2086880"/>
              <a:gd name="connsiteY1" fmla="*/ 0 h 1907855"/>
              <a:gd name="connsiteX2" fmla="*/ 2086880 w 2086880"/>
              <a:gd name="connsiteY2" fmla="*/ 732912 h 1907855"/>
              <a:gd name="connsiteX3" fmla="*/ 0 w 2086880"/>
              <a:gd name="connsiteY3" fmla="*/ 1907855 h 1907855"/>
              <a:gd name="connsiteX4" fmla="*/ 0 w 2086880"/>
              <a:gd name="connsiteY4" fmla="*/ 831787 h 1907855"/>
              <a:gd name="connsiteX5" fmla="*/ 1477382 w 2086880"/>
              <a:gd name="connsiteY5" fmla="*/ 0 h 1907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86880" h="1907855">
                <a:moveTo>
                  <a:pt x="1477382" y="0"/>
                </a:moveTo>
                <a:lnTo>
                  <a:pt x="2086880" y="0"/>
                </a:lnTo>
                <a:lnTo>
                  <a:pt x="2086880" y="732912"/>
                </a:lnTo>
                <a:lnTo>
                  <a:pt x="0" y="1907855"/>
                </a:lnTo>
                <a:lnTo>
                  <a:pt x="0" y="831787"/>
                </a:lnTo>
                <a:lnTo>
                  <a:pt x="1477382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D76DB5-560F-48C2-99AB-92ED4EF6A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862965"/>
            <a:ext cx="10725016" cy="773333"/>
          </a:xfrm>
        </p:spPr>
        <p:txBody>
          <a:bodyPr/>
          <a:lstStyle>
            <a:lvl1pPr algn="l" rt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945DE-B0FD-4F5F-8D6A-A1C2F34B6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100" y="2176802"/>
            <a:ext cx="10725016" cy="3665198"/>
          </a:xfrm>
        </p:spPr>
        <p:txBody>
          <a:bodyPr/>
          <a:lstStyle>
            <a:lvl1pPr algn="l" rtl="0">
              <a:defRPr/>
            </a:lvl1pPr>
            <a:lvl2pPr algn="l" rtl="0">
              <a:defRPr/>
            </a:lvl2pPr>
            <a:lvl3pPr algn="l" rtl="0">
              <a:defRPr/>
            </a:lvl3pPr>
            <a:lvl4pPr algn="l" rtl="0">
              <a:defRPr/>
            </a:lvl4pPr>
            <a:lvl5pPr algn="l" rtl="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97579E2-58B1-459D-A017-1723E0ED9C08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800100" y="1484113"/>
            <a:ext cx="10797387" cy="350202"/>
          </a:xfrm>
        </p:spPr>
        <p:txBody>
          <a:bodyPr tIns="0">
            <a:noAutofit/>
          </a:bodyPr>
          <a:lstStyle>
            <a:lvl1pPr marL="0" indent="0" rtl="0"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3EF23D2-0054-4016-9506-7B70C2F391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138"/>
          <a:stretch/>
        </p:blipFill>
        <p:spPr>
          <a:xfrm>
            <a:off x="11664329" y="6460753"/>
            <a:ext cx="388458" cy="339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057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54A2C8-9E7C-4C11-A1DE-01ADB50FB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1" y="365125"/>
            <a:ext cx="10725016" cy="7733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D18C2B-F939-431F-936A-7A8A0D2E2D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0100" y="1325906"/>
            <a:ext cx="10725016" cy="48462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06B1C-3FA0-472A-83FD-87D1C9071E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00440"/>
            <a:ext cx="6668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6A052B-A0ED-42E3-A42D-476CBA669AF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79AFB01-3913-4795-BE83-D0515199F7EB}"/>
              </a:ext>
            </a:extLst>
          </p:cNvPr>
          <p:cNvCxnSpPr>
            <a:cxnSpLocks/>
          </p:cNvCxnSpPr>
          <p:nvPr userDrawn="1"/>
        </p:nvCxnSpPr>
        <p:spPr>
          <a:xfrm>
            <a:off x="0" y="333495"/>
            <a:ext cx="468337" cy="55714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71CAB1EE-DE80-4A6B-B539-0E3367539F77}"/>
              </a:ext>
            </a:extLst>
          </p:cNvPr>
          <p:cNvSpPr/>
          <p:nvPr userDrawn="1"/>
        </p:nvSpPr>
        <p:spPr>
          <a:xfrm>
            <a:off x="666884" y="6405022"/>
            <a:ext cx="10858232" cy="4529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E022E5-3E75-4081-94E7-47589D51F7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138"/>
          <a:stretch/>
        </p:blipFill>
        <p:spPr>
          <a:xfrm>
            <a:off x="11664329" y="6460753"/>
            <a:ext cx="388458" cy="339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044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63" r:id="rId5"/>
    <p:sldLayoutId id="2147483666" r:id="rId6"/>
    <p:sldLayoutId id="2147483667" r:id="rId7"/>
    <p:sldLayoutId id="2147483650" r:id="rId8"/>
    <p:sldLayoutId id="2147483664" r:id="rId9"/>
    <p:sldLayoutId id="2147483665" r:id="rId10"/>
    <p:sldLayoutId id="2147483668" r:id="rId11"/>
    <p:sldLayoutId id="2147483669" r:id="rId12"/>
    <p:sldLayoutId id="2147483670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ts val="2600"/>
        </a:lnSpc>
        <a:spcBef>
          <a:spcPts val="1000"/>
        </a:spcBef>
        <a:buClr>
          <a:schemeClr val="accent1"/>
        </a:buClr>
        <a:buSzPct val="120000"/>
        <a:buFont typeface="Assistant" panose="00000500000000000000" pitchFamily="2" charset="-79"/>
        <a:buChar char="\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ts val="2600"/>
        </a:lnSpc>
        <a:spcBef>
          <a:spcPts val="500"/>
        </a:spcBef>
        <a:buClr>
          <a:schemeClr val="tx2"/>
        </a:buClr>
        <a:buFont typeface="Assistant" panose="00000500000000000000" pitchFamily="2" charset="-79"/>
        <a:buChar char="\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ts val="26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ts val="26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ts val="26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B2F18-7E37-4ACB-A0B8-A212F94116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Master - Sprint Summary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81C451-F8ED-4EAC-ABA6-A17AB03390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8231" y="3647876"/>
            <a:ext cx="8778240" cy="1519688"/>
          </a:xfrm>
        </p:spPr>
        <p:txBody>
          <a:bodyPr>
            <a:normAutofit/>
          </a:bodyPr>
          <a:lstStyle/>
          <a:p>
            <a:r>
              <a:t>Yakov Elmaleh</a:t>
            </a:r>
            <a:br/>
            <a:r>
              <a:t>Pre-cluster Data Analysis | September 24, 2026</a:t>
            </a:r>
          </a:p>
        </p:txBody>
      </p:sp>
    </p:spTree>
    <p:extLst>
      <p:ext uri="{BB962C8B-B14F-4D97-AF65-F5344CB8AC3E}">
        <p14:creationId xmlns:p14="http://schemas.microsoft.com/office/powerpoint/2010/main" val="68435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sz="3000"/>
              <a:t>Live model-candidate time chart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5074920" cy="4343400"/>
          </a:xfrm>
          <a:prstGeom prst="roundRect">
            <a:avLst/>
          </a:prstGeom>
          <a:solidFill>
            <a:srgbClr val="F2F2F2"/>
          </a:solidFill>
          <a:ln>
            <a:solidFill>
              <a:srgbClr val="9C9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109728" cy="4343400"/>
          </a:xfrm>
          <a:prstGeom prst="rect">
            <a:avLst/>
          </a:prstGeom>
          <a:solidFill>
            <a:srgbClr val="F47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1581912"/>
            <a:ext cx="46360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7E1F"/>
                </a:solidFill>
                <a:latin typeface="Arial"/>
              </a:rPr>
              <a:t>WHAT IS THE NEW TASK?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057400"/>
            <a:ext cx="4480560" cy="320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4B4B4D"/>
                </a:solidFill>
                <a:latin typeface="Arial"/>
              </a:rPr>
              <a:t>Measure the live candidate population and plot issue creation counts in one-day bins.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074920" cy="4343400"/>
          </a:xfrm>
          <a:prstGeom prst="roundRect">
            <a:avLst/>
          </a:prstGeom>
          <a:solidFill>
            <a:srgbClr val="F2F2F2"/>
          </a:solidFill>
          <a:ln>
            <a:solidFill>
              <a:srgbClr val="9C9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417320"/>
            <a:ext cx="109728" cy="4343400"/>
          </a:xfrm>
          <a:prstGeom prst="rect">
            <a:avLst/>
          </a:prstGeom>
          <a:solidFill>
            <a:srgbClr val="EB6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581912"/>
            <a:ext cx="46360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B6520"/>
                </a:solidFill>
                <a:latin typeface="Arial"/>
              </a:rPr>
              <a:t>WHY DO WE NEED IT?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1993392"/>
            <a:ext cx="4480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t>• Audit source coverage before expensive enrichment and training.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t>• Use the actual non-bug eligibility rules, not only literal Story issues.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t>• Keep server-side candidates separate from final model-ready rows.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437376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B4B4D"/>
                </a:solidFill>
                <a:latin typeface="Arial"/>
              </a:rPr>
              <a:t>Snapshot: 2026-09-10 | Candidate analysis, not model 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19088"/>
            <a:ext cx="457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4B4D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sz="2600"/>
              <a:t>Live model-candidate time chart —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298448"/>
            <a:ext cx="3520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9C9EA0"/>
                </a:solidFill>
                <a:latin typeface="Arial"/>
              </a:rPr>
              <a:t>Historical processed CSVs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18120" y="1298448"/>
            <a:ext cx="3520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47E1F"/>
                </a:solidFill>
                <a:latin typeface="Arial"/>
              </a:rPr>
              <a:t>Live candidates (Sep 10)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783080"/>
          <a:ext cx="1037844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61188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Data item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Historical processed CSVs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Live candidates (Sep 10)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Rows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23,901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68,358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Repositories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Population stage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Processed feature/label rows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Server-side JQL candidates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Time interpretation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Sprint-entry date for model splits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Issue creation date; 1-day bins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Comment-before-sprint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Applied by original preprocessing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Not applied yet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14400" y="4754880"/>
            <a:ext cx="10378440" cy="868680"/>
          </a:xfrm>
          <a:prstGeom prst="roundRect">
            <a:avLst/>
          </a:prstGeom>
          <a:solidFill>
            <a:srgbClr val="F2F2F2"/>
          </a:solidFill>
          <a:ln>
            <a:solidFill>
              <a:srgbClr val="9C9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864608"/>
            <a:ext cx="1051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7E1F"/>
                </a:solidFill>
                <a:latin typeface="Arial"/>
              </a:rPr>
              <a:t>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4837176"/>
            <a:ext cx="8915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32323"/>
                </a:solidFill>
                <a:latin typeface="Arial"/>
              </a:defRPr>
            </a:pPr>
            <a:r>
              <a:t>• Different sources and processing stages: not a like-for-like growth comparison.</a:t>
            </a:r>
          </a:p>
          <a:p>
            <a:pPr>
              <a:spcAft>
                <a:spcPts val="800"/>
              </a:spcAft>
              <a:defRPr sz="1100">
                <a:solidFill>
                  <a:srgbClr val="232323"/>
                </a:solidFill>
                <a:latin typeface="Arial"/>
              </a:defRPr>
            </a:pPr>
            <a:r>
              <a:t>• Both are broader than literal Story/User Story; candidates are not labeled unstable.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437376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B4B4D"/>
                </a:solidFill>
                <a:latin typeface="Arial"/>
              </a:rPr>
              <a:t>Snapshot: 2026-09-10 | Candidate analysis, not model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19088"/>
            <a:ext cx="457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4B4D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sz="3000"/>
              <a:t>Live model-candidate time chart — Results</a:t>
            </a:r>
          </a:p>
        </p:txBody>
      </p:sp>
      <p:pic>
        <p:nvPicPr>
          <p:cNvPr id="3" name="Picture 2" descr="model_candidates_per_day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508760"/>
            <a:ext cx="10287000" cy="4857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437376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B4B4D"/>
                </a:solidFill>
                <a:latin typeface="Arial"/>
              </a:rPr>
              <a:t>Snapshot: 2026-09-10 | Candidate analysis, not model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457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4B4D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sz="2600"/>
              <a:t>Live model-candidate time chart - Conclusions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5074920" cy="4343400"/>
          </a:xfrm>
          <a:prstGeom prst="roundRect">
            <a:avLst/>
          </a:prstGeom>
          <a:solidFill>
            <a:srgbClr val="F2F2F2"/>
          </a:solidFill>
          <a:ln>
            <a:solidFill>
              <a:srgbClr val="9C9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109728" cy="4343400"/>
          </a:xfrm>
          <a:prstGeom prst="rect">
            <a:avLst/>
          </a:prstGeom>
          <a:solidFill>
            <a:srgbClr val="49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1581912"/>
            <a:ext cx="46360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9915C"/>
                </a:solidFill>
                <a:latin typeface="Arial"/>
              </a:rPr>
              <a:t>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993392"/>
            <a:ext cx="4480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68,358 candidates across eight repositories; no duplicate source/issue keys.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MongoDB + RedHat supply 93.8% of candidates.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Task is the largest issue type (34,990); literal Story is not the whole population.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074920" cy="4343400"/>
          </a:xfrm>
          <a:prstGeom prst="roundRect">
            <a:avLst/>
          </a:prstGeom>
          <a:solidFill>
            <a:srgbClr val="F2F2F2"/>
          </a:solidFill>
          <a:ln>
            <a:solidFill>
              <a:srgbClr val="9C9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417320"/>
            <a:ext cx="109728" cy="4343400"/>
          </a:xfrm>
          <a:prstGeom prst="rect">
            <a:avLst/>
          </a:prstGeom>
          <a:solidFill>
            <a:srgbClr val="F47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581912"/>
            <a:ext cx="46360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7E1F"/>
                </a:solidFill>
                <a:latin typeface="Arial"/>
              </a:rPr>
              <a:t>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1993392"/>
            <a:ext cx="4480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Download comments, sprint fields, and changelogs.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Apply exact sprint-entry and pre-sprint-comment checks.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Report retention and label balance before training; no model scores in this task.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437376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B4B4D"/>
                </a:solidFill>
                <a:latin typeface="Arial"/>
              </a:rPr>
              <a:t>Snapshot: 2026-09-10 | Candidate analysis, not model 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19088"/>
            <a:ext cx="457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4B4D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sz="3000"/>
              <a:t>Removing the GitHub/PR evidence filter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5074920" cy="4343400"/>
          </a:xfrm>
          <a:prstGeom prst="roundRect">
            <a:avLst/>
          </a:prstGeom>
          <a:solidFill>
            <a:srgbClr val="F2F2F2"/>
          </a:solidFill>
          <a:ln>
            <a:solidFill>
              <a:srgbClr val="9C9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109728" cy="4343400"/>
          </a:xfrm>
          <a:prstGeom prst="rect">
            <a:avLst/>
          </a:prstGeom>
          <a:solidFill>
            <a:srgbClr val="F47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1581912"/>
            <a:ext cx="46360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7E1F"/>
                </a:solidFill>
                <a:latin typeface="Arial"/>
              </a:rPr>
              <a:t>WHAT IS THE NEW TASK?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057400"/>
            <a:ext cx="4480560" cy="320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4B4B4D"/>
                </a:solidFill>
                <a:latin typeface="Arial"/>
              </a:rPr>
              <a:t>Measure how much candidate coverage changes when only the GitHub/PR-evidence condition is removed.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074920" cy="4343400"/>
          </a:xfrm>
          <a:prstGeom prst="roundRect">
            <a:avLst/>
          </a:prstGeom>
          <a:solidFill>
            <a:srgbClr val="F2F2F2"/>
          </a:solidFill>
          <a:ln>
            <a:solidFill>
              <a:srgbClr val="9C9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417320"/>
            <a:ext cx="109728" cy="4343400"/>
          </a:xfrm>
          <a:prstGeom prst="rect">
            <a:avLst/>
          </a:prstGeom>
          <a:solidFill>
            <a:srgbClr val="EB6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581912"/>
            <a:ext cx="46360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B6520"/>
                </a:solidFill>
                <a:latin typeface="Arial"/>
              </a:rPr>
              <a:t>WHY DO WE NEED IT?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1993392"/>
            <a:ext cx="4480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t>• The evidence requirement can strongly restrict repository coverage.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t>• Keep non-bug, source-specific status/resolution, and current-Sprint filters unchanged.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t>• Treat this as a separate population experiment, not a model improvement.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437376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B4B4D"/>
                </a:solidFill>
                <a:latin typeface="Arial"/>
              </a:rPr>
              <a:t>Snapshot: 2026-09-10 | Candidate analysis, not model 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19088"/>
            <a:ext cx="457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4B4D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sz="2600"/>
              <a:t>Removing the GitHub/PR evidence filter —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298448"/>
            <a:ext cx="3520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9C9EA0"/>
                </a:solidFill>
                <a:latin typeface="Arial"/>
              </a:rPr>
              <a:t>With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18120" y="1298448"/>
            <a:ext cx="3520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47E1F"/>
                </a:solidFill>
                <a:latin typeface="Arial"/>
              </a:rPr>
              <a:t>Without evidence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783080"/>
          <a:ext cx="103784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611880"/>
                <a:gridCol w="365760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Data item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With evidence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Without evidence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68,358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211,790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RedHat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24,920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133,774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MongoDB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39,169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50,637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Qt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10,211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Apache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3,289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9,576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JiraEcosystem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2,888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Jira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2,847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IntelDAOS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866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1,819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Sakai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14400" y="5376672"/>
            <a:ext cx="10378440" cy="868680"/>
          </a:xfrm>
          <a:prstGeom prst="roundRect">
            <a:avLst/>
          </a:prstGeom>
          <a:solidFill>
            <a:srgbClr val="F2F2F2"/>
          </a:solidFill>
          <a:ln>
            <a:solidFill>
              <a:srgbClr val="9C9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486400"/>
            <a:ext cx="1051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7E1F"/>
                </a:solidFill>
                <a:latin typeface="Arial"/>
              </a:rPr>
              <a:t>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5458968"/>
            <a:ext cx="8915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32323"/>
                </a:solidFill>
                <a:latin typeface="Arial"/>
              </a:defRPr>
            </a:pPr>
            <a:r>
              <a:t>• +143,432 candidates; 3.10x total (+209.8%). Same eight sources.</a:t>
            </a:r>
          </a:p>
          <a:p>
            <a:pPr>
              <a:spcAft>
                <a:spcPts val="800"/>
              </a:spcAft>
              <a:defRPr sz="1100">
                <a:solidFill>
                  <a:srgbClr val="232323"/>
                </a:solidFill>
                <a:latin typeface="Arial"/>
              </a:defRPr>
            </a:pPr>
            <a:r>
              <a:t>• All strict-cohort keys occur in the broader cohort. Neither has passed local validity checks.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437376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B4B4D"/>
                </a:solidFill>
                <a:latin typeface="Arial"/>
              </a:rPr>
              <a:t>Snapshot: 2026-09-10 | Candidate analysis, not model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19088"/>
            <a:ext cx="457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4B4D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sz="2600"/>
              <a:t>Removing the GitHub/PR evidence filter — Results</a:t>
            </a:r>
          </a:p>
        </p:txBody>
      </p:sp>
      <p:pic>
        <p:nvPicPr>
          <p:cNvPr id="3" name="Picture 2" descr="model_candidates_without_pr_evidence_per_day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508760"/>
            <a:ext cx="10287000" cy="4857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437376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B4B4D"/>
                </a:solidFill>
                <a:latin typeface="Arial"/>
              </a:rPr>
              <a:t>Snapshot: 2026-09-10 | Candidate analysis, not model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457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4B4D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sz="2600"/>
              <a:t>Removing the GitHub/PR evidence filter - Conclusions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5074920" cy="4343400"/>
          </a:xfrm>
          <a:prstGeom prst="roundRect">
            <a:avLst/>
          </a:prstGeom>
          <a:solidFill>
            <a:srgbClr val="F2F2F2"/>
          </a:solidFill>
          <a:ln>
            <a:solidFill>
              <a:srgbClr val="9C9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109728" cy="4343400"/>
          </a:xfrm>
          <a:prstGeom prst="rect">
            <a:avLst/>
          </a:prstGeom>
          <a:solidFill>
            <a:srgbClr val="49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1581912"/>
            <a:ext cx="46360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9915C"/>
                </a:solidFill>
                <a:latin typeface="Arial"/>
              </a:rPr>
              <a:t>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993392"/>
            <a:ext cx="4480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Removing only evidence adds 143,432 candidates; total coverage is 3.10x.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Qt increases from 86 to 10,211; the evidence filter has a large cohort effect.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RedHat contributes 108,854 of the added candidates; repository mix changes.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074920" cy="4343400"/>
          </a:xfrm>
          <a:prstGeom prst="roundRect">
            <a:avLst/>
          </a:prstGeom>
          <a:solidFill>
            <a:srgbClr val="F2F2F2"/>
          </a:solidFill>
          <a:ln>
            <a:solidFill>
              <a:srgbClr val="9C9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417320"/>
            <a:ext cx="109728" cy="4343400"/>
          </a:xfrm>
          <a:prstGeom prst="rect">
            <a:avLst/>
          </a:prstGeom>
          <a:solidFill>
            <a:srgbClr val="F47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581912"/>
            <a:ext cx="46360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7E1F"/>
                </a:solidFill>
                <a:latin typeface="Arial"/>
              </a:rPr>
              <a:t>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1993392"/>
            <a:ext cx="4480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Enrich both cohorts with the same exact local validity checks.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Compare retained rows and class balance by repository.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Do not infer instability prevalence or AUC-PRC from candidate volume.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437376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B4B4D"/>
                </a:solidFill>
                <a:latin typeface="Arial"/>
              </a:rPr>
              <a:t>Snapshot: 2026-09-10 | Candidate analysis, not model 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19088"/>
            <a:ext cx="457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4B4D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sz="3000"/>
              <a:t>Researching new public Jira sources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5074920" cy="4343400"/>
          </a:xfrm>
          <a:prstGeom prst="roundRect">
            <a:avLst/>
          </a:prstGeom>
          <a:solidFill>
            <a:srgbClr val="F2F2F2"/>
          </a:solidFill>
          <a:ln>
            <a:solidFill>
              <a:srgbClr val="9C9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109728" cy="4343400"/>
          </a:xfrm>
          <a:prstGeom prst="rect">
            <a:avLst/>
          </a:prstGeom>
          <a:solidFill>
            <a:srgbClr val="F47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1581912"/>
            <a:ext cx="46360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7E1F"/>
                </a:solidFill>
                <a:latin typeface="Arial"/>
              </a:rPr>
              <a:t>WHAT IS THE NEW TASK?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057400"/>
            <a:ext cx="4480560" cy="320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4B4B4D"/>
                </a:solidFill>
                <a:latin typeface="Arial"/>
              </a:rPr>
              <a:t>Identify additional public Jira repositories with accessible sprint, comment, and change-history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074920" cy="4343400"/>
          </a:xfrm>
          <a:prstGeom prst="roundRect">
            <a:avLst/>
          </a:prstGeom>
          <a:solidFill>
            <a:srgbClr val="F2F2F2"/>
          </a:solidFill>
          <a:ln>
            <a:solidFill>
              <a:srgbClr val="9C9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417320"/>
            <a:ext cx="109728" cy="4343400"/>
          </a:xfrm>
          <a:prstGeom prst="rect">
            <a:avLst/>
          </a:prstGeom>
          <a:solidFill>
            <a:srgbClr val="EB6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581912"/>
            <a:ext cx="46360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B6520"/>
                </a:solidFill>
                <a:latin typeface="Arial"/>
              </a:rPr>
              <a:t>WHY DO WE NEED IT?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1993392"/>
            <a:ext cx="4480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t>• Expand the research source pool beyond the existing configured repositories.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t>• Check technical access before attempting a full collection.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t>• Separate literal Story counts from broad non-bug pipeline candidates.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437376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B4B4D"/>
                </a:solidFill>
                <a:latin typeface="Arial"/>
              </a:rPr>
              <a:t>Snapshot: 2026-09-10 | Candidate analysis, not model 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19088"/>
            <a:ext cx="457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4B4D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sz="2600"/>
              <a:t>Researching new public Jira sources —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298448"/>
            <a:ext cx="3520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9C9EA0"/>
                </a:solidFill>
                <a:latin typeface="Arial"/>
              </a:rPr>
              <a:t>Existing source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18120" y="1298448"/>
            <a:ext cx="3520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47E1F"/>
                </a:solidFill>
                <a:latin typeface="Arial"/>
              </a:rPr>
              <a:t>New sources (Sep 10)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783080"/>
          <a:ext cx="1037844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61188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Data item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Existing source catalog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New sources (Sep 10)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Catalog / shortlist size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5 new sources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Pipeline-candidate count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Not remeasured in this task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14,575 estimated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Source coverage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Previously configured sources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Liferay, Percona, ONAP, Moodle, SonarSource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Compatibility evidence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Not retested in this task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1 sampled issue per source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Final accepted rows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Not a new dataset collection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Not measured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14400" y="4754880"/>
            <a:ext cx="10378440" cy="868680"/>
          </a:xfrm>
          <a:prstGeom prst="roundRect">
            <a:avLst/>
          </a:prstGeom>
          <a:solidFill>
            <a:srgbClr val="F2F2F2"/>
          </a:solidFill>
          <a:ln>
            <a:solidFill>
              <a:srgbClr val="9C9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864608"/>
            <a:ext cx="1051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7E1F"/>
                </a:solidFill>
                <a:latin typeface="Arial"/>
              </a:rPr>
              <a:t>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4837176"/>
            <a:ext cx="8915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32323"/>
                </a:solidFill>
                <a:latin typeface="Arial"/>
              </a:defRPr>
            </a:pPr>
            <a:r>
              <a:t>• API estimates use the then-current Done + Sprint + GitHub-comment query.</a:t>
            </a:r>
          </a:p>
          <a:p>
            <a:pPr>
              <a:spcAft>
                <a:spcPts val="800"/>
              </a:spcAft>
              <a:defRPr sz="1100">
                <a:solidFill>
                  <a:srgbClr val="232323"/>
                </a:solidFill>
                <a:latin typeface="Arial"/>
              </a:defRPr>
            </a:pPr>
            <a:r>
              <a:t>• Not directly comparable to the source-specific status rules in the time-chart tasks.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437376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B4B4D"/>
                </a:solidFill>
                <a:latin typeface="Arial"/>
              </a:rPr>
              <a:t>Snapshot: 2026-09-10 | Candidate analysis, not model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19088"/>
            <a:ext cx="457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4B4D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sz="2600"/>
              <a:t>Researching new public Jira sources —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77240" y="1325880"/>
          <a:ext cx="106527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0552"/>
                <a:gridCol w="2130552"/>
                <a:gridCol w="2130552"/>
                <a:gridCol w="2130552"/>
                <a:gridCol w="2130552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Repository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Literal stories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Stories with sprint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Pipeline candidates*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Sample API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Liferay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24,841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6,227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10,629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Verified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Percona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1,898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509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632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Verified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ONAP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12,603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3,672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Verified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Moodle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2,931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Verified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SonarSource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275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Verified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68680" y="4069080"/>
            <a:ext cx="10424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B4B4D"/>
                </a:solidFill>
                <a:latin typeface="Arial"/>
              </a:rPr>
              <a:t>*API estimates, not final accepted rows. Sample API = one issue plus comments and changelog.
Candidates use non-Bug + Done + current Sprint + GitHub-comment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37376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B4B4D"/>
                </a:solidFill>
                <a:latin typeface="Arial"/>
              </a:rPr>
              <a:t>Snapshot: 2026-09-10 | Candidate analysis, not model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457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4B4D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sz="2600"/>
              <a:t>Researching new public Jira sources - Conclusions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5074920" cy="4343400"/>
          </a:xfrm>
          <a:prstGeom prst="roundRect">
            <a:avLst/>
          </a:prstGeom>
          <a:solidFill>
            <a:srgbClr val="F2F2F2"/>
          </a:solidFill>
          <a:ln>
            <a:solidFill>
              <a:srgbClr val="9C9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109728" cy="4343400"/>
          </a:xfrm>
          <a:prstGeom prst="rect">
            <a:avLst/>
          </a:prstGeom>
          <a:solidFill>
            <a:srgbClr val="49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1581912"/>
            <a:ext cx="46360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9915C"/>
                </a:solidFill>
                <a:latin typeface="Arial"/>
              </a:rPr>
              <a:t>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993392"/>
            <a:ext cx="4480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Five new public sources; estimated total 14,575 default-filter candidates.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All five passed field/search checks and one issue/comments/changelog sample.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Moodle and SonarSource have zero literal Story issues, but non-bug candidates exist.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074920" cy="4343400"/>
          </a:xfrm>
          <a:prstGeom prst="roundRect">
            <a:avLst/>
          </a:prstGeom>
          <a:solidFill>
            <a:srgbClr val="F2F2F2"/>
          </a:solidFill>
          <a:ln>
            <a:solidFill>
              <a:srgbClr val="9C9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417320"/>
            <a:ext cx="109728" cy="4343400"/>
          </a:xfrm>
          <a:prstGeom prst="rect">
            <a:avLst/>
          </a:prstGeom>
          <a:solidFill>
            <a:srgbClr val="F47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581912"/>
            <a:ext cx="46360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7E1F"/>
                </a:solidFill>
                <a:latin typeface="Arial"/>
              </a:rPr>
              <a:t>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1993392"/>
            <a:ext cx="4480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September 10 shortlist: start with Liferay and Percona; inspect ONAP retention.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Run bounded enrichment before full collection.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Measure final eligibility and labels; sample access does not prove full coverage.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437376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B4B4D"/>
                </a:solidFill>
                <a:latin typeface="Arial"/>
              </a:rPr>
              <a:t>Snapshot: 2026-09-10 | Candidate analysis, not model 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19088"/>
            <a:ext cx="457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4B4D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sz="3000"/>
              <a:t>Within-project model comparison (#357)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5074920" cy="4343400"/>
          </a:xfrm>
          <a:prstGeom prst="roundRect">
            <a:avLst/>
          </a:prstGeom>
          <a:solidFill>
            <a:srgbClr val="F2F2F2"/>
          </a:solidFill>
          <a:ln>
            <a:solidFill>
              <a:srgbClr val="9C9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109728" cy="4343400"/>
          </a:xfrm>
          <a:prstGeom prst="rect">
            <a:avLst/>
          </a:prstGeom>
          <a:solidFill>
            <a:srgbClr val="F47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1581912"/>
            <a:ext cx="46360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7E1F"/>
                </a:solidFill>
                <a:latin typeface="Arial"/>
              </a:rPr>
              <a:t>WHAT IS THE NEW TASK?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057400"/>
            <a:ext cx="4480560" cy="320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4B4B4D"/>
                </a:solidFill>
                <a:latin typeface="Arial"/>
              </a:rPr>
              <a:t>Test whether training-only balancing improves instability prediction over matched, unweighted models on each repository.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074920" cy="4343400"/>
          </a:xfrm>
          <a:prstGeom prst="roundRect">
            <a:avLst/>
          </a:prstGeom>
          <a:solidFill>
            <a:srgbClr val="F2F2F2"/>
          </a:solidFill>
          <a:ln>
            <a:solidFill>
              <a:srgbClr val="9C9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417320"/>
            <a:ext cx="109728" cy="4343400"/>
          </a:xfrm>
          <a:prstGeom prst="rect">
            <a:avLst/>
          </a:prstGeom>
          <a:solidFill>
            <a:srgbClr val="EB6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581912"/>
            <a:ext cx="46360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B6520"/>
                </a:solidFill>
                <a:latin typeface="Arial"/>
              </a:rPr>
              <a:t>WHY DO WE NEED IT?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1993392"/>
            <a:ext cx="4480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t>• Six repositories; unstable levels 5, 10, 15 and 20.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t>• RF, legacy boosting and NN; baseline versus refactored variants.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t>• 144 of 144 outputs present across six grouped cluster jobs.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t>• Existing CSV datasets; this is not a fresh Jira download.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437376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B4B4D"/>
                </a:solidFill>
                <a:latin typeface="Arial"/>
              </a:rPr>
              <a:t>PR #357 | Run: 2026-09-24 | Existing CSVs | Appended: 2026-09-27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19088"/>
            <a:ext cx="457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4B4D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sz="3000"/>
              <a:t>#357 - Data Analysis: matched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463040"/>
          <a:ext cx="10561319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749039"/>
                <a:gridCol w="3794760"/>
              </a:tblGrid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Comparison item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Baseline (old)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Refactored (new)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Input population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Same 23,822 eligible rows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Same 23,822 eligible rows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Chronological split / project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60% train / 20% val / 20% test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Identical rows and partitions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Features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Refactored pre-sprint features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Identical feature transform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Training balance: RF / boosting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No balancing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Balanced sample weights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Training balance: NN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No balancing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Random oversampling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48333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Selection / evaluation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Validation PR area; unweighted test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Same policy; unweighted test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5074920"/>
            <a:ext cx="10332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4B4B4D"/>
                </a:solidFill>
                <a:latin typeface="Arial"/>
              </a:rPr>
              <a:t>Projects: Apache, Hyperledger, IntelDAOS, Jira, MariaDB and Qt.
Combined split: 14,290 train / 4,762 validation / 4,770 test rows.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37376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B4B4D"/>
                </a:solidFill>
                <a:latin typeface="Arial"/>
              </a:rPr>
              <a:t>PR #357 | Run: 2026-09-24 | Existing CSVs | Appended: 2026-09-27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457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4B4D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sz="3000"/>
              <a:t>#357 - Results: AUC-PRC by model and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234440"/>
            <a:ext cx="10469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B4B4D"/>
                </a:solidFill>
                <a:latin typeface="Arial"/>
              </a:rPr>
              <a:t>Equal-weight mean across six projects. Trapezoidal PR area, not average precision.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68680" y="1783080"/>
          <a:ext cx="104698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1143000"/>
                <a:gridCol w="2148840"/>
                <a:gridCol w="2148840"/>
                <a:gridCol w="2148840"/>
              </a:tblGrid>
              <a:tr h="30245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Baseline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Refactored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Change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</a:tr>
              <a:tr h="30245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RF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0.2776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0.2661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-0.0115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30245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RF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0.2387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0.2249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-0.0138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  <a:tr h="30245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RF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0.2114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0.1985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-0.0130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30245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RF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0.1420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0.1505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+0.0085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  <a:tr h="30245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Legacy boosting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0.2704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0.2577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-0.0126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30245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Legacy boosting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0.2428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0.2304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-0.0125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  <a:tr h="30245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Legacy boosting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0.2309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0.2051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-0.0258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30245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Legacy boosting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0.1611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0.1381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-0.0230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  <a:tr h="30245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NN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0.2512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0.2663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+0.0151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30245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NN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0.2321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0.2010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-0.0311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  <a:tr h="30245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NN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0.2144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0.1976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-0.0168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3024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NN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0.1372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0.1226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-0.0146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6080760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B4B4D"/>
                </a:solidFill>
                <a:latin typeface="Arial"/>
              </a:rPr>
              <a:t>Positive change favors balancing; improvements occur in 2 of 12 model/level means.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437376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B4B4D"/>
                </a:solidFill>
                <a:latin typeface="Arial"/>
              </a:rPr>
              <a:t>PR #357 | Run: 2026-09-24 | Existing CSVs | Appended: 2026-09-27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457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4B4D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sz="3000"/>
              <a:t>#357 - Conclusions and limitations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5074920" cy="4343400"/>
          </a:xfrm>
          <a:prstGeom prst="roundRect">
            <a:avLst/>
          </a:prstGeom>
          <a:solidFill>
            <a:srgbClr val="F2F2F2"/>
          </a:solidFill>
          <a:ln>
            <a:solidFill>
              <a:srgbClr val="9C9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109728" cy="4343400"/>
          </a:xfrm>
          <a:prstGeom prst="rect">
            <a:avLst/>
          </a:prstGeom>
          <a:solidFill>
            <a:srgbClr val="49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1581912"/>
            <a:ext cx="46360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9915C"/>
                </a:solidFill>
                <a:latin typeface="Arial"/>
              </a:rPr>
              <a:t>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993392"/>
            <a:ext cx="4480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Refactored wins 32/72 paired AUC-PRC comparisons; loses 40/72.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Overall descriptive macro mean: 0.2175 to 0.2049. Balancing is not consistently better.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Only RF level 20 and NN level 5 improve in six-project macro AUC-PRC.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Best score: Jira NN refactored, level 10 = 0.6036; test prevalence is 51.9%.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074920" cy="4343400"/>
          </a:xfrm>
          <a:prstGeom prst="roundRect">
            <a:avLst/>
          </a:prstGeom>
          <a:solidFill>
            <a:srgbClr val="F2F2F2"/>
          </a:solidFill>
          <a:ln>
            <a:solidFill>
              <a:srgbClr val="9C9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417320"/>
            <a:ext cx="109728" cy="4343400"/>
          </a:xfrm>
          <a:prstGeom prst="rect">
            <a:avLst/>
          </a:prstGeom>
          <a:solidFill>
            <a:srgbClr val="F47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581912"/>
            <a:ext cx="46360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7E1F"/>
                </a:solidFill>
                <a:latin typeface="Arial"/>
              </a:rPr>
              <a:t>INTERPRETATION / 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1993392"/>
            <a:ext cx="4480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Keep the unweighted baseline as a candidate; do not assume balancing helps.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Baseline is a matched rerun on refactored features, not the original rich-feature pipeline.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Legacy 'XGboost' is sklearn GradientBoostingClassifier, not XGBClassifier.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Macro averages are descriptive, not significance evidence or cross-project transfer results.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437376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B4B4D"/>
                </a:solidFill>
                <a:latin typeface="Arial"/>
              </a:rPr>
              <a:t>PR #357 | Run: 2026-09-24 | Existing CSVs | Appended: 2026-09-27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19088"/>
            <a:ext cx="457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4B4D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sz="3000"/>
              <a:t>Leave-one-project-out comparison (#360)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5074920" cy="4343400"/>
          </a:xfrm>
          <a:prstGeom prst="roundRect">
            <a:avLst/>
          </a:prstGeom>
          <a:solidFill>
            <a:srgbClr val="F2F2F2"/>
          </a:solidFill>
          <a:ln>
            <a:solidFill>
              <a:srgbClr val="9C9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109728" cy="4343400"/>
          </a:xfrm>
          <a:prstGeom prst="rect">
            <a:avLst/>
          </a:prstGeom>
          <a:solidFill>
            <a:srgbClr val="F47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1581912"/>
            <a:ext cx="46360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7E1F"/>
                </a:solidFill>
                <a:latin typeface="Arial"/>
              </a:rPr>
              <a:t>RESEARCH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057400"/>
            <a:ext cx="4480560" cy="320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4B4B4D"/>
                </a:solidFill>
                <a:latin typeface="Arial"/>
              </a:rPr>
              <a:t>Can a model trained on five repositories predict instability in a sixth repository it has never seen?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074920" cy="4343400"/>
          </a:xfrm>
          <a:prstGeom prst="roundRect">
            <a:avLst/>
          </a:prstGeom>
          <a:solidFill>
            <a:srgbClr val="F2F2F2"/>
          </a:solidFill>
          <a:ln>
            <a:solidFill>
              <a:srgbClr val="9C9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417320"/>
            <a:ext cx="109728" cy="4343400"/>
          </a:xfrm>
          <a:prstGeom prst="rect">
            <a:avLst/>
          </a:prstGeom>
          <a:solidFill>
            <a:srgbClr val="EB6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581912"/>
            <a:ext cx="46360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B6520"/>
                </a:solidFill>
                <a:latin typeface="Arial"/>
              </a:rPr>
              <a:t>SCOPE AND COMPLETION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1993392"/>
            <a:ext cx="4480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t>• Measures cross-project transfer, unlike #357's within-project test.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t>• Six held-out projects; levels 5, 10, 15 and 20; RF, legacy boosting and NN.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t>• All six jobs succeeded: 144 of 144 outputs present.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t>• Both variants use the same split: unweighted training versus balancing.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437376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B4B4D"/>
                </a:solidFill>
                <a:latin typeface="Arial"/>
              </a:rPr>
              <a:t>PR #360 | Run: 2026-09-24 | Leave-one-project-out | Appended: 2026-09-27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19088"/>
            <a:ext cx="457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4B4D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sz="3000"/>
              <a:t>#360 - Data Analysis: held-out project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463040"/>
          <a:ext cx="10561319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749039"/>
                <a:gridCol w="3794760"/>
              </a:tblGrid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Comparison item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Baseline (old)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Refactored (new)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Input population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Same 23,822 eligible CSV rows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Same six repositories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Test fold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Entire held-out repository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Identical held-out rows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Train / validation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Other five projects; time-sorted 80/20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Identical source partitions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Features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Refactored pre-sprint features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Identical feature transform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Training balance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No balancing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RF/boosting: weights; NN: oversample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48333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Selection / evaluation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Validation PR area; unweighted test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Same policy; unweighted test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507492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4B4B4D"/>
                </a:solidFill>
                <a:latin typeface="Arial"/>
              </a:rPr>
              <a:t>Test rows: Apache 7,672; Hyperledger 4,816; IntelDAOS 1,666; Jira 1,574; MariaDB 1,983; Qt 6,111.
Held-out project excluded from training and validation. Test dates can overlap source dates.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37376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B4B4D"/>
                </a:solidFill>
                <a:latin typeface="Arial"/>
              </a:rPr>
              <a:t>PR #360 | Run: 2026-09-24 | Leave-one-project-out | Appended: 2026-09-27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457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4B4D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sz="3000"/>
              <a:t>#360 - Results: cross-project AUC-PRC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234440"/>
            <a:ext cx="10469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B4B4D"/>
                </a:solidFill>
                <a:latin typeface="Arial"/>
              </a:rPr>
              <a:t>Equal-weight mean across six held-out projects. Trapezoidal PR area, not average precision.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68680" y="1783080"/>
          <a:ext cx="104698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1143000"/>
                <a:gridCol w="2148840"/>
                <a:gridCol w="2148840"/>
                <a:gridCol w="2148840"/>
              </a:tblGrid>
              <a:tr h="30245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Baseline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Refactored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Change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</a:tr>
              <a:tr h="30245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RF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0.2355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0.2215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-0.0140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30245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RF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0.2124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0.1944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-0.0180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  <a:tr h="30245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RF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0.1932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0.1859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-0.0074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30245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RF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0.1530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0.1397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-0.0133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  <a:tr h="30245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Legacy boosting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0.2451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0.2351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-0.0100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30245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Legacy boosting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0.2176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0.2021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-0.0155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  <a:tr h="30245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Legacy boosting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0.1939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0.1886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-0.0053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30245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Legacy boosting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0.1388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0.1434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+0.0046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  <a:tr h="30245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NN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0.1934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0.1863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-0.0071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30245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NN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0.1599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0.1474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-0.0125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  <a:tr h="30245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NN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0.1625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0.1371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-0.0254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3024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NN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0.1282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0.1220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-0.0062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6080760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B4B4D"/>
                </a:solidFill>
                <a:latin typeface="Arial"/>
              </a:rPr>
              <a:t>Positive change favors balancing; improvements occur in 1 of 12 model/level means.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437376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B4B4D"/>
                </a:solidFill>
                <a:latin typeface="Arial"/>
              </a:rPr>
              <a:t>PR #360 | Run: 2026-09-24 | Leave-one-project-out | Appended: 2026-09-27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457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4B4D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sz="3000"/>
              <a:t>#360 - Conclusions and limitations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5074920" cy="4343400"/>
          </a:xfrm>
          <a:prstGeom prst="roundRect">
            <a:avLst/>
          </a:prstGeom>
          <a:solidFill>
            <a:srgbClr val="F2F2F2"/>
          </a:solidFill>
          <a:ln>
            <a:solidFill>
              <a:srgbClr val="9C9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109728" cy="4343400"/>
          </a:xfrm>
          <a:prstGeom prst="rect">
            <a:avLst/>
          </a:prstGeom>
          <a:solidFill>
            <a:srgbClr val="49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1581912"/>
            <a:ext cx="46360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9915C"/>
                </a:solidFill>
                <a:latin typeface="Arial"/>
              </a:rPr>
              <a:t>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993392"/>
            <a:ext cx="4480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Balancing wins 20/72 paired comparisons; loses 52/72.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Overall descriptive macro AUC-PRC: 0.1861 to 0.1753. No overall improvement.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Only legacy boosting at level 20 improves in the six-project macro table.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Best: Jira baseline boosting, level 5 = 0.5059; test prevalence is 34.6%.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074920" cy="4343400"/>
          </a:xfrm>
          <a:prstGeom prst="roundRect">
            <a:avLst/>
          </a:prstGeom>
          <a:solidFill>
            <a:srgbClr val="F2F2F2"/>
          </a:solidFill>
          <a:ln>
            <a:solidFill>
              <a:srgbClr val="9C9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417320"/>
            <a:ext cx="109728" cy="4343400"/>
          </a:xfrm>
          <a:prstGeom prst="rect">
            <a:avLst/>
          </a:prstGeom>
          <a:solidFill>
            <a:srgbClr val="F47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581912"/>
            <a:ext cx="46360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7E1F"/>
                </a:solidFill>
                <a:latin typeface="Arial"/>
              </a:rPr>
              <a:t>INTERPRETATION / 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1993392"/>
            <a:ext cx="4480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Retain unweighted models as candidates; balancing is not a default improvement.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Project isolation is not strict future-time testing: source and target dates overlap.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Do not treat differences from #357 as paired gains or losses: test populations differ.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Baseline is not the original pipeline; legacy 'XGboost' is GradientBoostingClassifier.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437376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B4B4D"/>
                </a:solidFill>
                <a:latin typeface="Arial"/>
              </a:rPr>
              <a:t>PR #360 | Run: 2026-09-24 | Leave-one-project-out | Appended: 2026-09-27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19088"/>
            <a:ext cx="457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4B4D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sz="3000"/>
              <a:t>Pooled chronological comparison (#358)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5074920" cy="4343400"/>
          </a:xfrm>
          <a:prstGeom prst="roundRect">
            <a:avLst/>
          </a:prstGeom>
          <a:solidFill>
            <a:srgbClr val="F2F2F2"/>
          </a:solidFill>
          <a:ln>
            <a:solidFill>
              <a:srgbClr val="9C9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109728" cy="4343400"/>
          </a:xfrm>
          <a:prstGeom prst="rect">
            <a:avLst/>
          </a:prstGeom>
          <a:solidFill>
            <a:srgbClr val="F47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1581912"/>
            <a:ext cx="46360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7E1F"/>
                </a:solidFill>
                <a:latin typeface="Arial"/>
              </a:rPr>
              <a:t>RESEARCH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057400"/>
            <a:ext cx="4480560" cy="320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4B4B4D"/>
                </a:solidFill>
                <a:latin typeface="Arial"/>
              </a:rPr>
              <a:t>Can a model trained on older data from multiple repositories predict instability in newer issues?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074920" cy="4343400"/>
          </a:xfrm>
          <a:prstGeom prst="roundRect">
            <a:avLst/>
          </a:prstGeom>
          <a:solidFill>
            <a:srgbClr val="F2F2F2"/>
          </a:solidFill>
          <a:ln>
            <a:solidFill>
              <a:srgbClr val="9C9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417320"/>
            <a:ext cx="109728" cy="4343400"/>
          </a:xfrm>
          <a:prstGeom prst="rect">
            <a:avLst/>
          </a:prstGeom>
          <a:solidFill>
            <a:srgbClr val="EB6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581912"/>
            <a:ext cx="46360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B6520"/>
                </a:solidFill>
                <a:latin typeface="Arial"/>
              </a:rPr>
              <a:t>SCOPE AND COMPLETION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1993392"/>
            <a:ext cx="4480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t>• Global chronological split, not a separate split per repository.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t>• Levels 5, 10, 15 and 20; RF, legacy boosting and NN; two variants.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t>• One grouped job succeeded: all 24 outputs present.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t>• Both variants use the same split: unweighted training versus balancing.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437376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B4B4D"/>
                </a:solidFill>
                <a:latin typeface="Arial"/>
              </a:rPr>
              <a:t>PR #358 | Run: 2026-09-24 | Pooled chronological | Appended: 2026-09-27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19088"/>
            <a:ext cx="457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4B4D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sz="3000"/>
              <a:t>#358 - Data Analysis: global time split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463040"/>
          <a:ext cx="10561319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749039"/>
                <a:gridCol w="3794760"/>
              </a:tblGrid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Comparison item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Baseline (old)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Refactored (new)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Input population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Same 23,822 eligible CSV rows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Same six repositories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Global chronological split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14,293 train / 4,764 val / 4,765 test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Identical rows and partitions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Features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Refactored pre-sprint features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Identical feature transform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Training: RF / boosting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No balancing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Balanced sample weights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Training: NN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No balancing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Random oversampling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48333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Selection / evaluation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Validation PR area; unweighted test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Same policy; unweighted test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507492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4B4B4D"/>
                </a:solidFill>
                <a:latin typeface="Arial"/>
              </a:rPr>
              <a:t>Test: September 29, 2021 to April 27, 2023.
Test rows: Qt 2,669; Apache 1,841; MariaDB 239; Jira 16; Hyperledger and IntelDAOS 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37376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B4B4D"/>
                </a:solidFill>
                <a:latin typeface="Arial"/>
              </a:rPr>
              <a:t>PR #358 | Run: 2026-09-24 | Pooled chronological | Appended: 2026-09-27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457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4B4D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sz="3000"/>
              <a:t>#358 - Results: pooled test AUC-PRC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234440"/>
            <a:ext cx="10469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B4B4D"/>
                </a:solidFill>
                <a:latin typeface="Arial"/>
              </a:rPr>
              <a:t>Unweighted scores on 4,765 pooled test rows. Trapezoidal PR area, not average precision.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68680" y="1783080"/>
          <a:ext cx="104698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1143000"/>
                <a:gridCol w="2148840"/>
                <a:gridCol w="2148840"/>
                <a:gridCol w="2148840"/>
              </a:tblGrid>
              <a:tr h="30245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Baseline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Refactored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Change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</a:tr>
              <a:tr h="30245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RF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0.1341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0.1432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+0.0091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30245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RF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0.0999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0.1034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+0.0036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  <a:tr h="30245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RF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0.0852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0.0838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-0.0014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30245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RF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0.0775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0.0765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-0.0010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  <a:tr h="30245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Legacy boosting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0.1470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0.1452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-0.0018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30245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Legacy boosting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0.1074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0.1015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-0.0058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  <a:tr h="30245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Legacy boosting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0.0758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0.0856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+0.0099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30245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Legacy boosting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0.0767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0.0736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-0.0032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  <a:tr h="30245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NN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0.1298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0.1150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-0.0148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30245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NN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0.0913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0.1050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+0.0136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  <a:tr h="30245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NN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0.0755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0.0773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+0.0018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3024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NN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0.0767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0.0661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-0.0106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6080760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B4B4D"/>
                </a:solidFill>
                <a:latin typeface="Arial"/>
              </a:rPr>
              <a:t>Positive change favors balancing; improvements occur in 5 of 12 matched comparisons.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437376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B4B4D"/>
                </a:solidFill>
                <a:latin typeface="Arial"/>
              </a:rPr>
              <a:t>PR #358 | Run: 2026-09-24 | Pooled chronological | Appended: 2026-09-27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457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4B4D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sz="3000"/>
              <a:t>#358 - Conclusions and limitations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5074920" cy="4343400"/>
          </a:xfrm>
          <a:prstGeom prst="roundRect">
            <a:avLst/>
          </a:prstGeom>
          <a:solidFill>
            <a:srgbClr val="F2F2F2"/>
          </a:solidFill>
          <a:ln>
            <a:solidFill>
              <a:srgbClr val="9C9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109728" cy="4343400"/>
          </a:xfrm>
          <a:prstGeom prst="rect">
            <a:avLst/>
          </a:prstGeom>
          <a:solidFill>
            <a:srgbClr val="49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1581912"/>
            <a:ext cx="46360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9915C"/>
                </a:solidFill>
                <a:latin typeface="Arial"/>
              </a:rPr>
              <a:t>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993392"/>
            <a:ext cx="4480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Balancing wins 5/12 paired AUC-PRC comparisons and loses 7/12.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Mean across 12 model/level scores: 0.09807 to 0.09801. Essentially unchanged descriptively.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Best: baseline legacy boosting, level 5 = 0.1470 AUC-PRC; ROC AUC 0.6138.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Test positives: 504 / 325 / 240 / 191 at levels 5 / 10 / 15 / 20.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074920" cy="4343400"/>
          </a:xfrm>
          <a:prstGeom prst="roundRect">
            <a:avLst/>
          </a:prstGeom>
          <a:solidFill>
            <a:srgbClr val="F2F2F2"/>
          </a:solidFill>
          <a:ln>
            <a:solidFill>
              <a:srgbClr val="9C9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417320"/>
            <a:ext cx="109728" cy="4343400"/>
          </a:xfrm>
          <a:prstGeom prst="rect">
            <a:avLst/>
          </a:prstGeom>
          <a:solidFill>
            <a:srgbClr val="F47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581912"/>
            <a:ext cx="46360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7E1F"/>
                </a:solidFill>
                <a:latin typeface="Arial"/>
              </a:rPr>
              <a:t>INTERPRETATION / 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1993392"/>
            <a:ext cx="4480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Qt and Apache supply 94.6% of test rows; Hyperledger and IntelDAOS have no test rows.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Keep unweighted candidates. Balancing has mixed effects, not a consistent gain.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Pooled scores are not six-project macro means; do not rank protocols as matched experiments.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No original rich-feature replay. Legacy 'XGboost' is GradientBoostingClassifier.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437376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B4B4D"/>
                </a:solidFill>
                <a:latin typeface="Arial"/>
              </a:rPr>
              <a:t>PR #358 | Run: 2026-09-24 | Pooled chronological | Appended: 2026-09-27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19088"/>
            <a:ext cx="457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4B4D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sz="3000"/>
              <a:t>Pooled logistic experiment (#365)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5074920" cy="4343400"/>
          </a:xfrm>
          <a:prstGeom prst="roundRect">
            <a:avLst/>
          </a:prstGeom>
          <a:solidFill>
            <a:srgbClr val="F2F2F2"/>
          </a:solidFill>
          <a:ln>
            <a:solidFill>
              <a:srgbClr val="9C9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109728" cy="4343400"/>
          </a:xfrm>
          <a:prstGeom prst="rect">
            <a:avLst/>
          </a:prstGeom>
          <a:solidFill>
            <a:srgbClr val="F47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1581912"/>
            <a:ext cx="46360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7E1F"/>
                </a:solidFill>
                <a:latin typeface="Arial"/>
              </a:rPr>
              <a:t>RESEARCH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057400"/>
            <a:ext cx="4480560" cy="320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4B4B4D"/>
                </a:solidFill>
                <a:latin typeface="Arial"/>
              </a:rPr>
              <a:t>How well does a simple logistic model predict newer issues from older multi-repository data, using the pooled split?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074920" cy="4343400"/>
          </a:xfrm>
          <a:prstGeom prst="roundRect">
            <a:avLst/>
          </a:prstGeom>
          <a:solidFill>
            <a:srgbClr val="F2F2F2"/>
          </a:solidFill>
          <a:ln>
            <a:solidFill>
              <a:srgbClr val="9C9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417320"/>
            <a:ext cx="109728" cy="4343400"/>
          </a:xfrm>
          <a:prstGeom prst="rect">
            <a:avLst/>
          </a:prstGeom>
          <a:solidFill>
            <a:srgbClr val="EB6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581912"/>
            <a:ext cx="46360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B6520"/>
                </a:solidFill>
                <a:latin typeface="Arial"/>
              </a:rPr>
              <a:t>SCOPE AND 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1993392"/>
            <a:ext cx="4480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t>• A separate model family, not another baseline-versus-refactored pair.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t>• One grouped job succeeded; four levels (5, 10, 15, 20) and four outputs.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t>• Same validation/test issue-key and label order, and feature transformer, as #358.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rial"/>
              </a:defRPr>
            </a:pPr>
            <a:r>
              <a:t>• Training uses class weights; model selection uses balanced validation log loss.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437376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B4B4D"/>
                </a:solidFill>
                <a:latin typeface="Arial"/>
              </a:rPr>
              <a:t>PR #365 | Run: 2026-09-24 | Pooled logistic | Appended: 2026-09-27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19088"/>
            <a:ext cx="457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4B4D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sz="3000"/>
              <a:t>#365 - Data Analysis: same pooled split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463040"/>
          <a:ext cx="10561319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749039"/>
                <a:gridCol w="3794760"/>
              </a:tblGrid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Comparison item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#358: RF / boosting / NN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#365: Logistic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Eligible population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23,822 rows from six repositories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Same input files and population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Global chronological split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14,293 train / 4,764 val / 4,765 test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Same split counts and evaluation rows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Feature transformation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Pre-sprint features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Identical saved transformer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Training balance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Unweighted and balanced variants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Class-weighted logistic only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Model selection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Validation AUC-PRC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Balanced validation log loss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48333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Threshold / reported metrics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Validation F1 / unweighted metrics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Validation F1 / unweighted metrics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507492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4B4B4D"/>
                </a:solidFill>
                <a:latin typeface="Arial"/>
              </a:rPr>
              <a:t>Test window: September 29, 2021 to April 27, 2023.
The population is comparable to #358, but model selection differs; this is not an estimator-only change.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37376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B4B4D"/>
                </a:solidFill>
                <a:latin typeface="Arial"/>
              </a:rPr>
              <a:t>PR #365 | Run: 2026-09-24 | Pooled logistic | Appended: 2026-09-27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457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4B4D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sz="3000"/>
              <a:t>#365 - Results: pooled logistic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B4B4D"/>
                </a:solidFill>
                <a:latin typeface="Arial"/>
              </a:rPr>
              <a:t>Unweighted test metrics on 4,765 rows. AUC-PRC is trapezoidal PR area; AP is separate.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68680" y="1828800"/>
          <a:ext cx="10469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920240"/>
                <a:gridCol w="1828800"/>
                <a:gridCol w="1920240"/>
                <a:gridCol w="1920240"/>
                <a:gridCol w="196596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AUC-PRC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AP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Accuracy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ROC AUC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Positive rate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0.1454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0.1463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56.03%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0.5933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10.58%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0.1157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0.1171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84.51%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0.6493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6.82%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0.1027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0.1044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86.27%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0.6912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5.04%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0.0820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0.0841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88.92%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0.6779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323"/>
                          </a:solidFill>
                          <a:latin typeface="Arial"/>
                        </a:rPr>
                        <a:t>4.01%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57200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4B4B4D"/>
                </a:solidFill>
                <a:latin typeface="Arial"/>
              </a:rPr>
              <a:t>Level-5 precision: 13.12%; recall: 56.15%.
An always-stable predictor achieves 89.42% accuracy at level 5 but detects no unstable issues.
There is no unweighted logistic control in this run.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437376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B4B4D"/>
                </a:solidFill>
                <a:latin typeface="Arial"/>
              </a:rPr>
              <a:t>PR #365 | Run: 2026-09-24 | Pooled logistic | Appended: 2026-09-27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457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4B4D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sz="3000"/>
              <a:t>#365 - Conclusions and limitations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5074920" cy="4343400"/>
          </a:xfrm>
          <a:prstGeom prst="roundRect">
            <a:avLst/>
          </a:prstGeom>
          <a:solidFill>
            <a:srgbClr val="F2F2F2"/>
          </a:solidFill>
          <a:ln>
            <a:solidFill>
              <a:srgbClr val="9C9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109728" cy="4343400"/>
          </a:xfrm>
          <a:prstGeom prst="rect">
            <a:avLst/>
          </a:prstGeom>
          <a:solidFill>
            <a:srgbClr val="49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1581912"/>
            <a:ext cx="46360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9915C"/>
                </a:solidFill>
                <a:latin typeface="Arial"/>
              </a:rPr>
              <a:t>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993392"/>
            <a:ext cx="4480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Four complete logistic results. AUC-PRC: 0.1454 / 0.1157 / 0.1027 / 0.0820.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Level 5: precision 13.12%, recall 56.15%, and accuracy 56.03%.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At level 5, always-stable accuracy is 89.42%; accuracy alone is misleading.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One logistic variant only: this run cannot isolate the effect of balancing.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074920" cy="4343400"/>
          </a:xfrm>
          <a:prstGeom prst="roundRect">
            <a:avLst/>
          </a:prstGeom>
          <a:solidFill>
            <a:srgbClr val="F2F2F2"/>
          </a:solidFill>
          <a:ln>
            <a:solidFill>
              <a:srgbClr val="9C9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417320"/>
            <a:ext cx="109728" cy="4343400"/>
          </a:xfrm>
          <a:prstGeom prst="rect">
            <a:avLst/>
          </a:prstGeom>
          <a:solidFill>
            <a:srgbClr val="F47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581912"/>
            <a:ext cx="46360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7E1F"/>
                </a:solidFill>
                <a:latin typeface="Arial"/>
              </a:rPr>
              <a:t>INTERPRETATION / 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1993392"/>
            <a:ext cx="4480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Shared evaluation rows with #358 make score comparisons useful, but selection policies differ.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Logistic uses balanced validation log loss; #358 selects by validation AUC-PRC.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Qt and Apache supply 94.6% of test rows; no Hyperledger or IntelDAOS test rows.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No original historical pipeline replay and no statistical-significance claim.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437376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B4B4D"/>
                </a:solidFill>
                <a:latin typeface="Arial"/>
              </a:rPr>
              <a:t>PR #365 | Run: 2026-09-24 | Pooled logistic | Appended: 2026-09-27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19088"/>
            <a:ext cx="457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4B4D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sz="3000"/>
              <a:t>#358 vs #357 - What is different?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68680" y="1417320"/>
          <a:ext cx="10469879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4297680"/>
                <a:gridCol w="4297680"/>
              </a:tblGrid>
              <a:tr h="411480">
                <a:tc>
                  <a:txBody>
                    <a:bodyPr/>
                    <a:lstStyle/>
                    <a:p>
                      <a:pPr algn="l"/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#358 - Pooled / shared model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#357 - Within-project / own model</a:t>
                      </a:r>
                    </a:p>
                  </a:txBody>
                  <a:tcPr marL="54864" marR="36576" marT="18288" marB="18288">
                    <a:solidFill>
                      <a:srgbClr val="F47E1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Research question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Can older data from multiple repositories predict newer issues?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Can a repository's own older data predict its newer issues?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Training data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Older rows combined from all six repositories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Older rows from one repository only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Split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One global chronological 60/20/20 split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Independent chronological 60/20/20 split in each repository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Models trained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One shared model per family, level and variant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Six separate models per family, level and variant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Test coverage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Repositories in the latest global window (four here)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Latest 20% of every repository (all six)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Results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Scores on one combined test set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Per-repository scores, then equal-weight averages</a:t>
                      </a:r>
                    </a:p>
                  </a:txBody>
                  <a:tcPr marL="54864" marR="36576" marT="18288" marB="18288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Completed outputs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323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54864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589788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B4B4D"/>
                </a:solidFill>
                <a:latin typeface="Arial"/>
              </a:rPr>
              <a:t>Same source data, different test sets. Neither is the unseen-repository test (#360).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37376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B4B4D"/>
                </a:solidFill>
                <a:latin typeface="Arial"/>
              </a:rPr>
              <a:t>Experiment guide | #358 = pooled; #357 = within-project | 2026-09-27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457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4B4D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אוניברסיטת בן גוריון">
      <a:dk1>
        <a:srgbClr val="58595B"/>
      </a:dk1>
      <a:lt1>
        <a:sysClr val="window" lastClr="FFFFFF"/>
      </a:lt1>
      <a:dk2>
        <a:srgbClr val="58595B"/>
      </a:dk2>
      <a:lt2>
        <a:srgbClr val="EEECE1"/>
      </a:lt2>
      <a:accent1>
        <a:srgbClr val="F7941E"/>
      </a:accent1>
      <a:accent2>
        <a:srgbClr val="E16327"/>
      </a:accent2>
      <a:accent3>
        <a:srgbClr val="F37421"/>
      </a:accent3>
      <a:accent4>
        <a:srgbClr val="828487"/>
      </a:accent4>
      <a:accent5>
        <a:srgbClr val="A5A7A9"/>
      </a:accent5>
      <a:accent6>
        <a:srgbClr val="CFD6DA"/>
      </a:accent6>
      <a:hlink>
        <a:srgbClr val="FFFFFF"/>
      </a:hlink>
      <a:folHlink>
        <a:srgbClr val="FFFFFF"/>
      </a:folHlink>
    </a:clrScheme>
    <a:fontScheme name="אוניברסיטת בן גוריון">
      <a:majorFont>
        <a:latin typeface="Assistant"/>
        <a:ea typeface=""/>
        <a:cs typeface="Assistant"/>
      </a:majorFont>
      <a:minorFont>
        <a:latin typeface="Assistant"/>
        <a:ea typeface=""/>
        <a:cs typeface="Assistan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3830</TotalTime>
  <Words>1108</Words>
  <Application>Microsoft Macintosh PowerPoint</Application>
  <PresentationFormat>Widescreen</PresentationFormat>
  <Paragraphs>272</Paragraphs>
  <Slides>38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Assistant</vt:lpstr>
      <vt:lpstr>Calibri</vt:lpstr>
      <vt:lpstr>Cambria Math</vt:lpstr>
      <vt:lpstr>Office Theme</vt:lpstr>
      <vt:lpstr>The effect of the stability of user stories on the code quality</vt:lpstr>
      <vt:lpstr>User Story </vt:lpstr>
      <vt:lpstr>Code Smells</vt:lpstr>
      <vt:lpstr>Code Smells</vt:lpstr>
      <vt:lpstr>User Stories Quality</vt:lpstr>
      <vt:lpstr>An impact-driven approach to predict user stories instability</vt:lpstr>
      <vt:lpstr>K - Unstable</vt:lpstr>
      <vt:lpstr>K - UPM</vt:lpstr>
      <vt:lpstr>DATASET and DATA ANALYSIS</vt:lpstr>
      <vt:lpstr>Results (AUC PRC)</vt:lpstr>
      <vt:lpstr>Disadvantages</vt:lpstr>
      <vt:lpstr>NLP</vt:lpstr>
      <vt:lpstr>Research Questions</vt:lpstr>
      <vt:lpstr>Research Goal</vt:lpstr>
      <vt:lpstr>Steps</vt:lpstr>
      <vt:lpstr>Background and Related Work</vt:lpstr>
      <vt:lpstr>Step 1: Replicate Yarden’s research and validate the results (5 Unstable)</vt:lpstr>
      <vt:lpstr>Step 1: Replicate Yarden’s research and validate the results (20 Unstable)</vt:lpstr>
      <vt:lpstr>Step 2: Validate the model on a larger dataset</vt:lpstr>
      <vt:lpstr>Datasets</vt:lpstr>
      <vt:lpstr>K - UPM</vt:lpstr>
      <vt:lpstr>K – UPM – AUC PRC</vt:lpstr>
      <vt:lpstr>Step 3: NLP Models</vt:lpstr>
      <vt:lpstr>Step 3: NLP Models</vt:lpstr>
      <vt:lpstr>Step 3: NLP Models – AUC PRC</vt:lpstr>
      <vt:lpstr>Step 3: Balance Ratio</vt:lpstr>
      <vt:lpstr>Step 3: Balance Ratio - AUC PRC</vt:lpstr>
      <vt:lpstr>Step 4: Optimize K-UPM</vt:lpstr>
      <vt:lpstr>Step 4: Optimize K-UPM</vt:lpstr>
      <vt:lpstr>Step 4: Optimize K-UPM</vt:lpstr>
      <vt:lpstr>Step 4: Optimize K-UPM</vt:lpstr>
      <vt:lpstr>Step 4: Optimize K-UPM</vt:lpstr>
      <vt:lpstr>Step 4: Optimize K-UPM</vt:lpstr>
      <vt:lpstr>Step 4: Optimize K-UPM</vt:lpstr>
      <vt:lpstr>Step 5: Develop a prediction model for code smells based on user stories </vt:lpstr>
      <vt:lpstr>Status</vt:lpstr>
      <vt:lpstr>Challenges</vt:lpstr>
      <vt:lpstr>Thank You.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רינת שרון</dc:creator>
  <cp:lastModifiedBy>Yakov Elmaleh</cp:lastModifiedBy>
  <cp:revision>21</cp:revision>
  <dcterms:created xsi:type="dcterms:W3CDTF">2021-09-16T17:14:16Z</dcterms:created>
  <dcterms:modified xsi:type="dcterms:W3CDTF">2026-09-07T06:59:13Z</dcterms:modified>
</cp:coreProperties>
</file>