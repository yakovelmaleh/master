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62" r:id="rId2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7E600A-9F19-9D4C-8CCC-4E2D1756715A}" v="30" dt="2026-09-07T06:59:11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54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15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7EA56-79B4-4BAF-82C4-4C232FF12613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D3E64B-0EE5-426F-B35A-E3C24126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43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63FAC1-1E8B-4081-BA8A-058AEA246693}"/>
              </a:ext>
            </a:extLst>
          </p:cNvPr>
          <p:cNvGrpSpPr/>
          <p:nvPr userDrawn="1"/>
        </p:nvGrpSpPr>
        <p:grpSpPr>
          <a:xfrm flipH="1">
            <a:off x="1" y="0"/>
            <a:ext cx="10950328" cy="6848279"/>
            <a:chOff x="1" y="0"/>
            <a:chExt cx="10950328" cy="6848279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DEF8902-8D80-42C1-B82B-079F31D096EF}"/>
                </a:ext>
              </a:extLst>
            </p:cNvPr>
            <p:cNvSpPr/>
            <p:nvPr userDrawn="1"/>
          </p:nvSpPr>
          <p:spPr>
            <a:xfrm>
              <a:off x="1" y="0"/>
              <a:ext cx="4887771" cy="6848279"/>
            </a:xfrm>
            <a:custGeom>
              <a:avLst/>
              <a:gdLst>
                <a:gd name="connsiteX0" fmla="*/ 0 w 4887771"/>
                <a:gd name="connsiteY0" fmla="*/ 0 h 6848279"/>
                <a:gd name="connsiteX1" fmla="*/ 1193928 w 4887771"/>
                <a:gd name="connsiteY1" fmla="*/ 0 h 6848279"/>
                <a:gd name="connsiteX2" fmla="*/ 4887771 w 4887771"/>
                <a:gd name="connsiteY2" fmla="*/ 2134960 h 6848279"/>
                <a:gd name="connsiteX3" fmla="*/ 4887771 w 4887771"/>
                <a:gd name="connsiteY3" fmla="*/ 6848279 h 6848279"/>
                <a:gd name="connsiteX4" fmla="*/ 4517967 w 4887771"/>
                <a:gd name="connsiteY4" fmla="*/ 6848279 h 6848279"/>
                <a:gd name="connsiteX5" fmla="*/ 0 w 4887771"/>
                <a:gd name="connsiteY5" fmla="*/ 4236994 h 6848279"/>
                <a:gd name="connsiteX6" fmla="*/ 0 w 4887771"/>
                <a:gd name="connsiteY6" fmla="*/ 0 h 6848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7771" h="6848279">
                  <a:moveTo>
                    <a:pt x="0" y="0"/>
                  </a:moveTo>
                  <a:lnTo>
                    <a:pt x="1193928" y="0"/>
                  </a:lnTo>
                  <a:lnTo>
                    <a:pt x="4887771" y="2134960"/>
                  </a:lnTo>
                  <a:lnTo>
                    <a:pt x="4887771" y="6848279"/>
                  </a:lnTo>
                  <a:lnTo>
                    <a:pt x="4517967" y="6848279"/>
                  </a:lnTo>
                  <a:lnTo>
                    <a:pt x="0" y="42369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1778000" y="1"/>
              <a:ext cx="9172329" cy="5295647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652DED8-030F-4A06-A84E-E478A2E775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025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97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6552389" cy="2387600"/>
          </a:xfrm>
        </p:spPr>
        <p:txBody>
          <a:bodyPr anchor="b">
            <a:noAutofit/>
          </a:bodyPr>
          <a:lstStyle>
            <a:lvl1pPr algn="l" rtl="0">
              <a:defRPr sz="6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6552389" cy="1655762"/>
          </a:xfrm>
        </p:spPr>
        <p:txBody>
          <a:bodyPr>
            <a:normAutofit/>
          </a:bodyPr>
          <a:lstStyle>
            <a:lvl1pPr marL="0" indent="0" algn="l" rtl="0"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247F689-2605-4EDE-B409-7E0B530F7281}"/>
              </a:ext>
            </a:extLst>
          </p:cNvPr>
          <p:cNvGrpSpPr/>
          <p:nvPr userDrawn="1"/>
        </p:nvGrpSpPr>
        <p:grpSpPr>
          <a:xfrm flipH="1">
            <a:off x="6864945" y="1"/>
            <a:ext cx="5327055" cy="3428999"/>
            <a:chOff x="0" y="1"/>
            <a:chExt cx="4033520" cy="2596357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40662EF-B9BF-4D07-8B23-127BA839803A}"/>
                </a:ext>
              </a:extLst>
            </p:cNvPr>
            <p:cNvSpPr/>
            <p:nvPr userDrawn="1"/>
          </p:nvSpPr>
          <p:spPr>
            <a:xfrm>
              <a:off x="0" y="1"/>
              <a:ext cx="1800396" cy="2596357"/>
            </a:xfrm>
            <a:custGeom>
              <a:avLst/>
              <a:gdLst>
                <a:gd name="connsiteX0" fmla="*/ 0 w 1800396"/>
                <a:gd name="connsiteY0" fmla="*/ 0 h 2596357"/>
                <a:gd name="connsiteX1" fmla="*/ 419440 w 1800396"/>
                <a:gd name="connsiteY1" fmla="*/ 0 h 2596357"/>
                <a:gd name="connsiteX2" fmla="*/ 1800396 w 1800396"/>
                <a:gd name="connsiteY2" fmla="*/ 797296 h 2596357"/>
                <a:gd name="connsiteX3" fmla="*/ 1800396 w 1800396"/>
                <a:gd name="connsiteY3" fmla="*/ 2596357 h 2596357"/>
                <a:gd name="connsiteX4" fmla="*/ 0 w 1800396"/>
                <a:gd name="connsiteY4" fmla="*/ 1556898 h 2596357"/>
                <a:gd name="connsiteX5" fmla="*/ 0 w 1800396"/>
                <a:gd name="connsiteY5" fmla="*/ 0 h 259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396" h="2596357">
                  <a:moveTo>
                    <a:pt x="0" y="0"/>
                  </a:moveTo>
                  <a:lnTo>
                    <a:pt x="419440" y="0"/>
                  </a:lnTo>
                  <a:lnTo>
                    <a:pt x="1800396" y="797296"/>
                  </a:lnTo>
                  <a:lnTo>
                    <a:pt x="1800396" y="2596357"/>
                  </a:lnTo>
                  <a:lnTo>
                    <a:pt x="0" y="15568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5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654921" y="1"/>
              <a:ext cx="3378599" cy="1950635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D56BF1F-368D-47FD-B5FE-0C49F283DD5C}"/>
              </a:ext>
            </a:extLst>
          </p:cNvPr>
          <p:cNvGrpSpPr/>
          <p:nvPr userDrawn="1"/>
        </p:nvGrpSpPr>
        <p:grpSpPr>
          <a:xfrm>
            <a:off x="9321222" y="6226175"/>
            <a:ext cx="2547937" cy="419101"/>
            <a:chOff x="396876" y="6226175"/>
            <a:chExt cx="2547937" cy="419101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40821695-DEC6-4868-ABCA-81F7D85BFED7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C0521E-1DB0-4124-8E45-A9F01D3BEF8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AE1A2D2D-D313-4697-B7B5-DEB9CBACE1D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FE2104-1613-4965-A4ED-53BA3581DE51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0" name="Oval 7">
                <a:extLst>
                  <a:ext uri="{FF2B5EF4-FFF2-40B4-BE49-F238E27FC236}">
                    <a16:creationId xmlns:a16="http://schemas.microsoft.com/office/drawing/2014/main" id="{2DA2F4A4-B81B-4574-A4A2-E8A6B075D088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138E14E4-183C-4888-A492-992EADB6EE4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EAA81855-0880-4F78-93BF-6157E0101C9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278EDA77-DC9D-4BB9-9531-646D410426F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354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98B74B4-99AD-4A7C-8C25-EB2620233D5E}"/>
              </a:ext>
            </a:extLst>
          </p:cNvPr>
          <p:cNvSpPr/>
          <p:nvPr userDrawn="1"/>
        </p:nvSpPr>
        <p:spPr>
          <a:xfrm rot="19795236" flipH="1">
            <a:off x="5920963" y="805826"/>
            <a:ext cx="7141728" cy="3313804"/>
          </a:xfrm>
          <a:custGeom>
            <a:avLst/>
            <a:gdLst>
              <a:gd name="connsiteX0" fmla="*/ 0 w 7141728"/>
              <a:gd name="connsiteY0" fmla="*/ 879151 h 3313804"/>
              <a:gd name="connsiteX1" fmla="*/ 1517874 w 7141728"/>
              <a:gd name="connsiteY1" fmla="*/ 0 h 3313804"/>
              <a:gd name="connsiteX2" fmla="*/ 5222375 w 7141728"/>
              <a:gd name="connsiteY2" fmla="*/ 0 h 3313804"/>
              <a:gd name="connsiteX3" fmla="*/ 7141728 w 7141728"/>
              <a:gd name="connsiteY3" fmla="*/ 3313804 h 3313804"/>
              <a:gd name="connsiteX4" fmla="*/ 1410150 w 7141728"/>
              <a:gd name="connsiteY4" fmla="*/ 3313804 h 3313804"/>
              <a:gd name="connsiteX5" fmla="*/ 0 w 7141728"/>
              <a:gd name="connsiteY5" fmla="*/ 879151 h 3313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41728" h="3313804">
                <a:moveTo>
                  <a:pt x="0" y="879151"/>
                </a:moveTo>
                <a:lnTo>
                  <a:pt x="1517874" y="0"/>
                </a:lnTo>
                <a:lnTo>
                  <a:pt x="5222375" y="0"/>
                </a:lnTo>
                <a:lnTo>
                  <a:pt x="7141728" y="3313804"/>
                </a:lnTo>
                <a:lnTo>
                  <a:pt x="1410150" y="3313804"/>
                </a:lnTo>
                <a:lnTo>
                  <a:pt x="0" y="879151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6743756-CD24-4CF8-84C4-F4B1A545E6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32348" y="1880748"/>
            <a:ext cx="4966001" cy="498360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66001" h="4983602">
                <a:moveTo>
                  <a:pt x="2076385" y="498360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4966001" y="2848610"/>
                </a:lnTo>
                <a:cubicBezTo>
                  <a:pt x="4965441" y="3558157"/>
                  <a:pt x="4964882" y="4274055"/>
                  <a:pt x="4964322" y="4983602"/>
                </a:cubicBezTo>
                <a:lnTo>
                  <a:pt x="2076385" y="4983602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7CF1B05-9F4D-40A5-A7B1-38A66E024E1C}"/>
              </a:ext>
            </a:extLst>
          </p:cNvPr>
          <p:cNvSpPr/>
          <p:nvPr userDrawn="1"/>
        </p:nvSpPr>
        <p:spPr>
          <a:xfrm flipH="1">
            <a:off x="0" y="1840110"/>
            <a:ext cx="7071360" cy="5017890"/>
          </a:xfrm>
          <a:custGeom>
            <a:avLst/>
            <a:gdLst>
              <a:gd name="connsiteX0" fmla="*/ 0 w 7071360"/>
              <a:gd name="connsiteY0" fmla="*/ 0 h 5017890"/>
              <a:gd name="connsiteX1" fmla="*/ 7071360 w 7071360"/>
              <a:gd name="connsiteY1" fmla="*/ 0 h 5017890"/>
              <a:gd name="connsiteX2" fmla="*/ 7071360 w 7071360"/>
              <a:gd name="connsiteY2" fmla="*/ 5017890 h 5017890"/>
              <a:gd name="connsiteX3" fmla="*/ 2050060 w 7071360"/>
              <a:gd name="connsiteY3" fmla="*/ 5017890 h 5017890"/>
              <a:gd name="connsiteX4" fmla="*/ 0 w 7071360"/>
              <a:gd name="connsiteY4" fmla="*/ 3903628 h 5017890"/>
              <a:gd name="connsiteX5" fmla="*/ 0 w 7071360"/>
              <a:gd name="connsiteY5" fmla="*/ 0 h 501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1360" h="5017890">
                <a:moveTo>
                  <a:pt x="0" y="0"/>
                </a:moveTo>
                <a:lnTo>
                  <a:pt x="7071360" y="0"/>
                </a:lnTo>
                <a:lnTo>
                  <a:pt x="7071360" y="5017890"/>
                </a:lnTo>
                <a:lnTo>
                  <a:pt x="2050060" y="5017890"/>
                </a:lnTo>
                <a:lnTo>
                  <a:pt x="0" y="390362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11883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459851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6DF87-7F27-4FF6-8B9F-A508696968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67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DEEA9B80-F9CE-4951-9F23-9442A864C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684561" cy="507631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9297261 w 12186877"/>
              <a:gd name="connsiteY0" fmla="*/ 6853042 h 6853042"/>
              <a:gd name="connsiteX1" fmla="*/ 7221178 w 12186877"/>
              <a:gd name="connsiteY1" fmla="*/ 5665592 h 6853042"/>
              <a:gd name="connsiteX2" fmla="*/ 0 w 12186877"/>
              <a:gd name="connsiteY2" fmla="*/ 0 h 6853042"/>
              <a:gd name="connsiteX3" fmla="*/ 12186877 w 12186877"/>
              <a:gd name="connsiteY3" fmla="*/ 4718050 h 6853042"/>
              <a:gd name="connsiteX4" fmla="*/ 12185198 w 12186877"/>
              <a:gd name="connsiteY4" fmla="*/ 6853042 h 6853042"/>
              <a:gd name="connsiteX5" fmla="*/ 9297261 w 12186877"/>
              <a:gd name="connsiteY5" fmla="*/ 6853042 h 6853042"/>
              <a:gd name="connsiteX0" fmla="*/ 9300145 w 12189761"/>
              <a:gd name="connsiteY0" fmla="*/ 6853042 h 6853042"/>
              <a:gd name="connsiteX1" fmla="*/ 302 w 12189761"/>
              <a:gd name="connsiteY1" fmla="*/ 5076312 h 6853042"/>
              <a:gd name="connsiteX2" fmla="*/ 2884 w 12189761"/>
              <a:gd name="connsiteY2" fmla="*/ 0 h 6853042"/>
              <a:gd name="connsiteX3" fmla="*/ 12189761 w 12189761"/>
              <a:gd name="connsiteY3" fmla="*/ 4718050 h 6853042"/>
              <a:gd name="connsiteX4" fmla="*/ 12188082 w 12189761"/>
              <a:gd name="connsiteY4" fmla="*/ 6853042 h 6853042"/>
              <a:gd name="connsiteX5" fmla="*/ 9300145 w 12189761"/>
              <a:gd name="connsiteY5" fmla="*/ 6853042 h 6853042"/>
              <a:gd name="connsiteX0" fmla="*/ 9300145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5" fmla="*/ 9300145 w 12188082"/>
              <a:gd name="connsiteY5" fmla="*/ 6853042 h 6853042"/>
              <a:gd name="connsiteX0" fmla="*/ 12188082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0" fmla="*/ 3724802 w 8684561"/>
              <a:gd name="connsiteY0" fmla="*/ 2027042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4" fmla="*/ 3724802 w 8684561"/>
              <a:gd name="connsiteY4" fmla="*/ 2027042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0" fmla="*/ 8684561 w 8746449"/>
              <a:gd name="connsiteY0" fmla="*/ 3810 h 5076312"/>
              <a:gd name="connsiteX1" fmla="*/ 302 w 8746449"/>
              <a:gd name="connsiteY1" fmla="*/ 5076312 h 5076312"/>
              <a:gd name="connsiteX2" fmla="*/ 2884 w 8746449"/>
              <a:gd name="connsiteY2" fmla="*/ 0 h 5076312"/>
              <a:gd name="connsiteX3" fmla="*/ 8684561 w 8746449"/>
              <a:gd name="connsiteY3" fmla="*/ 3810 h 5076312"/>
              <a:gd name="connsiteX0" fmla="*/ 8684561 w 8737741"/>
              <a:gd name="connsiteY0" fmla="*/ 3810 h 5285899"/>
              <a:gd name="connsiteX1" fmla="*/ 302 w 8737741"/>
              <a:gd name="connsiteY1" fmla="*/ 5076312 h 5285899"/>
              <a:gd name="connsiteX2" fmla="*/ 2884 w 8737741"/>
              <a:gd name="connsiteY2" fmla="*/ 0 h 5285899"/>
              <a:gd name="connsiteX3" fmla="*/ 8684561 w 8737741"/>
              <a:gd name="connsiteY3" fmla="*/ 3810 h 5285899"/>
              <a:gd name="connsiteX0" fmla="*/ 8684561 w 8776054"/>
              <a:gd name="connsiteY0" fmla="*/ 3810 h 5076312"/>
              <a:gd name="connsiteX1" fmla="*/ 302 w 8776054"/>
              <a:gd name="connsiteY1" fmla="*/ 5076312 h 5076312"/>
              <a:gd name="connsiteX2" fmla="*/ 2884 w 8776054"/>
              <a:gd name="connsiteY2" fmla="*/ 0 h 5076312"/>
              <a:gd name="connsiteX3" fmla="*/ 8684561 w 8776054"/>
              <a:gd name="connsiteY3" fmla="*/ 3810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84561" h="5076312">
                <a:moveTo>
                  <a:pt x="8684561" y="3810"/>
                </a:moveTo>
                <a:lnTo>
                  <a:pt x="302" y="5076312"/>
                </a:lnTo>
                <a:cubicBezTo>
                  <a:pt x="-1377" y="3399448"/>
                  <a:pt x="4563" y="1676864"/>
                  <a:pt x="2884" y="0"/>
                </a:cubicBezTo>
                <a:lnTo>
                  <a:pt x="8684561" y="381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F5EAE63C-EC70-4AEF-966F-C58F24C3D247}"/>
              </a:ext>
            </a:extLst>
          </p:cNvPr>
          <p:cNvSpPr/>
          <p:nvPr userDrawn="1"/>
        </p:nvSpPr>
        <p:spPr>
          <a:xfrm flipH="1">
            <a:off x="7680960" y="4681771"/>
            <a:ext cx="4511040" cy="2176229"/>
          </a:xfrm>
          <a:prstGeom prst="rtTriangle">
            <a:avLst/>
          </a:pr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14C1BE3-7F4A-485C-B102-FAFA21DB3143}"/>
              </a:ext>
            </a:extLst>
          </p:cNvPr>
          <p:cNvSpPr/>
          <p:nvPr userDrawn="1"/>
        </p:nvSpPr>
        <p:spPr>
          <a:xfrm flipH="1">
            <a:off x="3089801" y="2599736"/>
            <a:ext cx="3192430" cy="3728034"/>
          </a:xfrm>
          <a:custGeom>
            <a:avLst/>
            <a:gdLst>
              <a:gd name="connsiteX0" fmla="*/ 0 w 3453719"/>
              <a:gd name="connsiteY0" fmla="*/ 0 h 4033160"/>
              <a:gd name="connsiteX1" fmla="*/ 3453719 w 3453719"/>
              <a:gd name="connsiteY1" fmla="*/ 1994006 h 4033160"/>
              <a:gd name="connsiteX2" fmla="*/ 3453719 w 3453719"/>
              <a:gd name="connsiteY2" fmla="*/ 4033160 h 4033160"/>
              <a:gd name="connsiteX3" fmla="*/ 0 w 3453719"/>
              <a:gd name="connsiteY3" fmla="*/ 2039155 h 4033160"/>
              <a:gd name="connsiteX4" fmla="*/ 0 w 3453719"/>
              <a:gd name="connsiteY4" fmla="*/ 0 h 4033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3719" h="4033160">
                <a:moveTo>
                  <a:pt x="0" y="0"/>
                </a:moveTo>
                <a:lnTo>
                  <a:pt x="3453719" y="1994006"/>
                </a:lnTo>
                <a:lnTo>
                  <a:pt x="3453719" y="4033160"/>
                </a:lnTo>
                <a:lnTo>
                  <a:pt x="0" y="203915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61DD3E-49D8-49B9-B808-72AC8DE26438}"/>
              </a:ext>
            </a:extLst>
          </p:cNvPr>
          <p:cNvSpPr/>
          <p:nvPr userDrawn="1"/>
        </p:nvSpPr>
        <p:spPr>
          <a:xfrm flipH="1">
            <a:off x="0" y="1505078"/>
            <a:ext cx="3657228" cy="4311532"/>
          </a:xfrm>
          <a:custGeom>
            <a:avLst/>
            <a:gdLst>
              <a:gd name="connsiteX0" fmla="*/ 3657228 w 3657228"/>
              <a:gd name="connsiteY0" fmla="*/ 0 h 4311532"/>
              <a:gd name="connsiteX1" fmla="*/ 3657228 w 3657228"/>
              <a:gd name="connsiteY1" fmla="*/ 2470756 h 4311532"/>
              <a:gd name="connsiteX2" fmla="*/ 0 w 3657228"/>
              <a:gd name="connsiteY2" fmla="*/ 4311532 h 4311532"/>
              <a:gd name="connsiteX3" fmla="*/ 0 w 3657228"/>
              <a:gd name="connsiteY3" fmla="*/ 1840777 h 4311532"/>
              <a:gd name="connsiteX4" fmla="*/ 3657228 w 3657228"/>
              <a:gd name="connsiteY4" fmla="*/ 0 h 4311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57228" h="4311532">
                <a:moveTo>
                  <a:pt x="3657228" y="0"/>
                </a:moveTo>
                <a:lnTo>
                  <a:pt x="3657228" y="2470756"/>
                </a:lnTo>
                <a:lnTo>
                  <a:pt x="0" y="4311532"/>
                </a:lnTo>
                <a:lnTo>
                  <a:pt x="0" y="1840777"/>
                </a:lnTo>
                <a:lnTo>
                  <a:pt x="3657228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B963A9-C745-45E4-AD41-23E363DFB90B}"/>
              </a:ext>
            </a:extLst>
          </p:cNvPr>
          <p:cNvGrpSpPr/>
          <p:nvPr userDrawn="1"/>
        </p:nvGrpSpPr>
        <p:grpSpPr>
          <a:xfrm>
            <a:off x="9478246" y="6226175"/>
            <a:ext cx="2547937" cy="419101"/>
            <a:chOff x="396876" y="6226175"/>
            <a:chExt cx="2547937" cy="419101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B83A17-6400-482F-9AC1-4B15DC4AA7A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018F50C-54AA-4014-91F5-A0895CFE1C2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0C0A694-7DDC-4549-ABA8-FFB7F64A522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18A0BB4-D4F7-45E5-A460-A1416185A634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6" name="Oval 7">
                <a:extLst>
                  <a:ext uri="{FF2B5EF4-FFF2-40B4-BE49-F238E27FC236}">
                    <a16:creationId xmlns:a16="http://schemas.microsoft.com/office/drawing/2014/main" id="{65AC7294-6058-41B2-B083-BAA3A15BBDC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" name="Freeform 8">
                <a:extLst>
                  <a:ext uri="{FF2B5EF4-FFF2-40B4-BE49-F238E27FC236}">
                    <a16:creationId xmlns:a16="http://schemas.microsoft.com/office/drawing/2014/main" id="{C81E98A1-595D-46E8-84A6-4344C75B199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9">
                <a:extLst>
                  <a:ext uri="{FF2B5EF4-FFF2-40B4-BE49-F238E27FC236}">
                    <a16:creationId xmlns:a16="http://schemas.microsoft.com/office/drawing/2014/main" id="{7897442F-696B-4801-8C86-48AD7AD054E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10">
                <a:extLst>
                  <a:ext uri="{FF2B5EF4-FFF2-40B4-BE49-F238E27FC236}">
                    <a16:creationId xmlns:a16="http://schemas.microsoft.com/office/drawing/2014/main" id="{13024567-6DA0-40D2-B20E-C2357D24D1D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4707" y="1396207"/>
            <a:ext cx="5354900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4707" y="3875882"/>
            <a:ext cx="5354900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7577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CCC03DB-F540-4E1A-BC4B-A2124079AAD3}"/>
              </a:ext>
            </a:extLst>
          </p:cNvPr>
          <p:cNvSpPr/>
          <p:nvPr userDrawn="1"/>
        </p:nvSpPr>
        <p:spPr>
          <a:xfrm flipH="1">
            <a:off x="9734310" y="168568"/>
            <a:ext cx="2457689" cy="5121133"/>
          </a:xfrm>
          <a:custGeom>
            <a:avLst/>
            <a:gdLst>
              <a:gd name="connsiteX0" fmla="*/ 0 w 2457689"/>
              <a:gd name="connsiteY0" fmla="*/ 0 h 5121133"/>
              <a:gd name="connsiteX1" fmla="*/ 2457689 w 2457689"/>
              <a:gd name="connsiteY1" fmla="*/ 1418947 h 5121133"/>
              <a:gd name="connsiteX2" fmla="*/ 2457689 w 2457689"/>
              <a:gd name="connsiteY2" fmla="*/ 5121133 h 5121133"/>
              <a:gd name="connsiteX3" fmla="*/ 0 w 2457689"/>
              <a:gd name="connsiteY3" fmla="*/ 3702186 h 5121133"/>
              <a:gd name="connsiteX4" fmla="*/ 0 w 2457689"/>
              <a:gd name="connsiteY4" fmla="*/ 0 h 5121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7689" h="5121133">
                <a:moveTo>
                  <a:pt x="0" y="0"/>
                </a:moveTo>
                <a:lnTo>
                  <a:pt x="2457689" y="1418947"/>
                </a:lnTo>
                <a:lnTo>
                  <a:pt x="2457689" y="5121133"/>
                </a:lnTo>
                <a:lnTo>
                  <a:pt x="0" y="370218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CFE1F7CC-E147-404A-A102-BE8B6E0C23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734309" y="1568299"/>
            <a:ext cx="2460441" cy="512076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457385 w 4966001"/>
              <a:gd name="connsiteY0" fmla="*/ 5120762 h 5120762"/>
              <a:gd name="connsiteX1" fmla="*/ 302 w 4966001"/>
              <a:gd name="connsiteY1" fmla="*/ 3796152 h 5120762"/>
              <a:gd name="connsiteX2" fmla="*/ 2884 w 4966001"/>
              <a:gd name="connsiteY2" fmla="*/ 0 h 5120762"/>
              <a:gd name="connsiteX3" fmla="*/ 4966001 w 4966001"/>
              <a:gd name="connsiteY3" fmla="*/ 2848610 h 5120762"/>
              <a:gd name="connsiteX4" fmla="*/ 4964322 w 4966001"/>
              <a:gd name="connsiteY4" fmla="*/ 4983602 h 5120762"/>
              <a:gd name="connsiteX5" fmla="*/ 2457385 w 4966001"/>
              <a:gd name="connsiteY5" fmla="*/ 5120762 h 5120762"/>
              <a:gd name="connsiteX0" fmla="*/ 2457385 w 5018502"/>
              <a:gd name="connsiteY0" fmla="*/ 5120762 h 5120762"/>
              <a:gd name="connsiteX1" fmla="*/ 302 w 5018502"/>
              <a:gd name="connsiteY1" fmla="*/ 3796152 h 5120762"/>
              <a:gd name="connsiteX2" fmla="*/ 2884 w 5018502"/>
              <a:gd name="connsiteY2" fmla="*/ 0 h 5120762"/>
              <a:gd name="connsiteX3" fmla="*/ 4966001 w 5018502"/>
              <a:gd name="connsiteY3" fmla="*/ 2848610 h 5120762"/>
              <a:gd name="connsiteX4" fmla="*/ 2457385 w 5018502"/>
              <a:gd name="connsiteY4" fmla="*/ 5120762 h 5120762"/>
              <a:gd name="connsiteX0" fmla="*/ 2457385 w 2943293"/>
              <a:gd name="connsiteY0" fmla="*/ 5120762 h 5120762"/>
              <a:gd name="connsiteX1" fmla="*/ 302 w 2943293"/>
              <a:gd name="connsiteY1" fmla="*/ 3796152 h 5120762"/>
              <a:gd name="connsiteX2" fmla="*/ 2884 w 2943293"/>
              <a:gd name="connsiteY2" fmla="*/ 0 h 5120762"/>
              <a:gd name="connsiteX3" fmla="*/ 2481881 w 2943293"/>
              <a:gd name="connsiteY3" fmla="*/ 3239770 h 5120762"/>
              <a:gd name="connsiteX4" fmla="*/ 2457385 w 2943293"/>
              <a:gd name="connsiteY4" fmla="*/ 5120762 h 5120762"/>
              <a:gd name="connsiteX0" fmla="*/ 2457385 w 2939298"/>
              <a:gd name="connsiteY0" fmla="*/ 5120762 h 5120762"/>
              <a:gd name="connsiteX1" fmla="*/ 302 w 2939298"/>
              <a:gd name="connsiteY1" fmla="*/ 3796152 h 5120762"/>
              <a:gd name="connsiteX2" fmla="*/ 2884 w 2939298"/>
              <a:gd name="connsiteY2" fmla="*/ 0 h 5120762"/>
              <a:gd name="connsiteX3" fmla="*/ 2471721 w 2939298"/>
              <a:gd name="connsiteY3" fmla="*/ 1410970 h 5120762"/>
              <a:gd name="connsiteX4" fmla="*/ 2457385 w 2939298"/>
              <a:gd name="connsiteY4" fmla="*/ 5120762 h 5120762"/>
              <a:gd name="connsiteX0" fmla="*/ 2457385 w 2940987"/>
              <a:gd name="connsiteY0" fmla="*/ 5120762 h 5120762"/>
              <a:gd name="connsiteX1" fmla="*/ 302 w 2940987"/>
              <a:gd name="connsiteY1" fmla="*/ 3796152 h 5120762"/>
              <a:gd name="connsiteX2" fmla="*/ 2884 w 2940987"/>
              <a:gd name="connsiteY2" fmla="*/ 0 h 5120762"/>
              <a:gd name="connsiteX3" fmla="*/ 2471721 w 2940987"/>
              <a:gd name="connsiteY3" fmla="*/ 1410970 h 5120762"/>
              <a:gd name="connsiteX4" fmla="*/ 2457385 w 2940987"/>
              <a:gd name="connsiteY4" fmla="*/ 5120762 h 5120762"/>
              <a:gd name="connsiteX0" fmla="*/ 2457385 w 2642606"/>
              <a:gd name="connsiteY0" fmla="*/ 5120762 h 5120762"/>
              <a:gd name="connsiteX1" fmla="*/ 302 w 2642606"/>
              <a:gd name="connsiteY1" fmla="*/ 3796152 h 5120762"/>
              <a:gd name="connsiteX2" fmla="*/ 2884 w 2642606"/>
              <a:gd name="connsiteY2" fmla="*/ 0 h 5120762"/>
              <a:gd name="connsiteX3" fmla="*/ 2471721 w 2642606"/>
              <a:gd name="connsiteY3" fmla="*/ 1410970 h 5120762"/>
              <a:gd name="connsiteX4" fmla="*/ 2457385 w 2642606"/>
              <a:gd name="connsiteY4" fmla="*/ 5120762 h 5120762"/>
              <a:gd name="connsiteX0" fmla="*/ 2457385 w 2807365"/>
              <a:gd name="connsiteY0" fmla="*/ 5120762 h 5137422"/>
              <a:gd name="connsiteX1" fmla="*/ 302 w 2807365"/>
              <a:gd name="connsiteY1" fmla="*/ 3796152 h 5137422"/>
              <a:gd name="connsiteX2" fmla="*/ 2884 w 2807365"/>
              <a:gd name="connsiteY2" fmla="*/ 0 h 5137422"/>
              <a:gd name="connsiteX3" fmla="*/ 2471721 w 2807365"/>
              <a:gd name="connsiteY3" fmla="*/ 1410970 h 5137422"/>
              <a:gd name="connsiteX4" fmla="*/ 2457385 w 2807365"/>
              <a:gd name="connsiteY4" fmla="*/ 5120762 h 5137422"/>
              <a:gd name="connsiteX0" fmla="*/ 2457385 w 2651440"/>
              <a:gd name="connsiteY0" fmla="*/ 5120762 h 5120762"/>
              <a:gd name="connsiteX1" fmla="*/ 302 w 2651440"/>
              <a:gd name="connsiteY1" fmla="*/ 3796152 h 5120762"/>
              <a:gd name="connsiteX2" fmla="*/ 2884 w 2651440"/>
              <a:gd name="connsiteY2" fmla="*/ 0 h 5120762"/>
              <a:gd name="connsiteX3" fmla="*/ 2471721 w 2651440"/>
              <a:gd name="connsiteY3" fmla="*/ 1410970 h 5120762"/>
              <a:gd name="connsiteX4" fmla="*/ 2457385 w 2651440"/>
              <a:gd name="connsiteY4" fmla="*/ 5120762 h 5120762"/>
              <a:gd name="connsiteX0" fmla="*/ 2457385 w 2486859"/>
              <a:gd name="connsiteY0" fmla="*/ 5120762 h 5120762"/>
              <a:gd name="connsiteX1" fmla="*/ 302 w 2486859"/>
              <a:gd name="connsiteY1" fmla="*/ 3796152 h 5120762"/>
              <a:gd name="connsiteX2" fmla="*/ 2884 w 2486859"/>
              <a:gd name="connsiteY2" fmla="*/ 0 h 5120762"/>
              <a:gd name="connsiteX3" fmla="*/ 2471721 w 2486859"/>
              <a:gd name="connsiteY3" fmla="*/ 1410970 h 5120762"/>
              <a:gd name="connsiteX4" fmla="*/ 2457385 w 2486859"/>
              <a:gd name="connsiteY4" fmla="*/ 5120762 h 5120762"/>
              <a:gd name="connsiteX0" fmla="*/ 2457385 w 2462497"/>
              <a:gd name="connsiteY0" fmla="*/ 5120762 h 5120762"/>
              <a:gd name="connsiteX1" fmla="*/ 302 w 2462497"/>
              <a:gd name="connsiteY1" fmla="*/ 3796152 h 5120762"/>
              <a:gd name="connsiteX2" fmla="*/ 2884 w 2462497"/>
              <a:gd name="connsiteY2" fmla="*/ 0 h 5120762"/>
              <a:gd name="connsiteX3" fmla="*/ 2431716 w 2462497"/>
              <a:gd name="connsiteY3" fmla="*/ 1424305 h 5120762"/>
              <a:gd name="connsiteX4" fmla="*/ 2457385 w 2462497"/>
              <a:gd name="connsiteY4" fmla="*/ 5120762 h 5120762"/>
              <a:gd name="connsiteX0" fmla="*/ 2457385 w 2482398"/>
              <a:gd name="connsiteY0" fmla="*/ 5120762 h 5120762"/>
              <a:gd name="connsiteX1" fmla="*/ 302 w 2482398"/>
              <a:gd name="connsiteY1" fmla="*/ 3796152 h 5120762"/>
              <a:gd name="connsiteX2" fmla="*/ 2884 w 2482398"/>
              <a:gd name="connsiteY2" fmla="*/ 0 h 5120762"/>
              <a:gd name="connsiteX3" fmla="*/ 2466006 w 2482398"/>
              <a:gd name="connsiteY3" fmla="*/ 1424305 h 5120762"/>
              <a:gd name="connsiteX4" fmla="*/ 2457385 w 2482398"/>
              <a:gd name="connsiteY4" fmla="*/ 5120762 h 5120762"/>
              <a:gd name="connsiteX0" fmla="*/ 2457385 w 2466006"/>
              <a:gd name="connsiteY0" fmla="*/ 5120762 h 5120762"/>
              <a:gd name="connsiteX1" fmla="*/ 302 w 2466006"/>
              <a:gd name="connsiteY1" fmla="*/ 3796152 h 5120762"/>
              <a:gd name="connsiteX2" fmla="*/ 2884 w 2466006"/>
              <a:gd name="connsiteY2" fmla="*/ 0 h 5120762"/>
              <a:gd name="connsiteX3" fmla="*/ 2466006 w 2466006"/>
              <a:gd name="connsiteY3" fmla="*/ 1424305 h 5120762"/>
              <a:gd name="connsiteX4" fmla="*/ 2457385 w 2466006"/>
              <a:gd name="connsiteY4" fmla="*/ 5120762 h 5120762"/>
              <a:gd name="connsiteX0" fmla="*/ 2457385 w 2460441"/>
              <a:gd name="connsiteY0" fmla="*/ 5120762 h 5120762"/>
              <a:gd name="connsiteX1" fmla="*/ 302 w 2460441"/>
              <a:gd name="connsiteY1" fmla="*/ 3796152 h 5120762"/>
              <a:gd name="connsiteX2" fmla="*/ 2884 w 2460441"/>
              <a:gd name="connsiteY2" fmla="*/ 0 h 5120762"/>
              <a:gd name="connsiteX3" fmla="*/ 2458386 w 2460441"/>
              <a:gd name="connsiteY3" fmla="*/ 1422400 h 5120762"/>
              <a:gd name="connsiteX4" fmla="*/ 2457385 w 2460441"/>
              <a:gd name="connsiteY4" fmla="*/ 5120762 h 5120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0441" h="5120762">
                <a:moveTo>
                  <a:pt x="2457385" y="512076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2458386" y="1422400"/>
                </a:lnTo>
                <a:cubicBezTo>
                  <a:pt x="2456625" y="1682770"/>
                  <a:pt x="2464553" y="3265866"/>
                  <a:pt x="2457385" y="512076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F69DD9-002C-42F1-B0B1-7629DDD68405}"/>
              </a:ext>
            </a:extLst>
          </p:cNvPr>
          <p:cNvSpPr/>
          <p:nvPr userDrawn="1"/>
        </p:nvSpPr>
        <p:spPr>
          <a:xfrm flipH="1">
            <a:off x="0" y="1568299"/>
            <a:ext cx="9618562" cy="3721402"/>
          </a:xfrm>
          <a:prstGeom prst="rect">
            <a:avLst/>
          </a:pr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255519"/>
            <a:ext cx="8778240" cy="1300281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3647876"/>
            <a:ext cx="8778240" cy="741244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BE3AF9-876E-401C-9274-DDCF1FC18A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6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F05D4D6-EB0C-4D59-A0E2-0EEAD63E2DF5}"/>
              </a:ext>
            </a:extLst>
          </p:cNvPr>
          <p:cNvSpPr/>
          <p:nvPr userDrawn="1"/>
        </p:nvSpPr>
        <p:spPr>
          <a:xfrm>
            <a:off x="3420061" y="0"/>
            <a:ext cx="8771939" cy="5648938"/>
          </a:xfrm>
          <a:custGeom>
            <a:avLst/>
            <a:gdLst>
              <a:gd name="connsiteX0" fmla="*/ 4690757 w 8748789"/>
              <a:gd name="connsiteY0" fmla="*/ 0 h 5648938"/>
              <a:gd name="connsiteX1" fmla="*/ 8748789 w 8748789"/>
              <a:gd name="connsiteY1" fmla="*/ 0 h 5648938"/>
              <a:gd name="connsiteX2" fmla="*/ 8748789 w 8748789"/>
              <a:gd name="connsiteY2" fmla="*/ 5648938 h 5648938"/>
              <a:gd name="connsiteX3" fmla="*/ 0 w 8748789"/>
              <a:gd name="connsiteY3" fmla="*/ 3981544 h 5648938"/>
              <a:gd name="connsiteX4" fmla="*/ 0 w 8748789"/>
              <a:gd name="connsiteY4" fmla="*/ 2108767 h 5648938"/>
              <a:gd name="connsiteX5" fmla="*/ 4690757 w 8748789"/>
              <a:gd name="connsiteY5" fmla="*/ 0 h 5648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5648938">
                <a:moveTo>
                  <a:pt x="4690757" y="0"/>
                </a:moveTo>
                <a:lnTo>
                  <a:pt x="8748789" y="0"/>
                </a:lnTo>
                <a:lnTo>
                  <a:pt x="8748789" y="5648938"/>
                </a:lnTo>
                <a:lnTo>
                  <a:pt x="0" y="3981544"/>
                </a:lnTo>
                <a:lnTo>
                  <a:pt x="0" y="2108767"/>
                </a:lnTo>
                <a:lnTo>
                  <a:pt x="4690757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85A0582-D957-4640-9E50-421086BD91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4761" y="200025"/>
            <a:ext cx="3441700" cy="4670425"/>
          </a:xfrm>
          <a:custGeom>
            <a:avLst/>
            <a:gdLst>
              <a:gd name="connsiteX0" fmla="*/ 0 w 3419475"/>
              <a:gd name="connsiteY0" fmla="*/ 1870075 h 3740150"/>
              <a:gd name="connsiteX1" fmla="*/ 1709738 w 3419475"/>
              <a:gd name="connsiteY1" fmla="*/ 0 h 3740150"/>
              <a:gd name="connsiteX2" fmla="*/ 3419475 w 3419475"/>
              <a:gd name="connsiteY2" fmla="*/ 1870075 h 3740150"/>
              <a:gd name="connsiteX3" fmla="*/ 1709738 w 3419475"/>
              <a:gd name="connsiteY3" fmla="*/ 3740150 h 3740150"/>
              <a:gd name="connsiteX4" fmla="*/ 0 w 3419475"/>
              <a:gd name="connsiteY4" fmla="*/ 1870075 h 3740150"/>
              <a:gd name="connsiteX0" fmla="*/ 0 w 3419475"/>
              <a:gd name="connsiteY0" fmla="*/ 4657725 h 4657725"/>
              <a:gd name="connsiteX1" fmla="*/ 1709738 w 3419475"/>
              <a:gd name="connsiteY1" fmla="*/ 0 h 4657725"/>
              <a:gd name="connsiteX2" fmla="*/ 3419475 w 3419475"/>
              <a:gd name="connsiteY2" fmla="*/ 1870075 h 4657725"/>
              <a:gd name="connsiteX3" fmla="*/ 1709738 w 3419475"/>
              <a:gd name="connsiteY3" fmla="*/ 3740150 h 4657725"/>
              <a:gd name="connsiteX4" fmla="*/ 0 w 3419475"/>
              <a:gd name="connsiteY4" fmla="*/ 4657725 h 4657725"/>
              <a:gd name="connsiteX0" fmla="*/ 4762 w 3424237"/>
              <a:gd name="connsiteY0" fmla="*/ 4740275 h 4740275"/>
              <a:gd name="connsiteX1" fmla="*/ 0 w 3424237"/>
              <a:gd name="connsiteY1" fmla="*/ 0 h 4740275"/>
              <a:gd name="connsiteX2" fmla="*/ 3424237 w 3424237"/>
              <a:gd name="connsiteY2" fmla="*/ 1952625 h 4740275"/>
              <a:gd name="connsiteX3" fmla="*/ 1714500 w 3424237"/>
              <a:gd name="connsiteY3" fmla="*/ 3822700 h 4740275"/>
              <a:gd name="connsiteX4" fmla="*/ 4762 w 3424237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5262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9707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670425 h 4670425"/>
              <a:gd name="connsiteX1" fmla="*/ 0 w 3441700"/>
              <a:gd name="connsiteY1" fmla="*/ 0 h 4670425"/>
              <a:gd name="connsiteX2" fmla="*/ 3424237 w 3441700"/>
              <a:gd name="connsiteY2" fmla="*/ 1927225 h 4670425"/>
              <a:gd name="connsiteX3" fmla="*/ 3441700 w 3441700"/>
              <a:gd name="connsiteY3" fmla="*/ 3778250 h 4670425"/>
              <a:gd name="connsiteX4" fmla="*/ 4762 w 3441700"/>
              <a:gd name="connsiteY4" fmla="*/ 4670425 h 467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1700" h="4670425">
                <a:moveTo>
                  <a:pt x="4762" y="4670425"/>
                </a:moveTo>
                <a:cubicBezTo>
                  <a:pt x="3175" y="3090333"/>
                  <a:pt x="1587" y="1580092"/>
                  <a:pt x="0" y="0"/>
                </a:cubicBezTo>
                <a:lnTo>
                  <a:pt x="3424237" y="1927225"/>
                </a:lnTo>
                <a:lnTo>
                  <a:pt x="3441700" y="3778250"/>
                </a:lnTo>
                <a:lnTo>
                  <a:pt x="4762" y="4670425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7430" y="1888245"/>
            <a:ext cx="7481170" cy="1300281"/>
          </a:xfrm>
          <a:ln>
            <a:noFill/>
          </a:ln>
        </p:spPr>
        <p:txBody>
          <a:bodyPr anchor="b">
            <a:normAutofit/>
          </a:bodyPr>
          <a:lstStyle>
            <a:lvl1pPr algn="l" rtl="1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77430" y="3280602"/>
            <a:ext cx="7481170" cy="741244"/>
          </a:xfrm>
          <a:ln>
            <a:noFill/>
          </a:ln>
        </p:spPr>
        <p:txBody>
          <a:bodyPr/>
          <a:lstStyle>
            <a:lvl1pPr marL="0" indent="0" algn="l" rtl="1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6DCC8E-61F1-4226-B60E-957F44656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16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7DFEB65-6E2E-4E1D-B667-95795F86DC2D}"/>
              </a:ext>
            </a:extLst>
          </p:cNvPr>
          <p:cNvSpPr/>
          <p:nvPr userDrawn="1"/>
        </p:nvSpPr>
        <p:spPr>
          <a:xfrm>
            <a:off x="0" y="212830"/>
            <a:ext cx="3420059" cy="4645723"/>
          </a:xfrm>
          <a:custGeom>
            <a:avLst/>
            <a:gdLst>
              <a:gd name="connsiteX0" fmla="*/ 0 w 3420059"/>
              <a:gd name="connsiteY0" fmla="*/ 0 h 4645723"/>
              <a:gd name="connsiteX1" fmla="*/ 3420059 w 3420059"/>
              <a:gd name="connsiteY1" fmla="*/ 1895938 h 4645723"/>
              <a:gd name="connsiteX2" fmla="*/ 3420059 w 3420059"/>
              <a:gd name="connsiteY2" fmla="*/ 3768715 h 4645723"/>
              <a:gd name="connsiteX3" fmla="*/ 0 w 3420059"/>
              <a:gd name="connsiteY3" fmla="*/ 4645723 h 4645723"/>
              <a:gd name="connsiteX4" fmla="*/ 0 w 3420059"/>
              <a:gd name="connsiteY4" fmla="*/ 0 h 464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4645723">
                <a:moveTo>
                  <a:pt x="0" y="0"/>
                </a:moveTo>
                <a:lnTo>
                  <a:pt x="3420059" y="1895938"/>
                </a:lnTo>
                <a:lnTo>
                  <a:pt x="3420059" y="3768715"/>
                </a:lnTo>
                <a:lnTo>
                  <a:pt x="0" y="464572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906BA1DD-8552-4ACF-A870-DE84D6FE59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3532" y="4958"/>
            <a:ext cx="8779058" cy="565289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076385 w 4964322"/>
              <a:gd name="connsiteY0" fmla="*/ 7100692 h 7100692"/>
              <a:gd name="connsiteX1" fmla="*/ 302 w 4964322"/>
              <a:gd name="connsiteY1" fmla="*/ 5913242 h 7100692"/>
              <a:gd name="connsiteX2" fmla="*/ 2884 w 4964322"/>
              <a:gd name="connsiteY2" fmla="*/ 2117090 h 7100692"/>
              <a:gd name="connsiteX3" fmla="*/ 4489751 w 4964322"/>
              <a:gd name="connsiteY3" fmla="*/ 0 h 7100692"/>
              <a:gd name="connsiteX4" fmla="*/ 4964322 w 4964322"/>
              <a:gd name="connsiteY4" fmla="*/ 7100692 h 7100692"/>
              <a:gd name="connsiteX5" fmla="*/ 2076385 w 4964322"/>
              <a:gd name="connsiteY5" fmla="*/ 7100692 h 7100692"/>
              <a:gd name="connsiteX0" fmla="*/ 2076385 w 8781942"/>
              <a:gd name="connsiteY0" fmla="*/ 7299796 h 7299796"/>
              <a:gd name="connsiteX1" fmla="*/ 302 w 8781942"/>
              <a:gd name="connsiteY1" fmla="*/ 6112346 h 7299796"/>
              <a:gd name="connsiteX2" fmla="*/ 2884 w 8781942"/>
              <a:gd name="connsiteY2" fmla="*/ 2316194 h 7299796"/>
              <a:gd name="connsiteX3" fmla="*/ 4489751 w 8781942"/>
              <a:gd name="connsiteY3" fmla="*/ 199104 h 7299796"/>
              <a:gd name="connsiteX4" fmla="*/ 8781942 w 8781942"/>
              <a:gd name="connsiteY4" fmla="*/ 205576 h 7299796"/>
              <a:gd name="connsiteX5" fmla="*/ 2076385 w 8781942"/>
              <a:gd name="connsiteY5" fmla="*/ 7299796 h 7299796"/>
              <a:gd name="connsiteX0" fmla="*/ 2076385 w 8781942"/>
              <a:gd name="connsiteY0" fmla="*/ 7414504 h 7414504"/>
              <a:gd name="connsiteX1" fmla="*/ 302 w 8781942"/>
              <a:gd name="connsiteY1" fmla="*/ 6227054 h 7414504"/>
              <a:gd name="connsiteX2" fmla="*/ 2884 w 8781942"/>
              <a:gd name="connsiteY2" fmla="*/ 2430902 h 7414504"/>
              <a:gd name="connsiteX3" fmla="*/ 4489751 w 8781942"/>
              <a:gd name="connsiteY3" fmla="*/ 313812 h 7414504"/>
              <a:gd name="connsiteX4" fmla="*/ 8781942 w 8781942"/>
              <a:gd name="connsiteY4" fmla="*/ 320284 h 7414504"/>
              <a:gd name="connsiteX5" fmla="*/ 2076385 w 8781942"/>
              <a:gd name="connsiteY5" fmla="*/ 7414504 h 7414504"/>
              <a:gd name="connsiteX0" fmla="*/ 2076385 w 8781942"/>
              <a:gd name="connsiteY0" fmla="*/ 7100692 h 7100692"/>
              <a:gd name="connsiteX1" fmla="*/ 302 w 8781942"/>
              <a:gd name="connsiteY1" fmla="*/ 5913242 h 7100692"/>
              <a:gd name="connsiteX2" fmla="*/ 2884 w 8781942"/>
              <a:gd name="connsiteY2" fmla="*/ 2117090 h 7100692"/>
              <a:gd name="connsiteX3" fmla="*/ 4489751 w 8781942"/>
              <a:gd name="connsiteY3" fmla="*/ 0 h 7100692"/>
              <a:gd name="connsiteX4" fmla="*/ 8781942 w 8781942"/>
              <a:gd name="connsiteY4" fmla="*/ 6472 h 7100692"/>
              <a:gd name="connsiteX5" fmla="*/ 2076385 w 8781942"/>
              <a:gd name="connsiteY5" fmla="*/ 7100692 h 7100692"/>
              <a:gd name="connsiteX0" fmla="*/ 8751505 w 8781942"/>
              <a:gd name="connsiteY0" fmla="*/ 5614792 h 5913242"/>
              <a:gd name="connsiteX1" fmla="*/ 302 w 8781942"/>
              <a:gd name="connsiteY1" fmla="*/ 5913242 h 5913242"/>
              <a:gd name="connsiteX2" fmla="*/ 2884 w 8781942"/>
              <a:gd name="connsiteY2" fmla="*/ 2117090 h 5913242"/>
              <a:gd name="connsiteX3" fmla="*/ 4489751 w 8781942"/>
              <a:gd name="connsiteY3" fmla="*/ 0 h 5913242"/>
              <a:gd name="connsiteX4" fmla="*/ 8781942 w 8781942"/>
              <a:gd name="connsiteY4" fmla="*/ 6472 h 5913242"/>
              <a:gd name="connsiteX5" fmla="*/ 8751505 w 8781942"/>
              <a:gd name="connsiteY5" fmla="*/ 5614792 h 5913242"/>
              <a:gd name="connsiteX0" fmla="*/ 8748621 w 8779058"/>
              <a:gd name="connsiteY0" fmla="*/ 5614792 h 5614792"/>
              <a:gd name="connsiteX1" fmla="*/ 149818 w 8779058"/>
              <a:gd name="connsiteY1" fmla="*/ 324624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48621 w 8779058"/>
              <a:gd name="connsiteY0" fmla="*/ 5614792 h 5614792"/>
              <a:gd name="connsiteX1" fmla="*/ 12658 w 8779058"/>
              <a:gd name="connsiteY1" fmla="*/ 398538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63861 w 8779058"/>
              <a:gd name="connsiteY0" fmla="*/ 5652892 h 5652892"/>
              <a:gd name="connsiteX1" fmla="*/ 12658 w 8779058"/>
              <a:gd name="connsiteY1" fmla="*/ 3985382 h 5652892"/>
              <a:gd name="connsiteX2" fmla="*/ 0 w 8779058"/>
              <a:gd name="connsiteY2" fmla="*/ 2117090 h 5652892"/>
              <a:gd name="connsiteX3" fmla="*/ 4486867 w 8779058"/>
              <a:gd name="connsiteY3" fmla="*/ 0 h 5652892"/>
              <a:gd name="connsiteX4" fmla="*/ 8779058 w 8779058"/>
              <a:gd name="connsiteY4" fmla="*/ 6472 h 5652892"/>
              <a:gd name="connsiteX5" fmla="*/ 8763861 w 8779058"/>
              <a:gd name="connsiteY5" fmla="*/ 5652892 h 5652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79058" h="5652892">
                <a:moveTo>
                  <a:pt x="8763861" y="5652892"/>
                </a:moveTo>
                <a:lnTo>
                  <a:pt x="12658" y="3985382"/>
                </a:lnTo>
                <a:cubicBezTo>
                  <a:pt x="10979" y="2308518"/>
                  <a:pt x="1679" y="3793954"/>
                  <a:pt x="0" y="2117090"/>
                </a:cubicBezTo>
                <a:lnTo>
                  <a:pt x="4486867" y="0"/>
                </a:lnTo>
                <a:lnTo>
                  <a:pt x="8779058" y="6472"/>
                </a:lnTo>
                <a:cubicBezTo>
                  <a:pt x="8773992" y="1888612"/>
                  <a:pt x="8768927" y="3770752"/>
                  <a:pt x="8763861" y="565289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418" y="1917677"/>
            <a:ext cx="3420060" cy="2133601"/>
          </a:xfrm>
          <a:ln>
            <a:noFill/>
          </a:ln>
        </p:spPr>
        <p:txBody>
          <a:bodyPr anchor="ctr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B576E-C92F-4D11-B808-A254F961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62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125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7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E93B1D-04FF-4AE0-8FCF-B84FF49C05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76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-11428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800100" y="1823746"/>
            <a:ext cx="10725016" cy="4018254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1DAA04-AA50-488A-954C-979B9C278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81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780D81-FF11-42C2-99A2-166C01448A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100" y="987646"/>
            <a:ext cx="10725150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53342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2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4E63467-157A-4167-AEE0-FCE02C5B8F3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987646"/>
            <a:ext cx="10725150" cy="452534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8A2D66-2A1C-43F9-B8EE-F2ECB9D67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3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0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2176802"/>
            <a:ext cx="10725016" cy="3665198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97579E2-58B1-459D-A017-1723E0ED9C0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1484113"/>
            <a:ext cx="10797387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EF23D2-0054-4016-9506-7B70C2F391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57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4A2C8-9E7C-4C11-A1DE-01ADB50FB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1" y="365125"/>
            <a:ext cx="10725016" cy="773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18C2B-F939-431F-936A-7A8A0D2E2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325906"/>
            <a:ext cx="10725016" cy="4846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06B1C-3FA0-472A-83FD-87D1C9071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400440"/>
            <a:ext cx="6668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6A052B-A0ED-42E3-A42D-476CBA669AF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9AFB01-3913-4795-BE83-D0515199F7EB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AB1EE-DE80-4A6B-B539-0E3367539F77}"/>
              </a:ext>
            </a:extLst>
          </p:cNvPr>
          <p:cNvSpPr/>
          <p:nvPr userDrawn="1"/>
        </p:nvSpPr>
        <p:spPr>
          <a:xfrm>
            <a:off x="666884" y="6405022"/>
            <a:ext cx="10858232" cy="4529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E022E5-3E75-4081-94E7-47589D51F7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44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6" r:id="rId6"/>
    <p:sldLayoutId id="2147483667" r:id="rId7"/>
    <p:sldLayoutId id="2147483650" r:id="rId8"/>
    <p:sldLayoutId id="2147483664" r:id="rId9"/>
    <p:sldLayoutId id="2147483665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ts val="2600"/>
        </a:lnSpc>
        <a:spcBef>
          <a:spcPts val="1000"/>
        </a:spcBef>
        <a:buClr>
          <a:schemeClr val="accent1"/>
        </a:buClr>
        <a:buSzPct val="120000"/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600"/>
        </a:lnSpc>
        <a:spcBef>
          <a:spcPts val="500"/>
        </a:spcBef>
        <a:buClr>
          <a:schemeClr val="tx2"/>
        </a:buClr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2F18-7E37-4ACB-A0B8-A212F94116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Master - Sprint Summary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1C451-F8ED-4EAC-ABA6-A17AB0339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3647876"/>
            <a:ext cx="8778240" cy="1519688"/>
          </a:xfrm>
        </p:spPr>
        <p:txBody>
          <a:bodyPr>
            <a:normAutofit/>
          </a:bodyPr>
          <a:lstStyle/>
          <a:p>
            <a:r>
              <a:t>Yakov Elmaleh</a:t>
            </a:r>
            <a:br/>
            <a:r>
              <a:t>Pre-cluster Data Analysis | September 24, 2026</a:t>
            </a:r>
          </a:p>
        </p:txBody>
      </p:sp>
    </p:spTree>
    <p:extLst>
      <p:ext uri="{BB962C8B-B14F-4D97-AF65-F5344CB8AC3E}">
        <p14:creationId xmlns:p14="http://schemas.microsoft.com/office/powerpoint/2010/main" val="6843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the live candidate population and plot issue creation counts in one-day bins.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Audit source coverage before expensive enrichment and training.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Use the actual non-bug eligibility rules, not only literal Story issues.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server-side candidates separate from final model-ready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Historical processed CSVs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Live candidates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Historical processed CSVs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Live candidates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23,901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Repositories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 stage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Processed feature/label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Server-side JQL candidates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Time interpretation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Sprint-entry date for model splits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Issue creation date; 1-day bins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Comment-before-sprint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Applied by original preprocessing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applied yet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Different sources and processing stages: not a like-for-like growth comparison.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Both are broader than literal Story/User Story; candidates are not labeled unstable.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 — Results</a:t>
            </a:r>
          </a:p>
        </p:txBody>
      </p:sp>
      <p:pic>
        <p:nvPicPr>
          <p:cNvPr id="3" name="Picture 2" descr="model_candidates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68,358 candidates across eight repositories; no duplicate source/issue keys.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MongoDB + RedHat supply 93.8% of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Task is the largest issue type (34,990); literal Story is not the whole population.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Download comments, sprint fields, and changelogs.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Apply exact sprint-entry and pre-sprint-comment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Report retention and label balance before training; no model scores in this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Removing the GitHub/PR evidence filter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how much candidate coverage changes when only the GitHub/PR-evidence condition is removed.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The evidence requirement can strongly restrict repository coverage.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non-bug, source-specific status/resolution, and current-Sprint filters unchanged.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Treat this as a separate population experiment, not a model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Without evidence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211,790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24,920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133,774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39,169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50,637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10,211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9,576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JiraEcosystem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1,819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Sakai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5376672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48640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5458968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+143,432 candidates; 3.10x total (+209.8%). Same eight sources.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All strict-cohort keys occur in the broader cohort. Neither has passed local validity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Results</a:t>
            </a:r>
          </a:p>
        </p:txBody>
      </p:sp>
      <p:pic>
        <p:nvPicPr>
          <p:cNvPr id="3" name="Picture 2" descr="model_candidates_without_pr_evidence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Removing only evidence adds 143,432 candidates; total coverage is 3.10x.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increases from 86 to 10,211; the evidence filter has a large cohort effect.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RedHat contributes 108,854 of the added candidates; repository mix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Enrich both cohorts with the same exact local validity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Compare retained rows and class balance by repository.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infer instability prevalence or AUC-PRC from candidate volume.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Researching new public Jira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Identify additional public Jira repositories with accessible sprint, comment, and change-history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Expand the research source pool beyond the existing configured repositories.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Check technical access before attempting a full collection.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Separate literal Story counts from broad non-bug pipeline candidates.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Existing source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New sources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Existing source catalog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New sources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Catalog / shortlist size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 new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Pipeline-candidate count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remeasured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14,575 estimated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Source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Previously configured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Liferay, Percona, ONAP, Moodle, 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Compatibility evidence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retested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 sampled issue per source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Final accepted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 new dataset collection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API estimates use the then-current Done + Sprint + GitHub-comment query.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Not directly comparable to the source-specific status rules in the time-chart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25880"/>
          <a:ext cx="10652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552"/>
                <a:gridCol w="2130552"/>
                <a:gridCol w="2130552"/>
                <a:gridCol w="2130552"/>
                <a:gridCol w="21305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Literal stories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Stories with sprint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Pipeline candidates*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Sample API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24,841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6,227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10,629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Percona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1,898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ONAP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12,603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3,672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Moodle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2,931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40690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*API estimates, not final accepted rows. Sample API = one issue plus comments and changelog.
Candidates use non-Bug + Done + current Sprint + GitHub-comment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Five new public sources; estimated total 14,575 default-filter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All five passed field/search checks and one issue/comments/changelog sample.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Moodle and SonarSource have zero literal Story issues, but non-bug candidates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September 10 shortlist: start with Liferay and Percona; inspect ONAP retention.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Run bounded enrichment before full collection.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Measure final eligibility and labels; sample access does not prove full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Within-project model comparison (#357)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Test whether training-only balancing improves instability prediction over matched, unweighted models on each repository.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Six repositories; unstable levels 5, 10, 15 and 20.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RF, legacy boosting and NN; baseline versus refactored variants.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144 of 144 outputs present across six grouped cluster jobs.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Existing CSV datasets; this is not a fresh Jira download.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Data Analysis: matched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Chronological split / project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60% train / 20% val / 20%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rows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RF /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sample weights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Random oversampling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4B4B4D"/>
                </a:solidFill>
                <a:latin typeface="Arial"/>
              </a:rPr>
              <a:t>Projects: Apache, Hyperledger, IntelDAOS, Jira, MariaDB and Qt.
Combined split: 14,290 train / 4,762 validation / 4,770 test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Results: AUC-PRC by model and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0.2387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0.2249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0.2114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0.1505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+0.0085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0.2704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0.2577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0.2428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+0.0151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-0.0311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2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Refactored wins 32/72 paired AUC-PRC comparisons; loses 40/72.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mean: 0.2175 to 0.2049. Balancing is not consistently better.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RF level 20 and NN level 5 improve in six-project macro AUC-PRC.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 score: Jira NN refactored, level 10 = 0.6036; test prevalence is 51.9%.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the unweighted baseline as a candidate; do not assume balancing helps.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a matched rerun on refactored features, not the original rich-feature pipeline.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Legacy 'XGboost' is sklearn GradientBoostingClassifier, not XGBClassifier.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Macro averages are descriptive, not significance evidence or cross-project transfer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Leave-one-project-out comparison (#360)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Can models trained on five repositories predict instability in a sixth, unseen repository? Compare unweighted training with balancing.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SCOPE AND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Measures cross-project transfer, unlike #357's within-project test.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Six held-out projects; levels 5, 10, 15 and 20; RF, legacy boosting and NN.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All six jobs succeeded: 144 of 144 outputs present.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Uses existing CSVs; no fresh Jira collection.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Data Analysis: held-out project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CSV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Test fold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Entire held-out repository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held-out rows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 / validation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Other five projects; time-sorted 80/20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source partitions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RF/boosting: weights; NN: oversample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B4B4D"/>
                </a:solidFill>
                <a:latin typeface="Arial"/>
              </a:rPr>
              <a:t>Test rows: Apache 7,672; Hyperledger 4,816; IntelDAOS 1,666; Jira 1,574; MariaDB 1,983; Qt 6,111.
Held-out project excluded from training and validation. Test dates can overlap source 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Results: cross-project AUC-PRC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held-out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0.1944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-0.0180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0.1859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-0.0074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-0.0100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-0.0155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0.1886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-0.0053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0.1434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-0.0071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0.1625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0.1282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-0.0062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1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Balancing wins 20/72 paired comparisons; loses 52/72.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AUC-PRC: 0.1861 to 0.1753. No overall improvement.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legacy boosting at level 20 improves in the six-project macro table.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Best: Jira baseline boosting, level 5 = 0.5059; test prevalence is 34.6%.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Retain unweighted models as candidates; balancing is not a default improvement.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Project isolation is not strict future-time testing: source and target dates overlap.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treat differences from #357 as paired gains or losses: test populations differ.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not the original pipeline; legacy 'XGboost' is GradientBoostingClassifier.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אוניברסיטת בן גוריון">
      <a:dk1>
        <a:srgbClr val="58595B"/>
      </a:dk1>
      <a:lt1>
        <a:sysClr val="window" lastClr="FFFFFF"/>
      </a:lt1>
      <a:dk2>
        <a:srgbClr val="58595B"/>
      </a:dk2>
      <a:lt2>
        <a:srgbClr val="EEECE1"/>
      </a:lt2>
      <a:accent1>
        <a:srgbClr val="F7941E"/>
      </a:accent1>
      <a:accent2>
        <a:srgbClr val="E16327"/>
      </a:accent2>
      <a:accent3>
        <a:srgbClr val="F37421"/>
      </a:accent3>
      <a:accent4>
        <a:srgbClr val="828487"/>
      </a:accent4>
      <a:accent5>
        <a:srgbClr val="A5A7A9"/>
      </a:accent5>
      <a:accent6>
        <a:srgbClr val="CFD6DA"/>
      </a:accent6>
      <a:hlink>
        <a:srgbClr val="FFFFFF"/>
      </a:hlink>
      <a:folHlink>
        <a:srgbClr val="FFFFFF"/>
      </a:folHlink>
    </a:clrScheme>
    <a:fontScheme name="אוניברסיטת בן גוריון">
      <a:majorFont>
        <a:latin typeface="Assistant"/>
        <a:ea typeface=""/>
        <a:cs typeface="Assistant"/>
      </a:majorFont>
      <a:minorFont>
        <a:latin typeface="Assistant"/>
        <a:ea typeface=""/>
        <a:cs typeface="Assistan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3830</TotalTime>
  <Words>1108</Words>
  <Application>Microsoft Macintosh PowerPoint</Application>
  <PresentationFormat>Widescreen</PresentationFormat>
  <Paragraphs>272</Paragraphs>
  <Slides>38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Assistant</vt:lpstr>
      <vt:lpstr>Calibri</vt:lpstr>
      <vt:lpstr>Cambria Math</vt:lpstr>
      <vt:lpstr>Office Theme</vt:lpstr>
      <vt:lpstr>The effect of the stability of user stories on the code quality</vt:lpstr>
      <vt:lpstr>User Story </vt:lpstr>
      <vt:lpstr>Code Smells</vt:lpstr>
      <vt:lpstr>Code Smells</vt:lpstr>
      <vt:lpstr>User Stories Quality</vt:lpstr>
      <vt:lpstr>An impact-driven approach to predict user stories instability</vt:lpstr>
      <vt:lpstr>K - Unstable</vt:lpstr>
      <vt:lpstr>K - UPM</vt:lpstr>
      <vt:lpstr>DATASET and DATA ANALYSIS</vt:lpstr>
      <vt:lpstr>Results (AUC PRC)</vt:lpstr>
      <vt:lpstr>Disadvantages</vt:lpstr>
      <vt:lpstr>NLP</vt:lpstr>
      <vt:lpstr>Research Questions</vt:lpstr>
      <vt:lpstr>Research Goal</vt:lpstr>
      <vt:lpstr>Steps</vt:lpstr>
      <vt:lpstr>Background and Related Work</vt:lpstr>
      <vt:lpstr>Step 1: Replicate Yarden’s research and validate the results (5 Unstable)</vt:lpstr>
      <vt:lpstr>Step 1: Replicate Yarden’s research and validate the results (20 Unstable)</vt:lpstr>
      <vt:lpstr>Step 2: Validate the model on a larger dataset</vt:lpstr>
      <vt:lpstr>Datasets</vt:lpstr>
      <vt:lpstr>K - UPM</vt:lpstr>
      <vt:lpstr>K – UPM – AUC PRC</vt:lpstr>
      <vt:lpstr>Step 3: NLP Models</vt:lpstr>
      <vt:lpstr>Step 3: NLP Models</vt:lpstr>
      <vt:lpstr>Step 3: NLP Models – AUC PRC</vt:lpstr>
      <vt:lpstr>Step 3: Balance Ratio</vt:lpstr>
      <vt:lpstr>Step 3: Balance Ratio - AUC PRC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5: Develop a prediction model for code smells based on user stories </vt:lpstr>
      <vt:lpstr>Status</vt:lpstr>
      <vt:lpstr>Challenges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רינת שרון</dc:creator>
  <cp:lastModifiedBy>Yakov Elmaleh</cp:lastModifiedBy>
  <cp:revision>21</cp:revision>
  <dcterms:created xsi:type="dcterms:W3CDTF">2021-09-16T17:14:16Z</dcterms:created>
  <dcterms:modified xsi:type="dcterms:W3CDTF">2026-09-07T06:59:13Z</dcterms:modified>
</cp:coreProperties>
</file>