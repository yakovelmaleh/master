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62" r:id="rId2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307" r:id="rId53"/>
    <p:sldId id="293" r:id="rId39"/>
    <p:sldId id="294" r:id="rId8"/>
    <p:sldId id="295" r:id="rId7"/>
    <p:sldId id="296" r:id="rId6"/>
    <p:sldId id="297" r:id="rId5"/>
    <p:sldId id="298" r:id="rId4"/>
    <p:sldId id="299" r:id="rId3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8" r:id="rId54"/>
    <p:sldId id="309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7E600A-9F19-9D4C-8CCC-4E2D1756715A}" v="30" dt="2026-09-07T06:59:11.6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54" autoAdjust="0"/>
    <p:restoredTop sz="94660"/>
  </p:normalViewPr>
  <p:slideViewPr>
    <p:cSldViewPr snapToGrid="0">
      <p:cViewPr varScale="1">
        <p:scale>
          <a:sx n="206" d="100"/>
          <a:sy n="206" d="100"/>
        </p:scale>
        <p:origin x="158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9.xml"/><Relationship Id="rId4" Type="http://schemas.openxmlformats.org/officeDocument/2006/relationships/slide" Target="slides/slide38.xml"/><Relationship Id="rId5" Type="http://schemas.openxmlformats.org/officeDocument/2006/relationships/slide" Target="slides/slide37.xml"/><Relationship Id="rId6" Type="http://schemas.openxmlformats.org/officeDocument/2006/relationships/slide" Target="slides/slide36.xml"/><Relationship Id="rId7" Type="http://schemas.openxmlformats.org/officeDocument/2006/relationships/slide" Target="slides/slide35.xml"/><Relationship Id="rId8" Type="http://schemas.openxmlformats.org/officeDocument/2006/relationships/slide" Target="slides/slide34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32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A7EA56-79B4-4BAF-82C4-4C232FF12613}" type="datetimeFigureOut">
              <a:rPr lang="en-US" smtClean="0"/>
              <a:t>9/6/26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D3E64B-0EE5-426F-B35A-E3C2412649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433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Study: hf-20261008-modernbert-qwen. Report received October 19, 2026. Report SHA256: 7698fe31e652cc8d24fb2cc8ff8a443c2c1ec04ac3786cd9bf3dc0e6f4ec006a. Study SHA256: 111d8a78875a8263475514691b581904a9164855d91603ac7dc4e32f838a5095. Source: data/hf-20261008-report.json; counts from the frozen reference_contract.json. Reported metrics are not independently recomputed from raw predictions. Matched classical comparator selected by validation AUC-PRC in historical PR #357. Labels: &gt;= K changed words AND at least one summary/description/acceptance change. Test metrics are unweighted. Scores are retrospective; public-Jira pretraining contamination is possible. Paired issue bootstrap does not model temporal dependence.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Study: hf-20261008-modernbert-qwen. Report received October 19, 2026. Report SHA256: 7698fe31e652cc8d24fb2cc8ff8a443c2c1ec04ac3786cd9bf3dc0e6f4ec006a. Study SHA256: 111d8a78875a8263475514691b581904a9164855d91603ac7dc4e32f838a5095. Source: data/hf-20261008-report.json; counts from the frozen reference_contract.json. Reported metrics are not independently recomputed from raw predictions. Matched classical comparator selected by validation AUC-PRC in historical PR #357. Labels: &gt;= K changed words AND at least one summary/description/acceptance change. Test metrics are unweighted. Scores are retrospective; public-Jira pretraining contamination is possible. Paired issue bootstrap does not model temporal dependence.</a:t>
            </a:r>
          </a:p>
          <a:p>
            <a:r>
              <a:t>{"Apache": {"test": {"first_sprint_entry": "2022-02-08 03:48:19", "labels_sha256": {"10": "8c31ac44f61cd356f2bd59747a0810c5e546b8a6ea62c9275c452fa3761be359", "15": "b7e9554d8c4faa118a9bfecd702c0ce158fd74bf0248a14f9f6f12b92b70d5c0", "20": "bbb5c8b09413363b9108cf661cffed463053d3dbdbd3e19cd432ad1757129200", "5": "453054b0c69043c53cf4dce960353830f2b659b547288a710170118a229614cd"}, "last_sprint_entry": "2023-04-19 01:56:36", "positive_counts": {"10": 118, "15": 81, "20": 59, "5": 190}, "row_ids_sha256": "f5a472b25300a5f972102446ef2b28e776b1117cae8df5195362f7654ed201eb", "rows": 1535, "source_counts": {"Apache": 1535}}, "train": {"first_sprint_entry": "2006-08-23 06:57:12", "labels_sha256": {"10": "a8576f9f6f381adfbdadc0fddf62c7e0e07566d1dbc9bc8a97047326982927d3", "15": "b72f9fd96d2dbcfb6bf678ea68d29f32bc00c920f86a9821c88b0017b502b087", "20": "6f9c3ce39e7ad721850c33c4c70a43244ec99fb3a2f9629a1e821e24595490fd", "5": "0577b7c0c088c856350dd82dafa1db82df3f9e393a93e37a4508a3e16b2d7c48"}, "last_sprint_entry": "2019-07-03 17:27:45", "positive_counts": {"10": 284, "15": 211, "20": 173, "5": 417}, "row_ids_sha256": "31f7e50759794d461c487df67552c0e9dadc09c7d1f3bacf37439ebb3d53ce7c", "rows": 4603, "source_counts": {"Apache": 4603}}, "validation": {"first_sprint_entry": "2019-07-03 18:19:55", "labels_sha256": {"10": "8c03d406b835071918d88db533051714182fbedd5af692fc7850fc60de32e03c", "15": "8fa3275787c8dda7455744145853f8270c4e176e7b4517d8a6d7b6c201d40a8c", "20": "fb740deb80421ef36e90a30bf427ba8300e82b901bd1e22fe87ea8f6eb72c260", "5": "408cad00af9ebcd085da1275f87484aaa69268d62bd8a8cf2b5f3cf9a619837d"}, "last_sprint_entry": "2022-02-08 03:22:31", "positive_counts": {"10": 208, "15": 165, "20": 145, "5": 271}, "row_ids_sha256": "807e631475ee4a225686ba299c383ce17ab27c0bf436684ca5dfa9df6d7ff80c", "rows": 1534, "source_counts": {"Apache": 1534}}}, "Hyperledger": {"test": {"first_sprint_entry": "2019-02-27 04:31:03", "labels_sha256": {"10": "3cb1a6403998431c4d2ff82b2b65cdd98f25fce9823aa1d26284f63e79936512", "15": "839a1b3edae36d4dc951510e42ad83566d8d575f162690d290d41b38543f1d30", "20": "0515b222f86a674abeb45424646ea337d6e5612df2ea3b894878ff61b71b3323", "5": "63390c037ae92571e4217086374f7421a00611e76cd726566f38d34727810160"}, "last_sprint_entry": "2021-07-01 22:13:28", "positive_counts": {"10": 142, "15": 122, "20": 112, "5": 176}, "row_ids_sha256": "a141a1d826708a3474e44fb82a0d5fe4f9e413a0fd9e6d870ac62668cf5719ae", "rows": 964, "source_counts": {"Hyperledger": 964}}, "train": {"first_sprint_entry": "2016-08-12 14:07:02", "labels_sha256": {"10": "e93606192a479aba2ecc40cea937e9b1d5cc98cf74527550c4784ece2f5151dd", "15": "fe67f536d180fd09d69f925ceb84939fc34607760edeccd45106e5b155ef0c70", "20": "ce14dc5c410df2bef5d1c32c9032de69d7e70361a5b1e083b24f0a41e8ac50d0", "5": "37055dd8d79d04d4a600ebe901ffeb7c19a8c37291260c83a8a2e417c630b624"}, "last_sprint_entry": "2018-04-27 13:55:58", "positive_counts": {"10": 336, "15": 279, "20": 246, "5": 420}, "row_ids_sha256": "550111cd493cbe1d650f75433b8ea5dea3ad7e3c020200328ad47cd9b91c681c", "rows": 2889, "source_counts": {"Hyperledger": 2889}}, "validation": {"first_sprint_entry": "2018-04-27 15:22:44", "labels_sha256": {"10": "c3fa35fd799099aa7a8d5becfbceb9775a2d46e92049b8c17db742b293e2466c", "15": "97dbc69d82e43aa58a26d9f98e99bc75ee103aec1a403b0f24b2928a46a50006", "20": "d88680b2626a1f8965af99ca96f0363a45855024690256c2125c1bf6f9582eb3", "5": "cd597d35643ced74a4e755baa1aa69a983a0fc48b839559523fbdf78a09b83a5"}, "last_sprint_entry": "2019-02-27 04:29:28", "positive_counts": {"10": 135, "15": 115, "20": 98, "5": 158}, "row_ids_sha256": "38d1aa877f2f20d669570bdbebba8490f28d55dbb05b08026fc3de19d7764079", "rows": 963, "source_counts": {"Hyperledger": 963}}}, "IntelDAOS": {"test": {"first_sprint_entry": "2020-01-22 10:52:40", "labels_sha256": {"10": "2f4a5c525573fb240e588a18e20d6b30f07b4f09bb7b741ce83a3b60ec725607", "15": "5ab4c3307681b2ee300ff457375d9e84b2e803f7a5b497baf51c30d1b47f89be", "20": "1e8256a877ddca485fb18dd9b40d9a2e5e67449011cb1c2f1b8e2660f9a2cd6d", "5": "670721493da73072ae268137e2961a7ee4164392101163a292b5448091e77097"}, "last_sprint_entry": "2021-01-11 19:45:00", "positive_counts": {"10": 29, "15": 24, "20": 22, "5": 32}, "row_ids_sha256": "e194270d27ce6ee532348e561e05b2a8ebfb96c49736493fc18b10babad7b596", "rows": 334, "source_counts": {"IntelDAOS": 334}}, "train": {"first_sprint_entry": "2016-04-06 02:31:57", "labels_sha256": {"10": "03812c1096ede1ee4666243afb16cd2d6b8f1e5365bb9f82573b4439410cfc37", "15": "f7a7120d774d0aac10b99dcdc8c8530fcbab31b0c0b102778cbf0d875549ec1c", "20": "7c9d24409f56d5d199d9bf932dcba8cd12bd1babaf0ba4809061d8844bba6136", "5": "dc5b9ff27151dc0cda2de46e1268fcd6630742b55f26bf43d7e5ca831a7add37"}, "last_sprint_entry": "2019-01-29 12:34:36", "positive_counts": {"10": 80, "15": 54, "20": 39, "5": 126}, "row_ids_sha256": "50110dd6267bbe21a5d93775e462555ed9acf131a5543619cc74bd7d5b45c55e", "rows": 999, "source_counts": {"IntelDAOS": 999}}, "validation": {"first_sprint_entry": "2019-02-05 07:51:34", "labels_sha256": {"10": "1013d66a79e4e7ae2ede435c70d13426c3f1349aa9a8692e0500d73397044b5c", "15": "fc48a30eaf45a57977ef99bf66e830d55e07f04570530d7ccaaa3f79054f7cab", "20": "99363e8e8057dfe27ca2bc7da3bed2dcb974d1acdda496df5ead0b494888018c", "5": "32f7bce4da22f10aeafa4fb1125189e06bf8377d8e67d3cb9e726d396e03df12"}, "last_sprint_entry": "2020-01-22 10:52:40", "positive_counts": {"10": 42, "15": 38, "20": 30, "5": 52}, "row_ids_sha256": "27d791d7403024d341a4d5828828fc90afa482be5764720491b93c85d39fb4bf", "rows": 333, "source_counts": {"IntelDAOS": 333}}}, "Jira": {"test": {"first_sprint_entry": "2015-11-16 00:07:29", "labels_sha256": {"10": "9c3290378eaafa0e9265a8353ae00572e49180b51afd9d6715ab62d8378f407c", "15": "b72087165f606d7f3a6fc0b085150ddb08f2c1f36d268a8a76fbad2f1ee9e2c4", "20": "8c573e916c6ea59b04745da419903e53901f0330595f31588171349283b7b889", "5": "dea34cabf0831b42335c99b19ce5f42fdce6df1d713ad480891b56e6939a76b7"}, "last_sprint_entry": "2023-01-27 02:40:56", "positive_counts": {"10": 164, "15": 160, "20": 41, "5": 170}, "row_ids_sha256": "391abdec6c68bda5a77c5b4c50801221513238224174dd07c742498f06df9a6e", "rows": 316, "source_counts": {"Jira": 316}}, "train": {"first_sprint_entry": "2012-02-08 00:06:30", "labels_sha256": {"10": "46e8ac9ed835140edab34ea8f6e75c7e1eeac735920cf7072c8fb040bcd1afb2", "15": "2754e919e954b30e2f14206377081abb96e76564521b771d0023da38ee20bfec", "20": "420b6026e39a6127a93d1254fdf4450151df2a6dbab627d267dd767fd35b5ab8", "5": "a09807a1ec62babfeda13b224a09c2d66aa4a90317f9441f1f4816f7ce65954f"}, "last_sprint_entry": "2013-08-29 09:05:00", "positive_counts": {"10": 207, "15": 197, "20": 120, "5": 221}, "row_ids_sha256": "b89d2eae86f99e64643e46593c6b80763322ac19c2bddf038ba37c30112b2fe8", "rows": 944, "source_counts": {"Jira": 944}}, "validation": {"first_sprint_entry": "2013-08-29 12:21:51", "labels_sha256": {"10": "7c90bc725ed1b4d1e77a2bbbd7a5312127bc3902b97d701261a217f2cc72ba1d", "15": "eb3f1fb5d55f5757b2981043f5bb261cefaad084ac1f5908b3e991905da9fe4f", "20": "5ea3b8dac66768bba10b0c47833b435fc743b8f7027e5ad3b5c2d0c6dc089c16", "5": "662b1768b713b4a1af09bf788b0efd73b4c0fd1a79feaf7c0ac580c56860d9b0"}, "last_sprint_entry": "2015-11-16 00:07:26", "positive_counts": {"10": 152, "15": 143, "20": 19, "5": 154}, "row_ids_sha256": "4271654930c7aade78ab7690a945812082432576a04e35af633631d903a1b48b", "rows": 314, "source_counts": {"Jira": 314}}}, "MariaDB": {"test": {"first_sprint_entry": "2021-03-05 17:11:17", "labels_sha256": {"10": "73fdb824296a54d6599e554d97a940c83184c1a8b0735b0bae61e1e86e6c894d", "15": "1dfbc1dcfe8f1f92b4e09e1c9c3640d70a9d36f9196387aff6b6c70056f999a8", "20": "4f64a34bb0d73c4e71da3d6289e6c5a890ab4a9e7f45dcaeb5f725bfa7fc0c0d", "5": "605787edf0210f3ab6d92cbe2ff573c5d876221c178d62275a97cb56eecb8741"}, "last_sprint_entry": "2023-04-04 10:33:05", "positive_counts": {"10": 44, "15": 33, "20": 28, "5": 61}, "row_ids_sha256": "32569f81abe52dccb12160de2eb366b8e23217c85873d445c6dcc9ae5eba8733", "rows": 398, "source_counts": {"MariaDB": 398}}, "train": {"first_sprint_entry": "2014-05-27 14:43:09", "labels_sha256": {"10": "d72ff358f2bf1e68fb762d7fba5b71bf4d11dc45215a198a5c4c5194fda550c9", "15": "e4f0ed7efc097ffad796e8b1e011c7d5c260cfef3fbe4889190c9a12a22eb6f5", "20": "b8d0026caa3c8dfa170f9f299a1fa7ee00cd39d8d9e527746d40e6faee5c5d54", "5": "e41b7aecdb964a78dd6202f6647d91a9f6810c8e2066f82d2c4d8e5e32d0ebd9"}, "last_sprint_entry": "2019-02-04 16:44:24", "positive_counts": {"10": 100, "15": 84, "20": 77, "5": 125}, "row_ids_sha256": "6a15b9a09abfa1d7943452b9de7b48f1aa7389033984fb1ab0f4adb768e9e1e6", "rows": 1189, "source_counts": {"MariaDB": 1189}}, "validation": {"first_sprint_entry": "2019-02-05 07:53:45", "labels_sha256": {"10": "47c3415e4020cd171a3a3371af8c6c89753fc9df34cd2d66cd9c1e6d393a71ad", "15": "cbf41b692f44720ee0f1017c4709e34ea0ffb7cdfdc484f0c717028ceb58f3b6", "20": "f244dd8ef880f63fd1967be8084da46749b484aa40edde8c068eadd53f8841b7", "5": "8b9eba50812f9eb22e0db74c833e2080823a65fee9c36ba39821e1cb25583ae1"}, "last_sprint_entry": "2021-03-05 12:46:10", "positive_counts": {"10": 18, "15": 16, "20": 12, "5": 26}, "row_ids_sha256": "07c50b9e91fbdc52013a00aaa728136366303a2c1867b2aee250f56c6f52cee3", "rows": 396, "source_counts": {"MariaDB": 396}}}, "Qt": {"test": {"first_sprint_entry": "2022-08-24 15:41:42", "labels_sha256": {"10": "4e03f3dc1d44d4cf34784cf8fc6674d586e7807740843379139e7bbb410d5b44", "15": "c1fe2d3b66588159fd896d809743a39dc281795e1b2d05f3efa7a257bbaa1615", "20": "d75b2873386a37027779dca1c32d542d348c2c0d3428b010f4c5f33b2df5bd4b", "5": "c145429e724263786558baab4b9e7b4e16860eff5edbeb9f2864f859359c0dc0"}, "last_sprint_entry": "2023-04-27 18:22:56", "positive_counts": {"10": 60, "15": 43, "20": 34, "5": 118}, "row_ids_sha256": "348b2c748a858112d8e6ea3e97459a85df3f9159a1da7df1b2f651efcbf23399", "rows": 1223, "source_counts": {"Qt": 1223}}, "train": {"first_sprint_entry": "2016-11-17 12:16:04", "labels_sha256": {"10": "46f9ae77979394fd451b90309d64af33a21c0f3c76e3de7e24a0a5eae1116292", "15": "f4b7af42617a2addea043fe0219e35c4a338817aa073dc423d14ba5f1e3ba342", "20": "88457d102e22384997a15cb42ba17710983f3489ef3931252710e3367bb3a53f", "5": "17623f3a762e16ea180593f3d636fc85c21ba2d3a331dd48c75bc4d12f080d11"}, "last_sprint_entry": "2021-11-22 08:44:53", "positive_counts": {"10": 291, "15": 233, "20": 198, "5": 389}, "row_ids_sha256": "31a2e8a9b43077e1a1c3f3e9781ccb6fb4f5dc2aae34d048d8f7b611af373829", "rows": 3666, "source_counts": {"Qt": 3666}}, "validation": {"first_sprint_entry": "2021-11-22 08:49:29", "labels_sha256": {"10": "c54ce936b46a2f745c29f82f61ae8e5bf8be1204b62753f32dcef2a7a2235e2c", "15": "f763a8e1345bd9c1623a278cb8591f86005e8c0ccfdf9107e191aace9e5e27e3", "20": "789e06b22a2bb240c469037a4420a12827635b947e631f67c00251002d1fcc3f", "5": "99aa34a1c2e744d01c17d45e2bc4f34f18d7fa6a9e3bf312e4c51d5c40b69b2b"}, "last_sprint_entry": "2022-08-24 15:40:41", "positive_counts": {"10": 69, "15": 58, "20": 48, "5": 84}, "row_ids_sha256": "b642f38b0b53f23ae37afe02490b6d9d332957d2a68e8b852ebdc2ebd09b3181", "rows": 1222, "source_counts": {"Qt": 1222}}}}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Study: hf-20261008-modernbert-qwen. Report received October 19, 2026. Report SHA256: 7698fe31e652cc8d24fb2cc8ff8a443c2c1ec04ac3786cd9bf3dc0e6f4ec006a. Study SHA256: 111d8a78875a8263475514691b581904a9164855d91603ac7dc4e32f838a5095. Source: data/hf-20261008-report.json; counts from the frozen reference_contract.json. Reported metrics are not independently recomputed from raw predictions. Matched classical comparator selected by validation AUC-PRC in historical PR #357. Labels: &gt;= K changed words AND at least one summary/description/acceptance change. Test metrics are unweighted. Scores are retrospective; public-Jira pretraining contamination is possible. Paired issue bootstrap does not model temporal dependence.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"answerdotai/ModernBERT-base",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"Wqkv",</a:t>
            </a:r>
          </a:p>
          <a:p>
            <a:r>
              <a:t>          "Wo"</a:t>
            </a:r>
          </a:p>
          <a:p>
            <a:r>
              <a:t>        ],</a:t>
            </a:r>
          </a:p>
          <a:p>
            <a:r>
              <a:t>        "parameters_billions": 0.149,</a:t>
            </a:r>
          </a:p>
          <a:p>
            <a:r>
              <a:t>        "pooling": "mean",</a:t>
            </a:r>
          </a:p>
          <a:p>
            <a:r>
              <a:t>        "profile_vram_gib": [</a:t>
            </a:r>
          </a:p>
          <a:p>
            <a:r>
              <a:t>          16,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"8949b909ec900327062f0ebf497f51aef5e6f0c8"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"finetune/Apache/modernbert/5/8bd6563dc53d12f9/checkpoint"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0.8768729641693811,</a:t>
            </a:r>
          </a:p>
          <a:p>
            <a:r>
              <a:t>      "auc_prc": 0.19186403840642263,</a:t>
            </a:r>
          </a:p>
          <a:p>
            <a:r>
              <a:t>      "average_precision": 0.19445281964389127,</a:t>
            </a:r>
          </a:p>
          <a:p>
            <a:r>
              <a:t>      "balanced_accuracy": 0.5026315789473684,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1345,</a:t>
            </a:r>
          </a:p>
          <a:p>
            <a:r>
              <a:t>          0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189,</a:t>
            </a:r>
          </a:p>
          <a:p>
            <a:r>
              <a:t>          1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0.010471204188481674,</a:t>
            </a:r>
          </a:p>
          <a:p>
            <a:r>
              <a:t>      "positive_count": 190,</a:t>
            </a:r>
          </a:p>
          <a:p>
            <a:r>
              <a:t>      "positive_rate": 0.1237785016286645,</a:t>
            </a:r>
          </a:p>
          <a:p>
            <a:r>
              <a:t>      "precision": 1.0,</a:t>
            </a:r>
          </a:p>
          <a:p>
            <a:r>
              <a:t>      "recall": 0.005263157894736842,</a:t>
            </a:r>
          </a:p>
          <a:p>
            <a:r>
              <a:t>      "roc_auc": 0.6139894345529251,</a:t>
            </a:r>
          </a:p>
          <a:p>
            <a:r>
              <a:t>      "row_count": 1535,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"XGboost",</a:t>
            </a:r>
          </a:p>
          <a:p>
            <a:r>
              <a:t>      "variant": "baseline"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"1c3cd31011857e840541731d60873b89ed53b9aba73c783c76f34e8c5f5da47d",</a:t>
            </a:r>
          </a:p>
          <a:p>
            <a:r>
              <a:t>      "adapter/README.md": "4cd979bb30fd950c6e3c906d5a27a661b14a46e59c04abef57f2b1801c360fdf",</a:t>
            </a:r>
          </a:p>
          <a:p>
            <a:r>
              <a:t>      "adapter/adapter_config.json": "764c9c4d82140b677acd3983a491e6946ea766596b70339c1fa60e2ae6b8c71a",</a:t>
            </a:r>
          </a:p>
          <a:p>
            <a:r>
              <a:t>      "adapter/adapter_model.safetensors": "d52d5bf5509fc872457088994b079cef9ba870c1d3e8c9d72200150220c76085",</a:t>
            </a:r>
          </a:p>
          <a:p>
            <a:r>
              <a:t>      "head.safetensors": "e58eea27b35687fa2a8bf9b0311cf6a6d0a65335509aac63d0ed3297e568059b",</a:t>
            </a:r>
          </a:p>
          <a:p>
            <a:r>
              <a:t>      "inference.json": "3dc8267e42f489d208a3706d3c4cac939667fdaab4eeebcb1bf0d578df9a15c6"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0.1237785016286645,</a:t>
            </a:r>
          </a:p>
          <a:p>
            <a:r>
              <a:t>      "auc_prc": 0.5618892508143323,</a:t>
            </a:r>
          </a:p>
          <a:p>
            <a:r>
              <a:t>      "average_precision": 0.1237785016286645,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1345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190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0.22028985507246376,</a:t>
            </a:r>
          </a:p>
          <a:p>
            <a:r>
              <a:t>      "positive_count": 190,</a:t>
            </a:r>
          </a:p>
          <a:p>
            <a:r>
              <a:t>      "positive_rate": 0.1237785016286645,</a:t>
            </a:r>
          </a:p>
          <a:p>
            <a:r>
              <a:t>      "precision": 0.1237785016286645,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1535,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false,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5,</a:t>
            </a:r>
          </a:p>
          <a:p>
            <a:r>
              <a:t>    "model": "modernbert",</a:t>
            </a:r>
          </a:p>
          <a:p>
            <a:r>
              <a:t>    "project": "Apache",</a:t>
            </a:r>
          </a:p>
          <a:p>
            <a:r>
              <a:t>    "selection_sha256": "357e4bdbc82fe15fc0707b22227290fec1e644cd9aec36c221b9c464af1712d7",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0.5433224755700325,</a:t>
            </a:r>
          </a:p>
          <a:p>
            <a:r>
              <a:t>      "auc_prc": 0.1337142842220375,</a:t>
            </a:r>
          </a:p>
          <a:p>
            <a:r>
              <a:t>      "average_precision": 0.1353003267106328,</a:t>
            </a:r>
          </a:p>
          <a:p>
            <a:r>
              <a:t>      "balanced_accuracy": 0.5337605165329681,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735,</a:t>
            </a:r>
          </a:p>
          <a:p>
            <a:r>
              <a:t>          610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91,</a:t>
            </a:r>
          </a:p>
          <a:p>
            <a:r>
              <a:t>          99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0.22024471635150167,</a:t>
            </a:r>
          </a:p>
          <a:p>
            <a:r>
              <a:t>      "positive_count": 190,</a:t>
            </a:r>
          </a:p>
          <a:p>
            <a:r>
              <a:t>      "positive_rate": 0.1237785016286645,</a:t>
            </a:r>
          </a:p>
          <a:p>
            <a:r>
              <a:t>      "precision": 0.13963328631875882,</a:t>
            </a:r>
          </a:p>
          <a:p>
            <a:r>
              <a:t>      "recall": 0.5210526315789473,</a:t>
            </a:r>
          </a:p>
          <a:p>
            <a:r>
              <a:t>      "roc_auc": 0.5313989434552925,</a:t>
            </a:r>
          </a:p>
          <a:p>
            <a:r>
              <a:t>      "row_count": 1535,</a:t>
            </a:r>
          </a:p>
          <a:p>
            <a:r>
              <a:t>      "threshold": 0.06</a:t>
            </a:r>
          </a:p>
          <a:p>
            <a:r>
              <a:t>    },</a:t>
            </a:r>
          </a:p>
          <a:p>
            <a:r>
              <a:t>    "test_predictions_sha256": "08bb3a528308f9d9bda0cce112cdad5dd3d359f617564906b40060a09a5b1b17",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-0.10124239513308582,</a:t>
            </a:r>
          </a:p>
          <a:p>
            <a:r>
              <a:t>          -0.02410222052153001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-0.10381096897105711,</a:t>
            </a:r>
          </a:p>
          <a:p>
            <a:r>
              <a:t>          -0.025045384932903363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-0.1235787117567873,</a:t>
            </a:r>
          </a:p>
          <a:p>
            <a:r>
              <a:t>          -0.03826802346856459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0.11013314646059345,</a:t>
            </a:r>
          </a:p>
          <a:p>
            <a:r>
              <a:t>          0.16479921041693663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0.11221221544357568,</a:t>
            </a:r>
          </a:p>
          <a:p>
            <a:r>
              <a:t>          0.167967967487942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0.49008521309257186,</a:t>
            </a:r>
          </a:p>
          <a:p>
            <a:r>
              <a:t>          0.5739226603312293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"answerdotai/ModernBERT-base",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"Wqkv",</a:t>
            </a:r>
          </a:p>
          <a:p>
            <a:r>
              <a:t>          "Wo"</a:t>
            </a:r>
          </a:p>
          <a:p>
            <a:r>
              <a:t>        ],</a:t>
            </a:r>
          </a:p>
          <a:p>
            <a:r>
              <a:t>        "parameters_billions": 0.149,</a:t>
            </a:r>
          </a:p>
          <a:p>
            <a:r>
              <a:t>        "pooling": "mean",</a:t>
            </a:r>
          </a:p>
          <a:p>
            <a:r>
              <a:t>        "profile_vram_gib": [</a:t>
            </a:r>
          </a:p>
          <a:p>
            <a:r>
              <a:t>          16,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"8949b909ec900327062f0ebf497f51aef5e6f0c8"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"frozen/Apache/modernbert/10/e3658a360fe21738/checkpoint"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0.6892508143322476,</a:t>
            </a:r>
          </a:p>
          <a:p>
            <a:r>
              <a:t>      "auc_prc": 0.11673850866307559,</a:t>
            </a:r>
          </a:p>
          <a:p>
            <a:r>
              <a:t>      "average_precision": 0.1201999676966554,</a:t>
            </a:r>
          </a:p>
          <a:p>
            <a:r>
              <a:t>      "balanced_accuracy": 0.6102741528414052,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997,</a:t>
            </a:r>
          </a:p>
          <a:p>
            <a:r>
              <a:t>          420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57,</a:t>
            </a:r>
          </a:p>
          <a:p>
            <a:r>
              <a:t>          61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0.20367278797996663,</a:t>
            </a:r>
          </a:p>
          <a:p>
            <a:r>
              <a:t>      "positive_count": 118,</a:t>
            </a:r>
          </a:p>
          <a:p>
            <a:r>
              <a:t>      "positive_rate": 0.07687296416938111,</a:t>
            </a:r>
          </a:p>
          <a:p>
            <a:r>
              <a:t>      "precision": 0.12681912681912683,</a:t>
            </a:r>
          </a:p>
          <a:p>
            <a:r>
              <a:t>      "recall": 0.5169491525423728,</a:t>
            </a:r>
          </a:p>
          <a:p>
            <a:r>
              <a:t>      "roc_auc": 0.6539358635455665,</a:t>
            </a:r>
          </a:p>
          <a:p>
            <a:r>
              <a:t>      "row_count": 1535,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"XGboost",</a:t>
            </a:r>
          </a:p>
          <a:p>
            <a:r>
              <a:t>      "variant": "refactored"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"b5aa0f84a349e770a679bc01d9533faf2ccb47e91a3559a3aa92bd4d29781e45",</a:t>
            </a:r>
          </a:p>
          <a:p>
            <a:r>
              <a:t>      "head.safetensors": "7605730394df965b5ec0fc18b2dfa2bc2a91d560481300e5424b4a09556b1f4c",</a:t>
            </a:r>
          </a:p>
          <a:p>
            <a:r>
              <a:t>      "inference.json": "a1228960b8197c6600579ea83adfe068c50974df85062058224af1147cda9d74"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0.07687296416938111,</a:t>
            </a:r>
          </a:p>
          <a:p>
            <a:r>
              <a:t>      "auc_prc": 0.5384364820846905,</a:t>
            </a:r>
          </a:p>
          <a:p>
            <a:r>
              <a:t>      "average_precision": 0.07687296416938111,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1417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118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0.1427707199032063,</a:t>
            </a:r>
          </a:p>
          <a:p>
            <a:r>
              <a:t>      "positive_count": 118,</a:t>
            </a:r>
          </a:p>
          <a:p>
            <a:r>
              <a:t>      "positive_rate": 0.07687296416938111,</a:t>
            </a:r>
          </a:p>
          <a:p>
            <a:r>
              <a:t>      "precision": 0.07687296416938111,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1535,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false,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10,</a:t>
            </a:r>
          </a:p>
          <a:p>
            <a:r>
              <a:t>    "model": "modernbert",</a:t>
            </a:r>
          </a:p>
          <a:p>
            <a:r>
              <a:t>    "project": "Apache",</a:t>
            </a:r>
          </a:p>
          <a:p>
            <a:r>
              <a:t>    "selection_sha256": "7bb48f656282cb08961294dedd94ba55c12807e2b9cc8bddf388ff077ea69001",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0.9029315960912052,</a:t>
            </a:r>
          </a:p>
          <a:p>
            <a:r>
              <a:t>      "auc_prc": 0.09410919991815059,</a:t>
            </a:r>
          </a:p>
          <a:p>
            <a:r>
              <a:t>      "average_precision": 0.09570694286412822,</a:t>
            </a:r>
          </a:p>
          <a:p>
            <a:r>
              <a:t>      "balanced_accuracy": 0.49294582730284797,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1385,</a:t>
            </a:r>
          </a:p>
          <a:p>
            <a:r>
              <a:t>          32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117,</a:t>
            </a:r>
          </a:p>
          <a:p>
            <a:r>
              <a:t>          1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0.013245033112582781,</a:t>
            </a:r>
          </a:p>
          <a:p>
            <a:r>
              <a:t>      "positive_count": 118,</a:t>
            </a:r>
          </a:p>
          <a:p>
            <a:r>
              <a:t>      "positive_rate": 0.07687296416938111,</a:t>
            </a:r>
          </a:p>
          <a:p>
            <a:r>
              <a:t>      "precision": 0.030303030303030304,</a:t>
            </a:r>
          </a:p>
          <a:p>
            <a:r>
              <a:t>      "recall": 0.00847457627118644,</a:t>
            </a:r>
          </a:p>
          <a:p>
            <a:r>
              <a:t>      "roc_auc": 0.5969223592454816,</a:t>
            </a:r>
          </a:p>
          <a:p>
            <a:r>
              <a:t>      "row_count": 1535,</a:t>
            </a:r>
          </a:p>
          <a:p>
            <a:r>
              <a:t>      "threshold": 0.09999999999999999</a:t>
            </a:r>
          </a:p>
          <a:p>
            <a:r>
              <a:t>    },</a:t>
            </a:r>
          </a:p>
          <a:p>
            <a:r>
              <a:t>    "test_predictions_sha256": "b8d3668f587ebb5e7fd072b24bc98eb5d729704a92ca30f3b59128a7153bd0fd",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-0.047798703208413514,</a:t>
            </a:r>
          </a:p>
          <a:p>
            <a:r>
              <a:t>          -0.008662628685802726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-0.05030022441623085,</a:t>
            </a:r>
          </a:p>
          <a:p>
            <a:r>
              <a:t>          -0.008776629773136844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-0.08342201881046318,</a:t>
            </a:r>
          </a:p>
          <a:p>
            <a:r>
              <a:t>          -0.03041066066985182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0.07326587848158633,</a:t>
            </a:r>
          </a:p>
          <a:p>
            <a:r>
              <a:t>          0.11899523754176314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0.07570468080239556,</a:t>
            </a:r>
          </a:p>
          <a:p>
            <a:r>
              <a:t>          0.12282008506196963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0.5466045937670281,</a:t>
            </a:r>
          </a:p>
          <a:p>
            <a:r>
              <a:t>          0.6468684711920804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"answerdotai/ModernBERT-base",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"Wqkv",</a:t>
            </a:r>
          </a:p>
          <a:p>
            <a:r>
              <a:t>          "Wo"</a:t>
            </a:r>
          </a:p>
          <a:p>
            <a:r>
              <a:t>        ],</a:t>
            </a:r>
          </a:p>
          <a:p>
            <a:r>
              <a:t>        "parameters_billions": 0.149,</a:t>
            </a:r>
          </a:p>
          <a:p>
            <a:r>
              <a:t>        "pooling": "mean",</a:t>
            </a:r>
          </a:p>
          <a:p>
            <a:r>
              <a:t>        "profile_vram_gib": [</a:t>
            </a:r>
          </a:p>
          <a:p>
            <a:r>
              <a:t>          16,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"8949b909ec900327062f0ebf497f51aef5e6f0c8"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"frozen/Apache/modernbert/15/e3658a360fe21738/checkpoint"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0.641042345276873,</a:t>
            </a:r>
          </a:p>
          <a:p>
            <a:r>
              <a:t>      "auc_prc": 0.0964500311122774,</a:t>
            </a:r>
          </a:p>
          <a:p>
            <a:r>
              <a:t>      "average_precision": 0.09971765671814088,</a:t>
            </a:r>
          </a:p>
          <a:p>
            <a:r>
              <a:t>      "balanced_accuracy": 0.6764566033250123,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926,</a:t>
            </a:r>
          </a:p>
          <a:p>
            <a:r>
              <a:t>          528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23,</a:t>
            </a:r>
          </a:p>
          <a:p>
            <a:r>
              <a:t>          58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0.17391304347826086,</a:t>
            </a:r>
          </a:p>
          <a:p>
            <a:r>
              <a:t>      "positive_count": 81,</a:t>
            </a:r>
          </a:p>
          <a:p>
            <a:r>
              <a:t>      "positive_rate": 0.05276872964169381,</a:t>
            </a:r>
          </a:p>
          <a:p>
            <a:r>
              <a:t>      "precision": 0.09897610921501707,</a:t>
            </a:r>
          </a:p>
          <a:p>
            <a:r>
              <a:t>      "recall": 0.7160493827160493,</a:t>
            </a:r>
          </a:p>
          <a:p>
            <a:r>
              <a:t>      "roc_auc": 0.7046164688301323,</a:t>
            </a:r>
          </a:p>
          <a:p>
            <a:r>
              <a:t>      "row_count": 1535,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"XGboost",</a:t>
            </a:r>
          </a:p>
          <a:p>
            <a:r>
              <a:t>      "variant": "refactored"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"5def13a06d09a59271b2b69e38b95992296cc0723fdf2bc636c2d91246ec5783",</a:t>
            </a:r>
          </a:p>
          <a:p>
            <a:r>
              <a:t>      "head.safetensors": "5129d533acf226609ee3bab424d2a6aa4fa551d4fa20ec2cf5a0d2b4697062c0",</a:t>
            </a:r>
          </a:p>
          <a:p>
            <a:r>
              <a:t>      "inference.json": "21213fc877d2b57e7df382617e360bf66ea4b229ee9ce57fed5afea18bd17aba"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0.05276872964169381,</a:t>
            </a:r>
          </a:p>
          <a:p>
            <a:r>
              <a:t>      "auc_prc": 0.5263843648208469,</a:t>
            </a:r>
          </a:p>
          <a:p>
            <a:r>
              <a:t>      "average_precision": 0.05276872964169381,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1454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81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0.10024752475247524,</a:t>
            </a:r>
          </a:p>
          <a:p>
            <a:r>
              <a:t>      "positive_count": 81,</a:t>
            </a:r>
          </a:p>
          <a:p>
            <a:r>
              <a:t>      "positive_rate": 0.05276872964169381,</a:t>
            </a:r>
          </a:p>
          <a:p>
            <a:r>
              <a:t>      "precision": 0.05276872964169381,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1535,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false,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15,</a:t>
            </a:r>
          </a:p>
          <a:p>
            <a:r>
              <a:t>    "model": "modernbert",</a:t>
            </a:r>
          </a:p>
          <a:p>
            <a:r>
              <a:t>    "project": "Apache",</a:t>
            </a:r>
          </a:p>
          <a:p>
            <a:r>
              <a:t>    "selection_sha256": "26b3e640db21a1141583e6a050653149c2df80092aa57d01e0dc071a64d9e2ee",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0.9433224755700326,</a:t>
            </a:r>
          </a:p>
          <a:p>
            <a:r>
              <a:t>      "auc_prc": 0.08211185457783239,</a:t>
            </a:r>
          </a:p>
          <a:p>
            <a:r>
              <a:t>      "average_precision": 0.08426775786553185,</a:t>
            </a:r>
          </a:p>
          <a:p>
            <a:r>
              <a:t>      "balanced_accuracy": 0.49793672627235214,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1448,</a:t>
            </a:r>
          </a:p>
          <a:p>
            <a:r>
              <a:t>          6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81,</a:t>
            </a:r>
          </a:p>
          <a:p>
            <a:r>
              <a:t>          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0.0,</a:t>
            </a:r>
          </a:p>
          <a:p>
            <a:r>
              <a:t>      "positive_count": 81,</a:t>
            </a:r>
          </a:p>
          <a:p>
            <a:r>
              <a:t>      "positive_rate": 0.05276872964169381,</a:t>
            </a:r>
          </a:p>
          <a:p>
            <a:r>
              <a:t>      "precision": 0.0,</a:t>
            </a:r>
          </a:p>
          <a:p>
            <a:r>
              <a:t>      "recall": 0.0,</a:t>
            </a:r>
          </a:p>
          <a:p>
            <a:r>
              <a:t>      "roc_auc": 0.6636778915550121,</a:t>
            </a:r>
          </a:p>
          <a:p>
            <a:r>
              <a:t>      "row_count": 1535,</a:t>
            </a:r>
          </a:p>
          <a:p>
            <a:r>
              <a:t>      "threshold": 0.12</a:t>
            </a:r>
          </a:p>
          <a:p>
            <a:r>
              <a:t>    },</a:t>
            </a:r>
          </a:p>
          <a:p>
            <a:r>
              <a:t>    "test_predictions_sha256": "0270ea68c00c71e98e96895aaf1f2dca44da737dc6b6f36a8d9ef565ed96f6d7",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-0.03473245070862306,</a:t>
            </a:r>
          </a:p>
          <a:p>
            <a:r>
              <a:t>          0.004421798822714705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-0.040469527077514285,</a:t>
            </a:r>
          </a:p>
          <a:p>
            <a:r>
              <a:t>          0.0056250581910618795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-0.07769868190283222,</a:t>
            </a:r>
          </a:p>
          <a:p>
            <a:r>
              <a:t>          -0.0020976218475271423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0.060016770797670226,</a:t>
            </a:r>
          </a:p>
          <a:p>
            <a:r>
              <a:t>          0.10966393536920642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0.06295445559293364,</a:t>
            </a:r>
          </a:p>
          <a:p>
            <a:r>
              <a:t>          0.11554732591250337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0.6081596370793244,</a:t>
            </a:r>
          </a:p>
          <a:p>
            <a:r>
              <a:t>          0.7198558202423461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"answerdotai/ModernBERT-base",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"Wqkv",</a:t>
            </a:r>
          </a:p>
          <a:p>
            <a:r>
              <a:t>          "Wo"</a:t>
            </a:r>
          </a:p>
          <a:p>
            <a:r>
              <a:t>        ],</a:t>
            </a:r>
          </a:p>
          <a:p>
            <a:r>
              <a:t>        "parameters_billions": 0.149,</a:t>
            </a:r>
          </a:p>
          <a:p>
            <a:r>
              <a:t>        "pooling": "mean",</a:t>
            </a:r>
          </a:p>
          <a:p>
            <a:r>
              <a:t>        "profile_vram_gib": [</a:t>
            </a:r>
          </a:p>
          <a:p>
            <a:r>
              <a:t>          16,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"8949b909ec900327062f0ebf497f51aef5e6f0c8"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"frozen/Apache/modernbert/20/e3658a360fe21738/checkpoint"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0.6859934853420195,</a:t>
            </a:r>
          </a:p>
          <a:p>
            <a:r>
              <a:t>      "auc_prc": 0.07660777122663817,</a:t>
            </a:r>
          </a:p>
          <a:p>
            <a:r>
              <a:t>      "average_precision": 0.07979742460932318,</a:t>
            </a:r>
          </a:p>
          <a:p>
            <a:r>
              <a:t>      "balanced_accuracy": 0.6658685866519682,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1015,</a:t>
            </a:r>
          </a:p>
          <a:p>
            <a:r>
              <a:t>          461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21,</a:t>
            </a:r>
          </a:p>
          <a:p>
            <a:r>
              <a:t>          38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0.13620071684587814,</a:t>
            </a:r>
          </a:p>
          <a:p>
            <a:r>
              <a:t>      "positive_count": 59,</a:t>
            </a:r>
          </a:p>
          <a:p>
            <a:r>
              <a:t>      "positive_rate": 0.038436482084690554,</a:t>
            </a:r>
          </a:p>
          <a:p>
            <a:r>
              <a:t>      "precision": 0.07615230460921844,</a:t>
            </a:r>
          </a:p>
          <a:p>
            <a:r>
              <a:t>      "recall": 0.6440677966101694,</a:t>
            </a:r>
          </a:p>
          <a:p>
            <a:r>
              <a:t>      "roc_auc": 0.7377761701345827,</a:t>
            </a:r>
          </a:p>
          <a:p>
            <a:r>
              <a:t>      "row_count": 1535,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"XGboost",</a:t>
            </a:r>
          </a:p>
          <a:p>
            <a:r>
              <a:t>      "variant": "refactored"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"1e5688478c19eee6bd69dd6b1e0e8150d4a0a42c9d59ec5835ad5cf69d725c2e",</a:t>
            </a:r>
          </a:p>
          <a:p>
            <a:r>
              <a:t>      "head.safetensors": "c5fd5afcbb05a6cee9558d0408f871dc0992ec861dd01e79d6e32ed697d8eb31",</a:t>
            </a:r>
          </a:p>
          <a:p>
            <a:r>
              <a:t>      "inference.json": "d7584bf6fc59fe8970ace3ed775e96abefc757c1b5e953f6e52b375783a1077d"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0.038436482084690554,</a:t>
            </a:r>
          </a:p>
          <a:p>
            <a:r>
              <a:t>      "auc_prc": 0.5192182410423453,</a:t>
            </a:r>
          </a:p>
          <a:p>
            <a:r>
              <a:t>      "average_precision": 0.038436482084690554,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1476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59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0.0740276035131744,</a:t>
            </a:r>
          </a:p>
          <a:p>
            <a:r>
              <a:t>      "positive_count": 59,</a:t>
            </a:r>
          </a:p>
          <a:p>
            <a:r>
              <a:t>      "positive_rate": 0.038436482084690554,</a:t>
            </a:r>
          </a:p>
          <a:p>
            <a:r>
              <a:t>      "precision": 0.038436482084690554,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1535,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false,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20,</a:t>
            </a:r>
          </a:p>
          <a:p>
            <a:r>
              <a:t>    "model": "modernbert",</a:t>
            </a:r>
          </a:p>
          <a:p>
            <a:r>
              <a:t>    "project": "Apache",</a:t>
            </a:r>
          </a:p>
          <a:p>
            <a:r>
              <a:t>    "selection_sha256": "624b009374ee52acd70c2485260432c3c10a085bf3e730b77db931a20a61791f",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0.9596091205211726,</a:t>
            </a:r>
          </a:p>
          <a:p>
            <a:r>
              <a:t>      "auc_prc": 0.057819063834194794,</a:t>
            </a:r>
          </a:p>
          <a:p>
            <a:r>
              <a:t>      "average_precision": 0.05994170814833726,</a:t>
            </a:r>
          </a:p>
          <a:p>
            <a:r>
              <a:t>      "balanced_accuracy": 0.49898373983739835,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1473,</a:t>
            </a:r>
          </a:p>
          <a:p>
            <a:r>
              <a:t>          3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59,</a:t>
            </a:r>
          </a:p>
          <a:p>
            <a:r>
              <a:t>          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0.0,</a:t>
            </a:r>
          </a:p>
          <a:p>
            <a:r>
              <a:t>      "positive_count": 59,</a:t>
            </a:r>
          </a:p>
          <a:p>
            <a:r>
              <a:t>      "positive_rate": 0.038436482084690554,</a:t>
            </a:r>
          </a:p>
          <a:p>
            <a:r>
              <a:t>      "precision": 0.0,</a:t>
            </a:r>
          </a:p>
          <a:p>
            <a:r>
              <a:t>      "recall": 0.0,</a:t>
            </a:r>
          </a:p>
          <a:p>
            <a:r>
              <a:t>      "roc_auc": 0.6668159478204951,</a:t>
            </a:r>
          </a:p>
          <a:p>
            <a:r>
              <a:t>      "row_count": 1535,</a:t>
            </a:r>
          </a:p>
          <a:p>
            <a:r>
              <a:t>      "threshold": 0.10999999999999999</a:t>
            </a:r>
          </a:p>
          <a:p>
            <a:r>
              <a:t>    },</a:t>
            </a:r>
          </a:p>
          <a:p>
            <a:r>
              <a:t>    "test_predictions_sha256": "a46b82c250b262780ff252e9423b30e24908b5470102819652b17234d2e1e6a8",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-0.040964269424685895,</a:t>
            </a:r>
          </a:p>
          <a:p>
            <a:r>
              <a:t>          -0.00193282874618606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-0.047180166687732186,</a:t>
            </a:r>
          </a:p>
          <a:p>
            <a:r>
              <a:t>          -0.00100443882388862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-0.1174374555604841,</a:t>
            </a:r>
          </a:p>
          <a:p>
            <a:r>
              <a:t>          -0.023381348611462648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0.040676065051556964,</a:t>
            </a:r>
          </a:p>
          <a:p>
            <a:r>
              <a:t>          0.08043688079137473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0.04368093976327245,</a:t>
            </a:r>
          </a:p>
          <a:p>
            <a:r>
              <a:t>          0.08649768085822944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0.6068656672398365,</a:t>
            </a:r>
          </a:p>
          <a:p>
            <a:r>
              <a:t>          0.7216932814935555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Study: hf-20261008-modernbert-qwen. Report received October 19, 2026. Report SHA256: 7698fe31e652cc8d24fb2cc8ff8a443c2c1ec04ac3786cd9bf3dc0e6f4ec006a. Study SHA256: 111d8a78875a8263475514691b581904a9164855d91603ac7dc4e32f838a5095. Source: data/hf-20261008-report.json; counts from the frozen reference_contract.json. Reported metrics are not independently recomputed from raw predictions. Matched classical comparator selected by validation AUC-PRC in historical PR #357. Labels: &gt;= K changed words AND at least one summary/description/acceptance change. Test metrics are unweighted. Scores are retrospective; public-Jira pretraining contamination is possible. Paired issue bootstrap does not model temporal dependence.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"Qwen/Qwen3-Embedding-0.6B",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"q_proj",</a:t>
            </a:r>
          </a:p>
          <a:p>
            <a:r>
              <a:t>          "v_proj"</a:t>
            </a:r>
          </a:p>
          <a:p>
            <a:r>
              <a:t>        ],</a:t>
            </a:r>
          </a:p>
          <a:p>
            <a:r>
              <a:t>        "parameters_billions": 0.6,</a:t>
            </a:r>
          </a:p>
          <a:p>
            <a:r>
              <a:t>        "pooling": "last",</a:t>
            </a:r>
          </a:p>
          <a:p>
            <a:r>
              <a:t>        "profile_vram_gib": [</a:t>
            </a:r>
          </a:p>
          <a:p>
            <a:r>
              <a:t>          12,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"97b0c614be4d77ee51c0cef4e5f07c00f9eb65b3"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"finetune/Hyperledger/qwen_embedding/5/11da968cf4352788/checkpoint"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0.7240663900414938,</a:t>
            </a:r>
          </a:p>
          <a:p>
            <a:r>
              <a:t>      "auc_prc": 0.260598376632622,</a:t>
            </a:r>
          </a:p>
          <a:p>
            <a:r>
              <a:t>      "average_precision": 0.2645629912456322,</a:t>
            </a:r>
          </a:p>
          <a:p>
            <a:r>
              <a:t>      "balanced_accuracy": 0.5532129672358099,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648,</a:t>
            </a:r>
          </a:p>
          <a:p>
            <a:r>
              <a:t>          140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126,</a:t>
            </a:r>
          </a:p>
          <a:p>
            <a:r>
              <a:t>          50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0.273224043715847,</a:t>
            </a:r>
          </a:p>
          <a:p>
            <a:r>
              <a:t>      "positive_count": 176,</a:t>
            </a:r>
          </a:p>
          <a:p>
            <a:r>
              <a:t>      "positive_rate": 0.1825726141078838,</a:t>
            </a:r>
          </a:p>
          <a:p>
            <a:r>
              <a:t>      "precision": 0.2631578947368421,</a:t>
            </a:r>
          </a:p>
          <a:p>
            <a:r>
              <a:t>      "recall": 0.2840909090909091,</a:t>
            </a:r>
          </a:p>
          <a:p>
            <a:r>
              <a:t>      "roc_auc": 0.6588277284263959,</a:t>
            </a:r>
          </a:p>
          <a:p>
            <a:r>
              <a:t>      "row_count": 964,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"RF",</a:t>
            </a:r>
          </a:p>
          <a:p>
            <a:r>
              <a:t>      "variant": "refactored"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"d1710b3eb5b0003d5228add03eef8437edfb4b07e5a7e55ca9ef3bfcd3073aa3",</a:t>
            </a:r>
          </a:p>
          <a:p>
            <a:r>
              <a:t>      "adapter/README.md": "2b259ec9b5799fd1e7da6813a1a008293163ac0d5b6be0eb53454a512e57e06a",</a:t>
            </a:r>
          </a:p>
          <a:p>
            <a:r>
              <a:t>      "adapter/adapter_config.json": "99fa5eb9f7d31210f53d3d34e75da168eb5316200f9fd08f3c0967ecdad46276",</a:t>
            </a:r>
          </a:p>
          <a:p>
            <a:r>
              <a:t>      "adapter/adapter_model.safetensors": "d578af635855bc33cf86b9ffef3ade5243905a23fc054605e73ae53838875d39",</a:t>
            </a:r>
          </a:p>
          <a:p>
            <a:r>
              <a:t>      "head.safetensors": "62f0250f45845dff1b07eb044566030f801950cc8a09f0d9b77b19639b903358",</a:t>
            </a:r>
          </a:p>
          <a:p>
            <a:r>
              <a:t>      "inference.json": "6bc7cf73c71d1e6755489e0464be35219c227ae59e3000c267b004f7b2ffdf66"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0.1825726141078838,</a:t>
            </a:r>
          </a:p>
          <a:p>
            <a:r>
              <a:t>      "auc_prc": 0.5912863070539419,</a:t>
            </a:r>
          </a:p>
          <a:p>
            <a:r>
              <a:t>      "average_precision": 0.1825726141078838,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788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176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0.30877192982456136,</a:t>
            </a:r>
          </a:p>
          <a:p>
            <a:r>
              <a:t>      "positive_count": 176,</a:t>
            </a:r>
          </a:p>
          <a:p>
            <a:r>
              <a:t>      "positive_rate": 0.1825726141078838,</a:t>
            </a:r>
          </a:p>
          <a:p>
            <a:r>
              <a:t>      "precision": 0.1825726141078838,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964,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false,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5,</a:t>
            </a:r>
          </a:p>
          <a:p>
            <a:r>
              <a:t>    "model": "qwen_embedding",</a:t>
            </a:r>
          </a:p>
          <a:p>
            <a:r>
              <a:t>    "project": "Hyperledger",</a:t>
            </a:r>
          </a:p>
          <a:p>
            <a:r>
              <a:t>    "selection_sha256": "66ba60e59785274c1aa7a78069e6257f47083dd2b439d505b0bd7cd179539ab6",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0.6607883817427386,</a:t>
            </a:r>
          </a:p>
          <a:p>
            <a:r>
              <a:t>      "auc_prc": 0.24963297155306446,</a:t>
            </a:r>
          </a:p>
          <a:p>
            <a:r>
              <a:t>      "average_precision": 0.25214436120008654,</a:t>
            </a:r>
          </a:p>
          <a:p>
            <a:r>
              <a:t>      "balanced_accuracy": 0.6160013844023996,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541,</a:t>
            </a:r>
          </a:p>
          <a:p>
            <a:r>
              <a:t>          247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80,</a:t>
            </a:r>
          </a:p>
          <a:p>
            <a:r>
              <a:t>          96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0.3699421965317919,</a:t>
            </a:r>
          </a:p>
          <a:p>
            <a:r>
              <a:t>      "positive_count": 176,</a:t>
            </a:r>
          </a:p>
          <a:p>
            <a:r>
              <a:t>      "positive_rate": 0.1825726141078838,</a:t>
            </a:r>
          </a:p>
          <a:p>
            <a:r>
              <a:t>      "precision": 0.27988338192419826,</a:t>
            </a:r>
          </a:p>
          <a:p>
            <a:r>
              <a:t>      "recall": 0.5454545454545454,</a:t>
            </a:r>
          </a:p>
          <a:p>
            <a:r>
              <a:t>      "roc_auc": 0.6644734944623903,</a:t>
            </a:r>
          </a:p>
          <a:p>
            <a:r>
              <a:t>      "row_count": 964,</a:t>
            </a:r>
          </a:p>
          <a:p>
            <a:r>
              <a:t>      "threshold": 0.08</a:t>
            </a:r>
          </a:p>
          <a:p>
            <a:r>
              <a:t>    },</a:t>
            </a:r>
          </a:p>
          <a:p>
            <a:r>
              <a:t>    "test_predictions_sha256": "596a01cb6a81d28916f654cd2b2ad912ad21050533abc5cfbe7b6ba473084bae",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-0.05621475476997322,</a:t>
            </a:r>
          </a:p>
          <a:p>
            <a:r>
              <a:t>          0.024126723147206625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-0.05991987393414943,</a:t>
            </a:r>
          </a:p>
          <a:p>
            <a:r>
              <a:t>          0.023910054930447042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-0.037398054709317015,</a:t>
            </a:r>
          </a:p>
          <a:p>
            <a:r>
              <a:t>          0.04618943637277467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0.20964616713328127,</a:t>
            </a:r>
          </a:p>
          <a:p>
            <a:r>
              <a:t>          0.29111509667485447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0.21406838296808026,</a:t>
            </a:r>
          </a:p>
          <a:p>
            <a:r>
              <a:t>          0.296729917070817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0.6244539535095549,</a:t>
            </a:r>
          </a:p>
          <a:p>
            <a:r>
              <a:t>          0.70144269693024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"Qwen/Qwen3-Embedding-0.6B",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"q_proj",</a:t>
            </a:r>
          </a:p>
          <a:p>
            <a:r>
              <a:t>          "v_proj"</a:t>
            </a:r>
          </a:p>
          <a:p>
            <a:r>
              <a:t>        ],</a:t>
            </a:r>
          </a:p>
          <a:p>
            <a:r>
              <a:t>        "parameters_billions": 0.6,</a:t>
            </a:r>
          </a:p>
          <a:p>
            <a:r>
              <a:t>        "pooling": "last",</a:t>
            </a:r>
          </a:p>
          <a:p>
            <a:r>
              <a:t>        "profile_vram_gib": [</a:t>
            </a:r>
          </a:p>
          <a:p>
            <a:r>
              <a:t>          12,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"97b0c614be4d77ee51c0cef4e5f07c00f9eb65b3"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"finetune/Hyperledger/qwen_embedding/10/d7f2b3a243beb63f/checkpoint"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0.8423236514522822,</a:t>
            </a:r>
          </a:p>
          <a:p>
            <a:r>
              <a:t>      "auc_prc": 0.22517241274150118,</a:t>
            </a:r>
          </a:p>
          <a:p>
            <a:r>
              <a:t>      "average_precision": 0.2286345797834445,</a:t>
            </a:r>
          </a:p>
          <a:p>
            <a:r>
              <a:t>      "balanced_accuracy": 0.4968301291936534,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811,</a:t>
            </a:r>
          </a:p>
          <a:p>
            <a:r>
              <a:t>          11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141,</a:t>
            </a:r>
          </a:p>
          <a:p>
            <a:r>
              <a:t>          1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0.012987012987012988,</a:t>
            </a:r>
          </a:p>
          <a:p>
            <a:r>
              <a:t>      "positive_count": 142,</a:t>
            </a:r>
          </a:p>
          <a:p>
            <a:r>
              <a:t>      "positive_rate": 0.14730290456431536,</a:t>
            </a:r>
          </a:p>
          <a:p>
            <a:r>
              <a:t>      "precision": 0.08333333333333333,</a:t>
            </a:r>
          </a:p>
          <a:p>
            <a:r>
              <a:t>      "recall": 0.007042253521126761,</a:t>
            </a:r>
          </a:p>
          <a:p>
            <a:r>
              <a:t>      "roc_auc": 0.6736917857510024,</a:t>
            </a:r>
          </a:p>
          <a:p>
            <a:r>
              <a:t>      "row_count": 964,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"RF",</a:t>
            </a:r>
          </a:p>
          <a:p>
            <a:r>
              <a:t>      "variant": "refactored"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"47ef0e514304a210d5d3ea1f0073d7f3b037e41022182bd4760bf4fa3aba6a0c",</a:t>
            </a:r>
          </a:p>
          <a:p>
            <a:r>
              <a:t>      "adapter/README.md": "2b259ec9b5799fd1e7da6813a1a008293163ac0d5b6be0eb53454a512e57e06a",</a:t>
            </a:r>
          </a:p>
          <a:p>
            <a:r>
              <a:t>      "adapter/adapter_config.json": "99fa5eb9f7d31210f53d3d34e75da168eb5316200f9fd08f3c0967ecdad46276",</a:t>
            </a:r>
          </a:p>
          <a:p>
            <a:r>
              <a:t>      "adapter/adapter_model.safetensors": "a9150351105202c54f23c07525fc0ba57b3da675ef3c0fd54d8ee07e2b907b20",</a:t>
            </a:r>
          </a:p>
          <a:p>
            <a:r>
              <a:t>      "head.safetensors": "26a0c8106a5081253bd566eb971c3bc21c5e4bfa52662cbd386161300c374e13",</a:t>
            </a:r>
          </a:p>
          <a:p>
            <a:r>
              <a:t>      "inference.json": "8c045957f272cf051104d50d223e9d94bb3ea7c93965084aa01d5b3856c016fc"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0.14730290456431536,</a:t>
            </a:r>
          </a:p>
          <a:p>
            <a:r>
              <a:t>      "auc_prc": 0.5736514522821576,</a:t>
            </a:r>
          </a:p>
          <a:p>
            <a:r>
              <a:t>      "average_precision": 0.14730290456431536,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822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142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0.2567811934900543,</a:t>
            </a:r>
          </a:p>
          <a:p>
            <a:r>
              <a:t>      "positive_count": 142,</a:t>
            </a:r>
          </a:p>
          <a:p>
            <a:r>
              <a:t>      "positive_rate": 0.14730290456431536,</a:t>
            </a:r>
          </a:p>
          <a:p>
            <a:r>
              <a:t>      "precision": 0.14730290456431536,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964,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false,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10,</a:t>
            </a:r>
          </a:p>
          <a:p>
            <a:r>
              <a:t>    "model": "qwen_embedding",</a:t>
            </a:r>
          </a:p>
          <a:p>
            <a:r>
              <a:t>    "project": "Hyperledger",</a:t>
            </a:r>
          </a:p>
          <a:p>
            <a:r>
              <a:t>    "selection_sha256": "906043e39b0d6a9cdc681209969e1d29c39a78402d5c853e255942ce122f2bf6",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0.14730290456431536,</a:t>
            </a:r>
          </a:p>
          <a:p>
            <a:r>
              <a:t>      "auc_prc": 0.2257047790047242,</a:t>
            </a:r>
          </a:p>
          <a:p>
            <a:r>
              <a:t>      "average_precision": 0.2286303385830062,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822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142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0.2567811934900543,</a:t>
            </a:r>
          </a:p>
          <a:p>
            <a:r>
              <a:t>      "positive_count": 142,</a:t>
            </a:r>
          </a:p>
          <a:p>
            <a:r>
              <a:t>      "positive_rate": 0.14730290456431536,</a:t>
            </a:r>
          </a:p>
          <a:p>
            <a:r>
              <a:t>      "precision": 0.14730290456431536,</a:t>
            </a:r>
          </a:p>
          <a:p>
            <a:r>
              <a:t>      "recall": 1.0,</a:t>
            </a:r>
          </a:p>
          <a:p>
            <a:r>
              <a:t>      "roc_auc": 0.6808282786744799,</a:t>
            </a:r>
          </a:p>
          <a:p>
            <a:r>
              <a:t>      "row_count": 964,</a:t>
            </a:r>
          </a:p>
          <a:p>
            <a:r>
              <a:t>      "threshold": 0.05</a:t>
            </a:r>
          </a:p>
          <a:p>
            <a:r>
              <a:t>    },</a:t>
            </a:r>
          </a:p>
          <a:p>
            <a:r>
              <a:t>    "test_predictions_sha256": "227346f7a75411269ccccf7cc3a0a3aaaa1f9669c1f9c9a32a194b415cf17f06",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-0.03920094157204819,</a:t>
            </a:r>
          </a:p>
          <a:p>
            <a:r>
              <a:t>          0.03683564672925491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-0.0424735848478857,</a:t>
            </a:r>
          </a:p>
          <a:p>
            <a:r>
              <a:t>          0.037776345499121296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-0.03585549993811081,</a:t>
            </a:r>
          </a:p>
          <a:p>
            <a:r>
              <a:t>          0.04935810874944757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0.18474392696807476,</a:t>
            </a:r>
          </a:p>
          <a:p>
            <a:r>
              <a:t>          0.2734960530911399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0.1895904630187923,</a:t>
            </a:r>
          </a:p>
          <a:p>
            <a:r>
              <a:t>          0.280808066691505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0.6359760118672332,</a:t>
            </a:r>
          </a:p>
          <a:p>
            <a:r>
              <a:t>          0.7218107376783415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"Qwen/Qwen3-Embedding-0.6B",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"q_proj",</a:t>
            </a:r>
          </a:p>
          <a:p>
            <a:r>
              <a:t>          "v_proj"</a:t>
            </a:r>
          </a:p>
          <a:p>
            <a:r>
              <a:t>        ],</a:t>
            </a:r>
          </a:p>
          <a:p>
            <a:r>
              <a:t>        "parameters_billions": 0.6,</a:t>
            </a:r>
          </a:p>
          <a:p>
            <a:r>
              <a:t>        "pooling": "last",</a:t>
            </a:r>
          </a:p>
          <a:p>
            <a:r>
              <a:t>        "profile_vram_gib": [</a:t>
            </a:r>
          </a:p>
          <a:p>
            <a:r>
              <a:t>          12,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"97b0c614be4d77ee51c0cef4e5f07c00f9eb65b3"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"finetune/Hyperledger/qwen_embedding/15/d7f2b3a243beb63f/checkpoint"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0.8713692946058091,</a:t>
            </a:r>
          </a:p>
          <a:p>
            <a:r>
              <a:t>      "auc_prc": 0.223368516196756,</a:t>
            </a:r>
          </a:p>
          <a:p>
            <a:r>
              <a:t>      "average_precision": 0.22800782997466426,</a:t>
            </a:r>
          </a:p>
          <a:p>
            <a:r>
              <a:t>      "balanced_accuracy": 0.498812351543943,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840,</a:t>
            </a:r>
          </a:p>
          <a:p>
            <a:r>
              <a:t>          2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122,</a:t>
            </a:r>
          </a:p>
          <a:p>
            <a:r>
              <a:t>          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0.0,</a:t>
            </a:r>
          </a:p>
          <a:p>
            <a:r>
              <a:t>      "positive_count": 122,</a:t>
            </a:r>
          </a:p>
          <a:p>
            <a:r>
              <a:t>      "positive_rate": 0.12655601659751037,</a:t>
            </a:r>
          </a:p>
          <a:p>
            <a:r>
              <a:t>      "precision": 0.0,</a:t>
            </a:r>
          </a:p>
          <a:p>
            <a:r>
              <a:t>      "recall": 0.0,</a:t>
            </a:r>
          </a:p>
          <a:p>
            <a:r>
              <a:t>      "roc_auc": 0.7150909232506523,</a:t>
            </a:r>
          </a:p>
          <a:p>
            <a:r>
              <a:t>      "row_count": 964,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"RF",</a:t>
            </a:r>
          </a:p>
          <a:p>
            <a:r>
              <a:t>      "variant": "refactored"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"5e0b79c47bf59ac19953715f64dc05b2db49d5b2de00939b21d3cbb80fffdc42",</a:t>
            </a:r>
          </a:p>
          <a:p>
            <a:r>
              <a:t>      "adapter/README.md": "2b259ec9b5799fd1e7da6813a1a008293163ac0d5b6be0eb53454a512e57e06a",</a:t>
            </a:r>
          </a:p>
          <a:p>
            <a:r>
              <a:t>      "adapter/adapter_config.json": "99fa5eb9f7d31210f53d3d34e75da168eb5316200f9fd08f3c0967ecdad46276",</a:t>
            </a:r>
          </a:p>
          <a:p>
            <a:r>
              <a:t>      "adapter/adapter_model.safetensors": "ff9a6d5d65d0b3d21efd02d49d004bbc5e5ca94e8668e7adfb7f641a987940b1",</a:t>
            </a:r>
          </a:p>
          <a:p>
            <a:r>
              <a:t>      "head.safetensors": "fd50fa9ae24e6dbd0b5f99e6b333ca699d19e89ee531e31e086c801fafe5d280",</a:t>
            </a:r>
          </a:p>
          <a:p>
            <a:r>
              <a:t>      "inference.json": "d90f57ed18faca3258dbde6db1e00f3a6695fbd7190c6679fcae36000b6c3395"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0.12655601659751037,</a:t>
            </a:r>
          </a:p>
          <a:p>
            <a:r>
              <a:t>      "auc_prc": 0.5632780082987552,</a:t>
            </a:r>
          </a:p>
          <a:p>
            <a:r>
              <a:t>      "average_precision": 0.12655601659751037,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842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122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0.22467771639042355,</a:t>
            </a:r>
          </a:p>
          <a:p>
            <a:r>
              <a:t>      "positive_count": 122,</a:t>
            </a:r>
          </a:p>
          <a:p>
            <a:r>
              <a:t>      "positive_rate": 0.12655601659751037,</a:t>
            </a:r>
          </a:p>
          <a:p>
            <a:r>
              <a:t>      "precision": 0.12655601659751037,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964,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false,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15,</a:t>
            </a:r>
          </a:p>
          <a:p>
            <a:r>
              <a:t>    "model": "qwen_embedding",</a:t>
            </a:r>
          </a:p>
          <a:p>
            <a:r>
              <a:t>    "project": "Hyperledger",</a:t>
            </a:r>
          </a:p>
          <a:p>
            <a:r>
              <a:t>    "selection_sha256": "37947fb116e37302dcd76385dd1682a9f6fc42e776e14dd68f9114bc733adddc",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0.12655601659751037,</a:t>
            </a:r>
          </a:p>
          <a:p>
            <a:r>
              <a:t>      "auc_prc": 0.21834314457634812,</a:t>
            </a:r>
          </a:p>
          <a:p>
            <a:r>
              <a:t>      "average_precision": 0.2216395556569301,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842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122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0.22467771639042355,</a:t>
            </a:r>
          </a:p>
          <a:p>
            <a:r>
              <a:t>      "positive_count": 122,</a:t>
            </a:r>
          </a:p>
          <a:p>
            <a:r>
              <a:t>      "positive_rate": 0.12655601659751037,</a:t>
            </a:r>
          </a:p>
          <a:p>
            <a:r>
              <a:t>      "precision": 0.12655601659751037,</a:t>
            </a:r>
          </a:p>
          <a:p>
            <a:r>
              <a:t>      "recall": 1.0,</a:t>
            </a:r>
          </a:p>
          <a:p>
            <a:r>
              <a:t>      "roc_auc": 0.7188436976753242,</a:t>
            </a:r>
          </a:p>
          <a:p>
            <a:r>
              <a:t>      "row_count": 964,</a:t>
            </a:r>
          </a:p>
          <a:p>
            <a:r>
              <a:t>      "threshold": 0.05</a:t>
            </a:r>
          </a:p>
          <a:p>
            <a:r>
              <a:t>    },</a:t>
            </a:r>
          </a:p>
          <a:p>
            <a:r>
              <a:t>    "test_predictions_sha256": "834b902911ea7b5b7e5cf98aebed4b8f51442c230af0f0279672faf8e333cd61",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-0.04939168696951461,</a:t>
            </a:r>
          </a:p>
          <a:p>
            <a:r>
              <a:t>          0.033912713731047525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-0.0533614121898597,</a:t>
            </a:r>
          </a:p>
          <a:p>
            <a:r>
              <a:t>          0.03529835867309059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-0.03688143775632557,</a:t>
            </a:r>
          </a:p>
          <a:p>
            <a:r>
              <a:t>          0.043820755152793864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0.17422467267295422,</a:t>
            </a:r>
          </a:p>
          <a:p>
            <a:r>
              <a:t>          0.26832840306937705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0.1800998793552552,</a:t>
            </a:r>
          </a:p>
          <a:p>
            <a:r>
              <a:t>          0.2756807982927938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0.6756783294846728,</a:t>
            </a:r>
          </a:p>
          <a:p>
            <a:r>
              <a:t>          0.760968107537071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"answerdotai/ModernBERT-base",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"Wqkv",</a:t>
            </a:r>
          </a:p>
          <a:p>
            <a:r>
              <a:t>          "Wo"</a:t>
            </a:r>
          </a:p>
          <a:p>
            <a:r>
              <a:t>        ],</a:t>
            </a:r>
          </a:p>
          <a:p>
            <a:r>
              <a:t>        "parameters_billions": 0.149,</a:t>
            </a:r>
          </a:p>
          <a:p>
            <a:r>
              <a:t>        "pooling": "mean",</a:t>
            </a:r>
          </a:p>
          <a:p>
            <a:r>
              <a:t>        "profile_vram_gib": [</a:t>
            </a:r>
          </a:p>
          <a:p>
            <a:r>
              <a:t>          16,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"8949b909ec900327062f0ebf497f51aef5e6f0c8"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"finetune/Hyperledger/modernbert/20/d7f2b3a243beb63f/checkpoint"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0.8817427385892116,</a:t>
            </a:r>
          </a:p>
          <a:p>
            <a:r>
              <a:t>      "auc_prc": 0.22041267956815153,</a:t>
            </a:r>
          </a:p>
          <a:p>
            <a:r>
              <a:t>      "average_precision": 0.22372715809319532,</a:t>
            </a:r>
          </a:p>
          <a:p>
            <a:r>
              <a:t>      "balanced_accuracy": 0.5027037223340041,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849,</a:t>
            </a:r>
          </a:p>
          <a:p>
            <a:r>
              <a:t>          3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111,</a:t>
            </a:r>
          </a:p>
          <a:p>
            <a:r>
              <a:t>          1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0.017241379310344824,</a:t>
            </a:r>
          </a:p>
          <a:p>
            <a:r>
              <a:t>      "positive_count": 112,</a:t>
            </a:r>
          </a:p>
          <a:p>
            <a:r>
              <a:t>      "positive_rate": 0.11618257261410789,</a:t>
            </a:r>
          </a:p>
          <a:p>
            <a:r>
              <a:t>      "precision": 0.25,</a:t>
            </a:r>
          </a:p>
          <a:p>
            <a:r>
              <a:t>      "recall": 0.008928571428571428,</a:t>
            </a:r>
          </a:p>
          <a:p>
            <a:r>
              <a:t>      "roc_auc": 0.7296225268276325,</a:t>
            </a:r>
          </a:p>
          <a:p>
            <a:r>
              <a:t>      "row_count": 964,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"RF",</a:t>
            </a:r>
          </a:p>
          <a:p>
            <a:r>
              <a:t>      "variant": "refactored"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"64fbafae75e1742a59c80419554c5bf0c05fb78611a1e504084081d5f3af8a82",</a:t>
            </a:r>
          </a:p>
          <a:p>
            <a:r>
              <a:t>      "adapter/README.md": "4cd979bb30fd950c6e3c906d5a27a661b14a46e59c04abef57f2b1801c360fdf",</a:t>
            </a:r>
          </a:p>
          <a:p>
            <a:r>
              <a:t>      "adapter/adapter_config.json": "d623de9a93e07962b5768326da28d794c253b6ee5619f1d5384a61d568b7d296",</a:t>
            </a:r>
          </a:p>
          <a:p>
            <a:r>
              <a:t>      "adapter/adapter_model.safetensors": "ca7955fe439855cd99325f2025cef2d41f7eba5572a77cf2c8b1aa969c37baeb",</a:t>
            </a:r>
          </a:p>
          <a:p>
            <a:r>
              <a:t>      "head.safetensors": "17dd383169e47563e26f24c53ea9c396bb09d32ca20eab83a7005d4c73d40326",</a:t>
            </a:r>
          </a:p>
          <a:p>
            <a:r>
              <a:t>      "inference.json": "b7b89eebdd91a97cb1a04d5bbff3a79b036cdab53238279d0796b45a8cecab41"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0.11618257261410789,</a:t>
            </a:r>
          </a:p>
          <a:p>
            <a:r>
              <a:t>      "auc_prc": 0.558091286307054,</a:t>
            </a:r>
          </a:p>
          <a:p>
            <a:r>
              <a:t>      "average_precision": 0.11618257261410789,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852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112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0.20817843866171004,</a:t>
            </a:r>
          </a:p>
          <a:p>
            <a:r>
              <a:t>      "positive_count": 112,</a:t>
            </a:r>
          </a:p>
          <a:p>
            <a:r>
              <a:t>      "positive_rate": 0.11618257261410789,</a:t>
            </a:r>
          </a:p>
          <a:p>
            <a:r>
              <a:t>      "precision": 0.11618257261410789,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964,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false,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20,</a:t>
            </a:r>
          </a:p>
          <a:p>
            <a:r>
              <a:t>    "model": "modernbert",</a:t>
            </a:r>
          </a:p>
          <a:p>
            <a:r>
              <a:t>    "project": "Hyperledger",</a:t>
            </a:r>
          </a:p>
          <a:p>
            <a:r>
              <a:t>    "selection_sha256": "28796ecb52091f42d9c5d716e2806cf18e86690dc5006a447b15827e1f1eac9d",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0.11618257261410789,</a:t>
            </a:r>
          </a:p>
          <a:p>
            <a:r>
              <a:t>      "auc_prc": 0.18166439014199798,</a:t>
            </a:r>
          </a:p>
          <a:p>
            <a:r>
              <a:t>      "average_precision": 0.18607202646719873,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852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112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0.20817843866171004,</a:t>
            </a:r>
          </a:p>
          <a:p>
            <a:r>
              <a:t>      "positive_count": 112,</a:t>
            </a:r>
          </a:p>
          <a:p>
            <a:r>
              <a:t>      "positive_rate": 0.11618257261410789,</a:t>
            </a:r>
          </a:p>
          <a:p>
            <a:r>
              <a:t>      "precision": 0.11618257261410789,</a:t>
            </a:r>
          </a:p>
          <a:p>
            <a:r>
              <a:t>      "recall": 1.0,</a:t>
            </a:r>
          </a:p>
          <a:p>
            <a:r>
              <a:t>      "roc_auc": 0.6867559523809523,</a:t>
            </a:r>
          </a:p>
          <a:p>
            <a:r>
              <a:t>      "row_count": 964,</a:t>
            </a:r>
          </a:p>
          <a:p>
            <a:r>
              <a:t>      "threshold": 0.05</a:t>
            </a:r>
          </a:p>
          <a:p>
            <a:r>
              <a:t>    },</a:t>
            </a:r>
          </a:p>
          <a:p>
            <a:r>
              <a:t>    "test_predictions_sha256": "dc793a578e344e88f69cf56b5f4cd1460a85d534dacd1d896f2411174ef38622",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-0.0799811590933763,</a:t>
            </a:r>
          </a:p>
          <a:p>
            <a:r>
              <a:t>          0.001489024447032644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-0.0798274010472102,</a:t>
            </a:r>
          </a:p>
          <a:p>
            <a:r>
              <a:t>          0.006187559277266679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-0.084692714118217,</a:t>
            </a:r>
          </a:p>
          <a:p>
            <a:r>
              <a:t>          0.0008661221314598732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0.14314441426867663,</a:t>
            </a:r>
          </a:p>
          <a:p>
            <a:r>
              <a:t>          0.23276182311537866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0.14963805769342622,</a:t>
            </a:r>
          </a:p>
          <a:p>
            <a:r>
              <a:t>          0.2437588478091327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0.6417100776724592,</a:t>
            </a:r>
          </a:p>
          <a:p>
            <a:r>
              <a:t>          0.7287985478842159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Study: hf-20261008-modernbert-qwen. Report received October 19, 2026. Report SHA256: 7698fe31e652cc8d24fb2cc8ff8a443c2c1ec04ac3786cd9bf3dc0e6f4ec006a. Study SHA256: 111d8a78875a8263475514691b581904a9164855d91603ac7dc4e32f838a5095. Source: data/hf-20261008-report.json; counts from the frozen reference_contract.json. Reported metrics are not independently recomputed from raw predictions. Matched classical comparator selected by validation AUC-PRC in historical PR #357. Labels: &gt;= K changed words AND at least one summary/description/acceptance change. Test metrics are unweighted. Scores are retrospective; public-Jira pretraining contamination is possible. Paired issue bootstrap does not model temporal dependence.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"Qwen/Qwen3-Embedding-0.6B",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"q_proj",</a:t>
            </a:r>
          </a:p>
          <a:p>
            <a:r>
              <a:t>          "v_proj"</a:t>
            </a:r>
          </a:p>
          <a:p>
            <a:r>
              <a:t>        ],</a:t>
            </a:r>
          </a:p>
          <a:p>
            <a:r>
              <a:t>        "parameters_billions": 0.6,</a:t>
            </a:r>
          </a:p>
          <a:p>
            <a:r>
              <a:t>        "pooling": "last",</a:t>
            </a:r>
          </a:p>
          <a:p>
            <a:r>
              <a:t>        "profile_vram_gib": [</a:t>
            </a:r>
          </a:p>
          <a:p>
            <a:r>
              <a:t>          12,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"97b0c614be4d77ee51c0cef4e5f07c00f9eb65b3"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"finetune/IntelDAOS/qwen_embedding/5/d7f2b3a243beb63f/checkpoint"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0.7904191616766467,</a:t>
            </a:r>
          </a:p>
          <a:p>
            <a:r>
              <a:t>      "auc_prc": 0.15016806535005314,</a:t>
            </a:r>
          </a:p>
          <a:p>
            <a:r>
              <a:t>      "average_precision": 0.16588169254737842,</a:t>
            </a:r>
          </a:p>
          <a:p>
            <a:r>
              <a:t>      "balanced_accuracy": 0.5907491721854304,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253,</a:t>
            </a:r>
          </a:p>
          <a:p>
            <a:r>
              <a:t>          49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21,</a:t>
            </a:r>
          </a:p>
          <a:p>
            <a:r>
              <a:t>          11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0.23913043478260868,</a:t>
            </a:r>
          </a:p>
          <a:p>
            <a:r>
              <a:t>      "positive_count": 32,</a:t>
            </a:r>
          </a:p>
          <a:p>
            <a:r>
              <a:t>      "positive_rate": 0.09580838323353294,</a:t>
            </a:r>
          </a:p>
          <a:p>
            <a:r>
              <a:t>      "precision": 0.18333333333333332,</a:t>
            </a:r>
          </a:p>
          <a:p>
            <a:r>
              <a:t>      "recall": 0.34375,</a:t>
            </a:r>
          </a:p>
          <a:p>
            <a:r>
              <a:t>      "roc_auc": 0.6580091059602649,</a:t>
            </a:r>
          </a:p>
          <a:p>
            <a:r>
              <a:t>      "row_count": 334,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"XGboost",</a:t>
            </a:r>
          </a:p>
          <a:p>
            <a:r>
              <a:t>      "variant": "baseline"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"4155de39efcf634f52c82769413adbc2451615be1db2d2060c5a7b0ed7a0a339",</a:t>
            </a:r>
          </a:p>
          <a:p>
            <a:r>
              <a:t>      "adapter/README.md": "2b259ec9b5799fd1e7da6813a1a008293163ac0d5b6be0eb53454a512e57e06a",</a:t>
            </a:r>
          </a:p>
          <a:p>
            <a:r>
              <a:t>      "adapter/adapter_config.json": "f9c37606194b9d62e9151d9f50c2f6fac77daaf8d9ea61bae29743d490553856",</a:t>
            </a:r>
          </a:p>
          <a:p>
            <a:r>
              <a:t>      "adapter/adapter_model.safetensors": "6a269a8f03b7d5d187cedff1c2cefef03012625ba4dfef7c50474318367555b3",</a:t>
            </a:r>
          </a:p>
          <a:p>
            <a:r>
              <a:t>      "head.safetensors": "9af65fc6cd22f0ed694af682f28c62b8770a8fae450036d7a7d396acca97a2eb",</a:t>
            </a:r>
          </a:p>
          <a:p>
            <a:r>
              <a:t>      "inference.json": "ce052232b59ef7898a3d8035906d0175cb136667c9e3ddede27ef94e11e36150"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0.09580838323353294,</a:t>
            </a:r>
          </a:p>
          <a:p>
            <a:r>
              <a:t>      "auc_prc": 0.5479041916167665,</a:t>
            </a:r>
          </a:p>
          <a:p>
            <a:r>
              <a:t>      "average_precision": 0.09580838323353294,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302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32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0.17486338797814208,</a:t>
            </a:r>
          </a:p>
          <a:p>
            <a:r>
              <a:t>      "positive_count": 32,</a:t>
            </a:r>
          </a:p>
          <a:p>
            <a:r>
              <a:t>      "positive_rate": 0.09580838323353294,</a:t>
            </a:r>
          </a:p>
          <a:p>
            <a:r>
              <a:t>      "precision": 0.09580838323353294,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334,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true,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5,</a:t>
            </a:r>
          </a:p>
          <a:p>
            <a:r>
              <a:t>    "model": "qwen_embedding",</a:t>
            </a:r>
          </a:p>
          <a:p>
            <a:r>
              <a:t>    "project": "IntelDAOS",</a:t>
            </a:r>
          </a:p>
          <a:p>
            <a:r>
              <a:t>    "selection_sha256": "f0dcc67cf962726a5e7309db3b68018dab0d679150b7d85219d9140e4e69e11d",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0.7934131736526946,</a:t>
            </a:r>
          </a:p>
          <a:p>
            <a:r>
              <a:t>      "auc_prc": 0.27026694300575455,</a:t>
            </a:r>
          </a:p>
          <a:p>
            <a:r>
              <a:t>      "average_precision": 0.2887378003502482,</a:t>
            </a:r>
          </a:p>
          <a:p>
            <a:r>
              <a:t>      "balanced_accuracy": 0.6622516556291391,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249,</a:t>
            </a:r>
          </a:p>
          <a:p>
            <a:r>
              <a:t>          53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16,</a:t>
            </a:r>
          </a:p>
          <a:p>
            <a:r>
              <a:t>          16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0.31683168316831684,</a:t>
            </a:r>
          </a:p>
          <a:p>
            <a:r>
              <a:t>      "positive_count": 32,</a:t>
            </a:r>
          </a:p>
          <a:p>
            <a:r>
              <a:t>      "positive_rate": 0.09580838323353294,</a:t>
            </a:r>
          </a:p>
          <a:p>
            <a:r>
              <a:t>      "precision": 0.2318840579710145,</a:t>
            </a:r>
          </a:p>
          <a:p>
            <a:r>
              <a:t>      "recall": 0.5,</a:t>
            </a:r>
          </a:p>
          <a:p>
            <a:r>
              <a:t>      "roc_auc": 0.7228373344370861,</a:t>
            </a:r>
          </a:p>
          <a:p>
            <a:r>
              <a:t>      "row_count": 334,</a:t>
            </a:r>
          </a:p>
          <a:p>
            <a:r>
              <a:t>      "threshold": 0.27999999999999997</a:t>
            </a:r>
          </a:p>
          <a:p>
            <a:r>
              <a:t>    },</a:t>
            </a:r>
          </a:p>
          <a:p>
            <a:r>
              <a:t>    "test_predictions_sha256": "20bbd37e745659222630375324d9fed9ad0c0502ac34485e7879d80f5bea524c",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-0.007632962762468631,</a:t>
            </a:r>
          </a:p>
          <a:p>
            <a:r>
              <a:t>          0.2795260388752509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-0.013101984990284862,</a:t>
            </a:r>
          </a:p>
          <a:p>
            <a:r>
              <a:t>          0.2777739319096881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-0.03444336569579285,</a:t>
            </a:r>
          </a:p>
          <a:p>
            <a:r>
              <a:t>          0.1616651884743988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0.14693600673478466,</a:t>
            </a:r>
          </a:p>
          <a:p>
            <a:r>
              <a:t>          0.4512649903118119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0.1688063455564027,</a:t>
            </a:r>
          </a:p>
          <a:p>
            <a:r>
              <a:t>          0.46348576393804747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0.6279235754704566,</a:t>
            </a:r>
          </a:p>
          <a:p>
            <a:r>
              <a:t>          0.8143372208353159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"Qwen/Qwen3-Embedding-0.6B",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"q_proj",</a:t>
            </a:r>
          </a:p>
          <a:p>
            <a:r>
              <a:t>          "v_proj"</a:t>
            </a:r>
          </a:p>
          <a:p>
            <a:r>
              <a:t>        ],</a:t>
            </a:r>
          </a:p>
          <a:p>
            <a:r>
              <a:t>        "parameters_billions": 0.6,</a:t>
            </a:r>
          </a:p>
          <a:p>
            <a:r>
              <a:t>        "pooling": "last",</a:t>
            </a:r>
          </a:p>
          <a:p>
            <a:r>
              <a:t>        "profile_vram_gib": [</a:t>
            </a:r>
          </a:p>
          <a:p>
            <a:r>
              <a:t>          12,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"97b0c614be4d77ee51c0cef4e5f07c00f9eb65b3"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"frozen/IntelDAOS/qwen_embedding/10/4472aaa46dad1ea1/checkpoint"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0.7664670658682635,</a:t>
            </a:r>
          </a:p>
          <a:p>
            <a:r>
              <a:t>      "auc_prc": 0.2060907279754762,</a:t>
            </a:r>
          </a:p>
          <a:p>
            <a:r>
              <a:t>      "average_precision": 0.21563174885998476,</a:t>
            </a:r>
          </a:p>
          <a:p>
            <a:r>
              <a:t>      "balanced_accuracy": 0.6224985867721877,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243,</a:t>
            </a:r>
          </a:p>
          <a:p>
            <a:r>
              <a:t>          62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16,</a:t>
            </a:r>
          </a:p>
          <a:p>
            <a:r>
              <a:t>          13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0.25,</a:t>
            </a:r>
          </a:p>
          <a:p>
            <a:r>
              <a:t>      "positive_count": 29,</a:t>
            </a:r>
          </a:p>
          <a:p>
            <a:r>
              <a:t>      "positive_rate": 0.08682634730538923,</a:t>
            </a:r>
          </a:p>
          <a:p>
            <a:r>
              <a:t>      "precision": 0.17333333333333334,</a:t>
            </a:r>
          </a:p>
          <a:p>
            <a:r>
              <a:t>      "recall": 0.4482758620689655,</a:t>
            </a:r>
          </a:p>
          <a:p>
            <a:r>
              <a:t>      "roc_auc": 0.7213114754098361,</a:t>
            </a:r>
          </a:p>
          <a:p>
            <a:r>
              <a:t>      "row_count": 334,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"XGboost",</a:t>
            </a:r>
          </a:p>
          <a:p>
            <a:r>
              <a:t>      "variant": "baseline"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"ffc8fafa13ea9f677e0cc9556b8021ab2fca4d72703e1e46312158ebb225dc83",</a:t>
            </a:r>
          </a:p>
          <a:p>
            <a:r>
              <a:t>      "head.safetensors": "a4db8df6f7d15c5e8016e2cfdf969d6eb0d6095555b8ac74b0a1347b76609c51",</a:t>
            </a:r>
          </a:p>
          <a:p>
            <a:r>
              <a:t>      "inference.json": "53e75ab8ff642c5652f8bac61b1a998707be024af63027d373f28a7aee39bd3f"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0.08682634730538923,</a:t>
            </a:r>
          </a:p>
          <a:p>
            <a:r>
              <a:t>      "auc_prc": 0.5434131736526946,</a:t>
            </a:r>
          </a:p>
          <a:p>
            <a:r>
              <a:t>      "average_precision": 0.08682634730538923,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305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29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0.15977961432506887,</a:t>
            </a:r>
          </a:p>
          <a:p>
            <a:r>
              <a:t>      "positive_count": 29,</a:t>
            </a:r>
          </a:p>
          <a:p>
            <a:r>
              <a:t>      "positive_rate": 0.08682634730538923,</a:t>
            </a:r>
          </a:p>
          <a:p>
            <a:r>
              <a:t>      "precision": 0.08682634730538923,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334,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false,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10,</a:t>
            </a:r>
          </a:p>
          <a:p>
            <a:r>
              <a:t>    "model": "qwen_embedding",</a:t>
            </a:r>
          </a:p>
          <a:p>
            <a:r>
              <a:t>    "project": "IntelDAOS",</a:t>
            </a:r>
          </a:p>
          <a:p>
            <a:r>
              <a:t>    "selection_sha256": "a513dec6316263801f41cfba27750a232d49208f7f4b4aa094c54c8c029b4b97",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0.6796407185628742,</a:t>
            </a:r>
          </a:p>
          <a:p>
            <a:r>
              <a:t>      "auc_prc": 0.09708720606675181,</a:t>
            </a:r>
          </a:p>
          <a:p>
            <a:r>
              <a:t>      "average_precision": 0.10328342338207525,</a:t>
            </a:r>
          </a:p>
          <a:p>
            <a:r>
              <a:t>      "balanced_accuracy": 0.5281514980214811,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217,</a:t>
            </a:r>
          </a:p>
          <a:p>
            <a:r>
              <a:t>          88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19,</a:t>
            </a:r>
          </a:p>
          <a:p>
            <a:r>
              <a:t>          10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0.15748031496062995,</a:t>
            </a:r>
          </a:p>
          <a:p>
            <a:r>
              <a:t>      "positive_count": 29,</a:t>
            </a:r>
          </a:p>
          <a:p>
            <a:r>
              <a:t>      "positive_rate": 0.08682634730538923,</a:t>
            </a:r>
          </a:p>
          <a:p>
            <a:r>
              <a:t>      "precision": 0.10204081632653061,</a:t>
            </a:r>
          </a:p>
          <a:p>
            <a:r>
              <a:t>      "recall": 0.3448275862068966,</a:t>
            </a:r>
          </a:p>
          <a:p>
            <a:r>
              <a:t>      "roc_auc": 0.5700395703787451,</a:t>
            </a:r>
          </a:p>
          <a:p>
            <a:r>
              <a:t>      "row_count": 334,</a:t>
            </a:r>
          </a:p>
          <a:p>
            <a:r>
              <a:t>      "threshold": 0.5199999999999999</a:t>
            </a:r>
          </a:p>
          <a:p>
            <a:r>
              <a:t>    },</a:t>
            </a:r>
          </a:p>
          <a:p>
            <a:r>
              <a:t>    "test_predictions_sha256": "2a14f547da82c83a05e422fad28a3f7931ca7f3fd0bce0993065cfdabc1a76df",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-0.22690827630365393,</a:t>
            </a:r>
          </a:p>
          <a:p>
            <a:r>
              <a:t>          -0.02845720944658694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-0.22912841536594974,</a:t>
            </a:r>
          </a:p>
          <a:p>
            <a:r>
              <a:t>          -0.030048898643007884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-0.26062972305900467,</a:t>
            </a:r>
          </a:p>
          <a:p>
            <a:r>
              <a:t>          -0.043312046590574936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0.06057133360552632,</a:t>
            </a:r>
          </a:p>
          <a:p>
            <a:r>
              <a:t>          0.15208239976821616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0.06808997291902331,</a:t>
            </a:r>
          </a:p>
          <a:p>
            <a:r>
              <a:t>          0.17062340315281166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0.471171955624355,</a:t>
            </a:r>
          </a:p>
          <a:p>
            <a:r>
              <a:t>          0.6695452916933701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"Qwen/Qwen3-Embedding-0.6B",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"q_proj",</a:t>
            </a:r>
          </a:p>
          <a:p>
            <a:r>
              <a:t>          "v_proj"</a:t>
            </a:r>
          </a:p>
          <a:p>
            <a:r>
              <a:t>        ],</a:t>
            </a:r>
          </a:p>
          <a:p>
            <a:r>
              <a:t>        "parameters_billions": 0.6,</a:t>
            </a:r>
          </a:p>
          <a:p>
            <a:r>
              <a:t>        "pooling": "last",</a:t>
            </a:r>
          </a:p>
          <a:p>
            <a:r>
              <a:t>        "profile_vram_gib": [</a:t>
            </a:r>
          </a:p>
          <a:p>
            <a:r>
              <a:t>          12,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"97b0c614be4d77ee51c0cef4e5f07c00f9eb65b3"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"frozen/IntelDAOS/qwen_embedding/15/4472aaa46dad1ea1/checkpoint"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0.7485029940119761,</a:t>
            </a:r>
          </a:p>
          <a:p>
            <a:r>
              <a:t>      "auc_prc": 0.24364200589496596,</a:t>
            </a:r>
          </a:p>
          <a:p>
            <a:r>
              <a:t>      "average_precision": 0.2524883734368554,</a:t>
            </a:r>
          </a:p>
          <a:p>
            <a:r>
              <a:t>      "balanced_accuracy": 0.6146505376344086,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239,</a:t>
            </a:r>
          </a:p>
          <a:p>
            <a:r>
              <a:t>          71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13,</a:t>
            </a:r>
          </a:p>
          <a:p>
            <a:r>
              <a:t>          11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0.20754716981132074,</a:t>
            </a:r>
          </a:p>
          <a:p>
            <a:r>
              <a:t>      "positive_count": 24,</a:t>
            </a:r>
          </a:p>
          <a:p>
            <a:r>
              <a:t>      "positive_rate": 0.0718562874251497,</a:t>
            </a:r>
          </a:p>
          <a:p>
            <a:r>
              <a:t>      "precision": 0.13414634146341464,</a:t>
            </a:r>
          </a:p>
          <a:p>
            <a:r>
              <a:t>      "recall": 0.4583333333333333,</a:t>
            </a:r>
          </a:p>
          <a:p>
            <a:r>
              <a:t>      "roc_auc": 0.690994623655914,</a:t>
            </a:r>
          </a:p>
          <a:p>
            <a:r>
              <a:t>      "row_count": 334,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"XGboost",</a:t>
            </a:r>
          </a:p>
          <a:p>
            <a:r>
              <a:t>      "variant": "baseline"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"6582aa1a3b0bd2d604a5612ed231a8c222a02f6273743f05464e543a8b9370ef",</a:t>
            </a:r>
          </a:p>
          <a:p>
            <a:r>
              <a:t>      "head.safetensors": "994d28fc0c3b802275b55ac4ed33e9d4825a10c1923d3485b2b370f871540e58",</a:t>
            </a:r>
          </a:p>
          <a:p>
            <a:r>
              <a:t>      "inference.json": "4239878fe085b271905a5b6ac363158edeae7694e19df0d41fce106c69238cfa"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0.0718562874251497,</a:t>
            </a:r>
          </a:p>
          <a:p>
            <a:r>
              <a:t>      "auc_prc": 0.5359281437125748,</a:t>
            </a:r>
          </a:p>
          <a:p>
            <a:r>
              <a:t>      "average_precision": 0.0718562874251497,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310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24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0.1340782122905028,</a:t>
            </a:r>
          </a:p>
          <a:p>
            <a:r>
              <a:t>      "positive_count": 24,</a:t>
            </a:r>
          </a:p>
          <a:p>
            <a:r>
              <a:t>      "positive_rate": 0.0718562874251497,</a:t>
            </a:r>
          </a:p>
          <a:p>
            <a:r>
              <a:t>      "precision": 0.0718562874251497,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334,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false,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15,</a:t>
            </a:r>
          </a:p>
          <a:p>
            <a:r>
              <a:t>    "model": "qwen_embedding",</a:t>
            </a:r>
          </a:p>
          <a:p>
            <a:r>
              <a:t>    "project": "IntelDAOS",</a:t>
            </a:r>
          </a:p>
          <a:p>
            <a:r>
              <a:t>    "selection_sha256": "c62b036b59009d024ae490a1a542302dd6ef71a5957b758cf68c13813b974693",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0.7904191616766467,</a:t>
            </a:r>
          </a:p>
          <a:p>
            <a:r>
              <a:t>      "auc_prc": 0.08825267951039667,</a:t>
            </a:r>
          </a:p>
          <a:p>
            <a:r>
              <a:t>      "average_precision": 0.09522466895436131,</a:t>
            </a:r>
          </a:p>
          <a:p>
            <a:r>
              <a:t>      "balanced_accuracy": 0.5219086021505376,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259,</a:t>
            </a:r>
          </a:p>
          <a:p>
            <a:r>
              <a:t>          51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19,</a:t>
            </a:r>
          </a:p>
          <a:p>
            <a:r>
              <a:t>          5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0.125,</a:t>
            </a:r>
          </a:p>
          <a:p>
            <a:r>
              <a:t>      "positive_count": 24,</a:t>
            </a:r>
          </a:p>
          <a:p>
            <a:r>
              <a:t>      "positive_rate": 0.0718562874251497,</a:t>
            </a:r>
          </a:p>
          <a:p>
            <a:r>
              <a:t>      "precision": 0.08928571428571429,</a:t>
            </a:r>
          </a:p>
          <a:p>
            <a:r>
              <a:t>      "recall": 0.20833333333333334,</a:t>
            </a:r>
          </a:p>
          <a:p>
            <a:r>
              <a:t>      "roc_auc": 0.5790322580645161,</a:t>
            </a:r>
          </a:p>
          <a:p>
            <a:r>
              <a:t>      "row_count": 334,</a:t>
            </a:r>
          </a:p>
          <a:p>
            <a:r>
              <a:t>      "threshold": 0.62</a:t>
            </a:r>
          </a:p>
          <a:p>
            <a:r>
              <a:t>    },</a:t>
            </a:r>
          </a:p>
          <a:p>
            <a:r>
              <a:t>    "test_predictions_sha256": "0eb750b4438f31f1f714a9a547d2c8edfbbf443d97610153a8e20fbfa3cd9a65",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-0.322567918806113,</a:t>
            </a:r>
          </a:p>
          <a:p>
            <a:r>
              <a:t>          -0.026031495761039195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-0.32075746628897783,</a:t>
            </a:r>
          </a:p>
          <a:p>
            <a:r>
              <a:t>          -0.030265828079000686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-0.2750867415924475,</a:t>
            </a:r>
          </a:p>
          <a:p>
            <a:r>
              <a:t>          0.032990521841647934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0.0502134755047628,</a:t>
            </a:r>
          </a:p>
          <a:p>
            <a:r>
              <a:t>          0.14668805290151857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0.057564036805210224,</a:t>
            </a:r>
          </a:p>
          <a:p>
            <a:r>
              <a:t>          0.16867714376702425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0.46434555597534366,</a:t>
            </a:r>
          </a:p>
          <a:p>
            <a:r>
              <a:t>          0.6918137181032751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"Qwen/Qwen3-Embedding-0.6B",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"q_proj",</a:t>
            </a:r>
          </a:p>
          <a:p>
            <a:r>
              <a:t>          "v_proj"</a:t>
            </a:r>
          </a:p>
          <a:p>
            <a:r>
              <a:t>        ],</a:t>
            </a:r>
          </a:p>
          <a:p>
            <a:r>
              <a:t>        "parameters_billions": 0.6,</a:t>
            </a:r>
          </a:p>
          <a:p>
            <a:r>
              <a:t>        "pooling": "last",</a:t>
            </a:r>
          </a:p>
          <a:p>
            <a:r>
              <a:t>        "profile_vram_gib": [</a:t>
            </a:r>
          </a:p>
          <a:p>
            <a:r>
              <a:t>          12,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"97b0c614be4d77ee51c0cef4e5f07c00f9eb65b3"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"frozen/IntelDAOS/qwen_embedding/20/b9d1876b234d8d9e/checkpoint"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0.9341317365269461,</a:t>
            </a:r>
          </a:p>
          <a:p>
            <a:r>
              <a:t>      "auc_prc": 0.10267715858007523,</a:t>
            </a:r>
          </a:p>
          <a:p>
            <a:r>
              <a:t>      "average_precision": 0.12024835361654783,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312,</a:t>
            </a:r>
          </a:p>
          <a:p>
            <a:r>
              <a:t>          0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22,</a:t>
            </a:r>
          </a:p>
          <a:p>
            <a:r>
              <a:t>          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0.0,</a:t>
            </a:r>
          </a:p>
          <a:p>
            <a:r>
              <a:t>      "positive_count": 22,</a:t>
            </a:r>
          </a:p>
          <a:p>
            <a:r>
              <a:t>      "positive_rate": 0.0658682634730539,</a:t>
            </a:r>
          </a:p>
          <a:p>
            <a:r>
              <a:t>      "precision": 0.0,</a:t>
            </a:r>
          </a:p>
          <a:p>
            <a:r>
              <a:t>      "recall": 0.0,</a:t>
            </a:r>
          </a:p>
          <a:p>
            <a:r>
              <a:t>      "roc_auc": 0.6401515151515151,</a:t>
            </a:r>
          </a:p>
          <a:p>
            <a:r>
              <a:t>      "row_count": 334,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"RF",</a:t>
            </a:r>
          </a:p>
          <a:p>
            <a:r>
              <a:t>      "variant": "baseline"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"6b197c248f9db577d60ac90f05e10ac6b4ffb5f9a420c15de7ec9b2ba5f06851",</a:t>
            </a:r>
          </a:p>
          <a:p>
            <a:r>
              <a:t>      "head.safetensors": "b5b1f8bc0301db1ffb254d47fad498f295b3108c391cfa933e9bf90b7f4ac259",</a:t>
            </a:r>
          </a:p>
          <a:p>
            <a:r>
              <a:t>      "inference.json": "a8df03ab3c294b0c181f2d3f4a2272276cf5c44b0b0b758ad96183220c7aa817"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0.0658682634730539,</a:t>
            </a:r>
          </a:p>
          <a:p>
            <a:r>
              <a:t>      "auc_prc": 0.5329341317365269,</a:t>
            </a:r>
          </a:p>
          <a:p>
            <a:r>
              <a:t>      "average_precision": 0.0658682634730539,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312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22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0.12359550561797754,</a:t>
            </a:r>
          </a:p>
          <a:p>
            <a:r>
              <a:t>      "positive_count": 22,</a:t>
            </a:r>
          </a:p>
          <a:p>
            <a:r>
              <a:t>      "positive_rate": 0.0658682634730539,</a:t>
            </a:r>
          </a:p>
          <a:p>
            <a:r>
              <a:t>      "precision": 0.0658682634730539,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334,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true,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20,</a:t>
            </a:r>
          </a:p>
          <a:p>
            <a:r>
              <a:t>    "model": "qwen_embedding",</a:t>
            </a:r>
          </a:p>
          <a:p>
            <a:r>
              <a:t>    "project": "IntelDAOS",</a:t>
            </a:r>
          </a:p>
          <a:p>
            <a:r>
              <a:t>    "selection_sha256": "5c0eb7733a957198f68a2fabc62aeb9cfc5cc7b2bff23969ab122f08e652e460",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0.9341317365269461,</a:t>
            </a:r>
          </a:p>
          <a:p>
            <a:r>
              <a:t>      "auc_prc": 0.11494928997175463,</a:t>
            </a:r>
          </a:p>
          <a:p>
            <a:r>
              <a:t>      "average_precision": 0.12334783891373455,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312,</a:t>
            </a:r>
          </a:p>
          <a:p>
            <a:r>
              <a:t>          0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22,</a:t>
            </a:r>
          </a:p>
          <a:p>
            <a:r>
              <a:t>          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0.0,</a:t>
            </a:r>
          </a:p>
          <a:p>
            <a:r>
              <a:t>      "positive_count": 22,</a:t>
            </a:r>
          </a:p>
          <a:p>
            <a:r>
              <a:t>      "positive_rate": 0.0658682634730539,</a:t>
            </a:r>
          </a:p>
          <a:p>
            <a:r>
              <a:t>      "precision": 0.0,</a:t>
            </a:r>
          </a:p>
          <a:p>
            <a:r>
              <a:t>      "recall": 0.0,</a:t>
            </a:r>
          </a:p>
          <a:p>
            <a:r>
              <a:t>      "roc_auc": 0.6968240093240093,</a:t>
            </a:r>
          </a:p>
          <a:p>
            <a:r>
              <a:t>      "row_count": 334,</a:t>
            </a:r>
          </a:p>
          <a:p>
            <a:r>
              <a:t>      "threshold": 0.05</a:t>
            </a:r>
          </a:p>
          <a:p>
            <a:r>
              <a:t>    },</a:t>
            </a:r>
          </a:p>
          <a:p>
            <a:r>
              <a:t>    "test_predictions_sha256": "def42608ac6a7e282d51f007679452b91f0c8e4d223a801f893e1e609b04653d",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-0.09158380500851294,</a:t>
            </a:r>
          </a:p>
          <a:p>
            <a:r>
              <a:t>          0.05824737823476053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-0.09708775702227004,</a:t>
            </a:r>
          </a:p>
          <a:p>
            <a:r>
              <a:t>          0.06361078566100851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-0.06570651294498381,</a:t>
            </a:r>
          </a:p>
          <a:p>
            <a:r>
              <a:t>          0.1850542427793133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0.06545551813638606,</a:t>
            </a:r>
          </a:p>
          <a:p>
            <a:r>
              <a:t>          0.18641564902080518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0.07547770494635613,</a:t>
            </a:r>
          </a:p>
          <a:p>
            <a:r>
              <a:t>          0.2096993703375439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0.5887292389042996,</a:t>
            </a:r>
          </a:p>
          <a:p>
            <a:r>
              <a:t>          0.7970090962229854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Study: hf-20261008-modernbert-qwen. Report received October 19, 2026. Report SHA256: 7698fe31e652cc8d24fb2cc8ff8a443c2c1ec04ac3786cd9bf3dc0e6f4ec006a. Study SHA256: 111d8a78875a8263475514691b581904a9164855d91603ac7dc4e32f838a5095. Source: data/hf-20261008-report.json; counts from the frozen reference_contract.json. Reported metrics are not independently recomputed from raw predictions. Matched classical comparator selected by validation AUC-PRC in historical PR #357. Labels: &gt;= K changed words AND at least one summary/description/acceptance change. Test metrics are unweighted. Scores are retrospective; public-Jira pretraining contamination is possible. Paired issue bootstrap does not model temporal dependence.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"Qwen/Qwen3-Embedding-0.6B",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"q_proj",</a:t>
            </a:r>
          </a:p>
          <a:p>
            <a:r>
              <a:t>          "v_proj"</a:t>
            </a:r>
          </a:p>
          <a:p>
            <a:r>
              <a:t>        ],</a:t>
            </a:r>
          </a:p>
          <a:p>
            <a:r>
              <a:t>        "parameters_billions": 0.6,</a:t>
            </a:r>
          </a:p>
          <a:p>
            <a:r>
              <a:t>        "pooling": "last",</a:t>
            </a:r>
          </a:p>
          <a:p>
            <a:r>
              <a:t>        "profile_vram_gib": [</a:t>
            </a:r>
          </a:p>
          <a:p>
            <a:r>
              <a:t>          12,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"97b0c614be4d77ee51c0cef4e5f07c00f9eb65b3"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"frozen/Jira/qwen_embedding/5/960e0f5859a4a3fd/checkpoint"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0.5221518987341772,</a:t>
            </a:r>
          </a:p>
          <a:p>
            <a:r>
              <a:t>      "auc_prc": 0.5753418831841499,</a:t>
            </a:r>
          </a:p>
          <a:p>
            <a:r>
              <a:t>      "average_precision": 0.5790822636139572,</a:t>
            </a:r>
          </a:p>
          <a:p>
            <a:r>
              <a:t>      "balanced_accuracy": 0.5326752618855761,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98,</a:t>
            </a:r>
          </a:p>
          <a:p>
            <a:r>
              <a:t>          48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103,</a:t>
            </a:r>
          </a:p>
          <a:p>
            <a:r>
              <a:t>          67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0.47017543859649125,</a:t>
            </a:r>
          </a:p>
          <a:p>
            <a:r>
              <a:t>      "positive_count": 170,</a:t>
            </a:r>
          </a:p>
          <a:p>
            <a:r>
              <a:t>      "positive_rate": 0.5379746835443038,</a:t>
            </a:r>
          </a:p>
          <a:p>
            <a:r>
              <a:t>      "precision": 0.5826086956521739,</a:t>
            </a:r>
          </a:p>
          <a:p>
            <a:r>
              <a:t>      "recall": 0.3941176470588235,</a:t>
            </a:r>
          </a:p>
          <a:p>
            <a:r>
              <a:t>      "roc_auc": 0.6402095084609186,</a:t>
            </a:r>
          </a:p>
          <a:p>
            <a:r>
              <a:t>      "row_count": 316,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"XGboost",</a:t>
            </a:r>
          </a:p>
          <a:p>
            <a:r>
              <a:t>      "variant": "refactored"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"6d080608560867beb44a9dcd3bbc33ab111686d430cb9a1d1b231d91b64a5f6b",</a:t>
            </a:r>
          </a:p>
          <a:p>
            <a:r>
              <a:t>      "head.safetensors": "66b8b101cc945a2adefe402b956c746810de3d04426448e45c2966acd513ee41",</a:t>
            </a:r>
          </a:p>
          <a:p>
            <a:r>
              <a:t>      "inference.json": "20d8dc071e7823d12aa6e4bf185c27e5ab7a8d4e2ee416744061f454db5345f4"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0.5379746835443038,</a:t>
            </a:r>
          </a:p>
          <a:p>
            <a:r>
              <a:t>      "auc_prc": 0.7689873417721519,</a:t>
            </a:r>
          </a:p>
          <a:p>
            <a:r>
              <a:t>      "average_precision": 0.5379746835443038,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146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170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0.6995884773662552,</a:t>
            </a:r>
          </a:p>
          <a:p>
            <a:r>
              <a:t>      "positive_count": 170,</a:t>
            </a:r>
          </a:p>
          <a:p>
            <a:r>
              <a:t>      "positive_rate": 0.5379746835443038,</a:t>
            </a:r>
          </a:p>
          <a:p>
            <a:r>
              <a:t>      "precision": 0.5379746835443038,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316,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false,</a:t>
            </a:r>
          </a:p>
          <a:p>
            <a:r>
              <a:t>      "ap_above_prevalence": true,</a:t>
            </a:r>
          </a:p>
          <a:p>
            <a:r>
              <a:t>      "auc_prc_above_half": true,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5,</a:t>
            </a:r>
          </a:p>
          <a:p>
            <a:r>
              <a:t>    "model": "qwen_embedding",</a:t>
            </a:r>
          </a:p>
          <a:p>
            <a:r>
              <a:t>    "project": "Jira",</a:t>
            </a:r>
          </a:p>
          <a:p>
            <a:r>
              <a:t>    "selection_sha256": "e02337de599196f92c40ed09945d10845e9ae7b3e0b6f374b5bca77191ee3e72",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0.569620253164557,</a:t>
            </a:r>
          </a:p>
          <a:p>
            <a:r>
              <a:t>      "auc_prc": 0.5645963940223742,</a:t>
            </a:r>
          </a:p>
          <a:p>
            <a:r>
              <a:t>      "average_precision": 0.5680404912933061,</a:t>
            </a:r>
          </a:p>
          <a:p>
            <a:r>
              <a:t>      "balanced_accuracy": 0.5763094278807414,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97,</a:t>
            </a:r>
          </a:p>
          <a:p>
            <a:r>
              <a:t>          49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87,</a:t>
            </a:r>
          </a:p>
          <a:p>
            <a:r>
              <a:t>          83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0.5496688741721855,</a:t>
            </a:r>
          </a:p>
          <a:p>
            <a:r>
              <a:t>      "positive_count": 170,</a:t>
            </a:r>
          </a:p>
          <a:p>
            <a:r>
              <a:t>      "positive_rate": 0.5379746835443038,</a:t>
            </a:r>
          </a:p>
          <a:p>
            <a:r>
              <a:t>      "precision": 0.6287878787878788,</a:t>
            </a:r>
          </a:p>
          <a:p>
            <a:r>
              <a:t>      "recall": 0.48823529411764705,</a:t>
            </a:r>
          </a:p>
          <a:p>
            <a:r>
              <a:t>      "roc_auc": 0.6177276390008059,</a:t>
            </a:r>
          </a:p>
          <a:p>
            <a:r>
              <a:t>      "row_count": 316,</a:t>
            </a:r>
          </a:p>
          <a:p>
            <a:r>
              <a:t>      "threshold": 0.15999999999999998</a:t>
            </a:r>
          </a:p>
          <a:p>
            <a:r>
              <a:t>    },</a:t>
            </a:r>
          </a:p>
          <a:p>
            <a:r>
              <a:t>    "test_predictions_sha256": "72dfd21ecbdadbfca6b9c2b29ceb6d48f91c74e6a1b2642fbbaa19fea04d05e4",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-0.03837579252754468,</a:t>
            </a:r>
          </a:p>
          <a:p>
            <a:r>
              <a:t>          0.019918360064478297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-0.03802276696804885,</a:t>
            </a:r>
          </a:p>
          <a:p>
            <a:r>
              <a:t>          0.018875612983334147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-0.05634362599206351,</a:t>
            </a:r>
          </a:p>
          <a:p>
            <a:r>
              <a:t>          0.010774457661023848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0.4937389804959244,</a:t>
            </a:r>
          </a:p>
          <a:p>
            <a:r>
              <a:t>          0.6429221748418934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0.5005655799004934,</a:t>
            </a:r>
          </a:p>
          <a:p>
            <a:r>
              <a:t>          0.6493495199762099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0.5478989489627788,</a:t>
            </a:r>
          </a:p>
          <a:p>
            <a:r>
              <a:t>          0.6883378556059183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"Qwen/Qwen3-Embedding-0.6B",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"q_proj",</a:t>
            </a:r>
          </a:p>
          <a:p>
            <a:r>
              <a:t>          "v_proj"</a:t>
            </a:r>
          </a:p>
          <a:p>
            <a:r>
              <a:t>        ],</a:t>
            </a:r>
          </a:p>
          <a:p>
            <a:r>
              <a:t>        "parameters_billions": 0.6,</a:t>
            </a:r>
          </a:p>
          <a:p>
            <a:r>
              <a:t>        "pooling": "last",</a:t>
            </a:r>
          </a:p>
          <a:p>
            <a:r>
              <a:t>        "profile_vram_gib": [</a:t>
            </a:r>
          </a:p>
          <a:p>
            <a:r>
              <a:t>          12,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"97b0c614be4d77ee51c0cef4e5f07c00f9eb65b3"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"frozen/Jira/qwen_embedding/10/38814b7cd5ea6942/checkpoint"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0.5158227848101266,</a:t>
            </a:r>
          </a:p>
          <a:p>
            <a:r>
              <a:t>      "auc_prc": 0.5661166448407884,</a:t>
            </a:r>
          </a:p>
          <a:p>
            <a:r>
              <a:t>      "average_precision": 0.5759045306249805,</a:t>
            </a:r>
          </a:p>
          <a:p>
            <a:r>
              <a:t>      "balanced_accuracy": 0.52102053915276,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100,</a:t>
            </a:r>
          </a:p>
          <a:p>
            <a:r>
              <a:t>          52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101,</a:t>
            </a:r>
          </a:p>
          <a:p>
            <a:r>
              <a:t>          63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0.45161290322580644,</a:t>
            </a:r>
          </a:p>
          <a:p>
            <a:r>
              <a:t>      "positive_count": 164,</a:t>
            </a:r>
          </a:p>
          <a:p>
            <a:r>
              <a:t>      "positive_rate": 0.5189873417721519,</a:t>
            </a:r>
          </a:p>
          <a:p>
            <a:r>
              <a:t>      "precision": 0.5478260869565217,</a:t>
            </a:r>
          </a:p>
          <a:p>
            <a:r>
              <a:t>      "recall": 0.38414634146341464,</a:t>
            </a:r>
          </a:p>
          <a:p>
            <a:r>
              <a:t>      "roc_auc": 0.6604621309370988,</a:t>
            </a:r>
          </a:p>
          <a:p>
            <a:r>
              <a:t>      "row_count": 316,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"XGboost",</a:t>
            </a:r>
          </a:p>
          <a:p>
            <a:r>
              <a:t>      "variant": "refactored"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"a4a9732e24df32de177cb48788977881a4d4d96246abe1e3ec1715e083b0517e",</a:t>
            </a:r>
          </a:p>
          <a:p>
            <a:r>
              <a:t>      "head.safetensors": "a5739666b0bce5aacd2ff90988510d40cd00fb618066af690bdc605ccea0107d",</a:t>
            </a:r>
          </a:p>
          <a:p>
            <a:r>
              <a:t>      "inference.json": "d62cd5c058bf2b6ca136bdca76ee3d0467d1d94f96dc571475bdb8e0273708ef"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0.5189873417721519,</a:t>
            </a:r>
          </a:p>
          <a:p>
            <a:r>
              <a:t>      "auc_prc": 0.759493670886076,</a:t>
            </a:r>
          </a:p>
          <a:p>
            <a:r>
              <a:t>      "average_precision": 0.5189873417721519,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152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164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0.6833333333333332,</a:t>
            </a:r>
          </a:p>
          <a:p>
            <a:r>
              <a:t>      "positive_count": 164,</a:t>
            </a:r>
          </a:p>
          <a:p>
            <a:r>
              <a:t>      "positive_rate": 0.5189873417721519,</a:t>
            </a:r>
          </a:p>
          <a:p>
            <a:r>
              <a:t>      "precision": 0.5189873417721519,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316,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false,</a:t>
            </a:r>
          </a:p>
          <a:p>
            <a:r>
              <a:t>      "ap_above_prevalence": true,</a:t>
            </a:r>
          </a:p>
          <a:p>
            <a:r>
              <a:t>      "auc_prc_above_half": true,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10,</a:t>
            </a:r>
          </a:p>
          <a:p>
            <a:r>
              <a:t>    "model": "qwen_embedding",</a:t>
            </a:r>
          </a:p>
          <a:p>
            <a:r>
              <a:t>    "project": "Jira",</a:t>
            </a:r>
          </a:p>
          <a:p>
            <a:r>
              <a:t>    "selection_sha256": "8abc7ee4ba7bef72abdb588423e8f771020f7f7a23189ceb672da15e2b69df99",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0.5854430379746836,</a:t>
            </a:r>
          </a:p>
          <a:p>
            <a:r>
              <a:t>      "auc_prc": 0.562723736183248,</a:t>
            </a:r>
          </a:p>
          <a:p>
            <a:r>
              <a:t>      "average_precision": 0.566368823511834,</a:t>
            </a:r>
          </a:p>
          <a:p>
            <a:r>
              <a:t>      "balanced_accuracy": 0.5873716302952503,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97,</a:t>
            </a:r>
          </a:p>
          <a:p>
            <a:r>
              <a:t>          55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76,</a:t>
            </a:r>
          </a:p>
          <a:p>
            <a:r>
              <a:t>          88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0.5732899022801303,</a:t>
            </a:r>
          </a:p>
          <a:p>
            <a:r>
              <a:t>      "positive_count": 164,</a:t>
            </a:r>
          </a:p>
          <a:p>
            <a:r>
              <a:t>      "positive_rate": 0.5189873417721519,</a:t>
            </a:r>
          </a:p>
          <a:p>
            <a:r>
              <a:t>      "precision": 0.6153846153846154,</a:t>
            </a:r>
          </a:p>
          <a:p>
            <a:r>
              <a:t>      "recall": 0.5365853658536586,</a:t>
            </a:r>
          </a:p>
          <a:p>
            <a:r>
              <a:t>      "roc_auc": 0.6426107188703466,</a:t>
            </a:r>
          </a:p>
          <a:p>
            <a:r>
              <a:t>      "row_count": 316,</a:t>
            </a:r>
          </a:p>
          <a:p>
            <a:r>
              <a:t>      "threshold": 0.29</a:t>
            </a:r>
          </a:p>
          <a:p>
            <a:r>
              <a:t>    },</a:t>
            </a:r>
          </a:p>
          <a:p>
            <a:r>
              <a:t>    "test_predictions_sha256": "f78e0dcd26c5b43ed6c43db33ccbadca704f2602e3b87f3a57874f6fcdd4f43a",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-0.028640716891451173,</a:t>
            </a:r>
          </a:p>
          <a:p>
            <a:r>
              <a:t>          0.02448880594874722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-0.03414914751427385,</a:t>
            </a:r>
          </a:p>
          <a:p>
            <a:r>
              <a:t>          0.01809255078585122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-0.04613401113881181,</a:t>
            </a:r>
          </a:p>
          <a:p>
            <a:r>
              <a:t>          0.008834948498719476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0.49039198506428533,</a:t>
            </a:r>
          </a:p>
          <a:p>
            <a:r>
              <a:t>          0.6425727505352442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0.4974031013297973,</a:t>
            </a:r>
          </a:p>
          <a:p>
            <a:r>
              <a:t>          0.6489790730699891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0.5728468782717587,</a:t>
            </a:r>
          </a:p>
          <a:p>
            <a:r>
              <a:t>          0.7100189093961665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"Qwen/Qwen3-Embedding-0.6B",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"q_proj",</a:t>
            </a:r>
          </a:p>
          <a:p>
            <a:r>
              <a:t>          "v_proj"</a:t>
            </a:r>
          </a:p>
          <a:p>
            <a:r>
              <a:t>        ],</a:t>
            </a:r>
          </a:p>
          <a:p>
            <a:r>
              <a:t>        "parameters_billions": 0.6,</a:t>
            </a:r>
          </a:p>
          <a:p>
            <a:r>
              <a:t>        "pooling": "last",</a:t>
            </a:r>
          </a:p>
          <a:p>
            <a:r>
              <a:t>        "profile_vram_gib": [</a:t>
            </a:r>
          </a:p>
          <a:p>
            <a:r>
              <a:t>          12,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"97b0c614be4d77ee51c0cef4e5f07c00f9eb65b3"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"frozen/Jira/qwen_embedding/15/960e0f5859a4a3fd/checkpoint"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0.5,</a:t>
            </a:r>
          </a:p>
          <a:p>
            <a:r>
              <a:t>      "auc_prc": 0.5472892979370305,</a:t>
            </a:r>
          </a:p>
          <a:p>
            <a:r>
              <a:t>      "average_precision": 0.5521474289143389,</a:t>
            </a:r>
          </a:p>
          <a:p>
            <a:r>
              <a:t>      "balanced_accuracy": 0.5022435897435897,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106,</a:t>
            </a:r>
          </a:p>
          <a:p>
            <a:r>
              <a:t>          50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108,</a:t>
            </a:r>
          </a:p>
          <a:p>
            <a:r>
              <a:t>          52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0.39694656488549623,</a:t>
            </a:r>
          </a:p>
          <a:p>
            <a:r>
              <a:t>      "positive_count": 160,</a:t>
            </a:r>
          </a:p>
          <a:p>
            <a:r>
              <a:t>      "positive_rate": 0.5063291139240507,</a:t>
            </a:r>
          </a:p>
          <a:p>
            <a:r>
              <a:t>      "precision": 0.5098039215686274,</a:t>
            </a:r>
          </a:p>
          <a:p>
            <a:r>
              <a:t>      "recall": 0.325,</a:t>
            </a:r>
          </a:p>
          <a:p>
            <a:r>
              <a:t>      "roc_auc": 0.6557892628205129,</a:t>
            </a:r>
          </a:p>
          <a:p>
            <a:r>
              <a:t>      "row_count": 316,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"XGboost",</a:t>
            </a:r>
          </a:p>
          <a:p>
            <a:r>
              <a:t>      "variant": "refactored"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"ec633c85596252bd398b33c122fbf7650356744b9fed46af85c52fabbb1711f5",</a:t>
            </a:r>
          </a:p>
          <a:p>
            <a:r>
              <a:t>      "head.safetensors": "eb9bc784692da619aefd81c9a073c9d81642e804fe9a6b48893eaf8fd529582c",</a:t>
            </a:r>
          </a:p>
          <a:p>
            <a:r>
              <a:t>      "inference.json": "d455a6e5da8f643c4c99723838c8f07a648523c3f54f022f8f711a636d765bf5"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0.5063291139240507,</a:t>
            </a:r>
          </a:p>
          <a:p>
            <a:r>
              <a:t>      "auc_prc": 0.7531645569620253,</a:t>
            </a:r>
          </a:p>
          <a:p>
            <a:r>
              <a:t>      "average_precision": 0.5063291139240507,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156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160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0.6722689075630253,</a:t>
            </a:r>
          </a:p>
          <a:p>
            <a:r>
              <a:t>      "positive_count": 160,</a:t>
            </a:r>
          </a:p>
          <a:p>
            <a:r>
              <a:t>      "positive_rate": 0.5063291139240507,</a:t>
            </a:r>
          </a:p>
          <a:p>
            <a:r>
              <a:t>      "precision": 0.5063291139240507,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316,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false,</a:t>
            </a:r>
          </a:p>
          <a:p>
            <a:r>
              <a:t>      "ap_above_prevalence": true,</a:t>
            </a:r>
          </a:p>
          <a:p>
            <a:r>
              <a:t>      "auc_prc_above_half": true,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15,</a:t>
            </a:r>
          </a:p>
          <a:p>
            <a:r>
              <a:t>    "model": "qwen_embedding",</a:t>
            </a:r>
          </a:p>
          <a:p>
            <a:r>
              <a:t>    "project": "Jira",</a:t>
            </a:r>
          </a:p>
          <a:p>
            <a:r>
              <a:t>    "selection_sha256": "9d68a3f01f59f95c13f19e7deba5d181e4043d3af2d0fc6873a92ace8c36b5f6",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0.509493670886076,</a:t>
            </a:r>
          </a:p>
          <a:p>
            <a:r>
              <a:t>      "auc_prc": 0.5402581361162972,</a:t>
            </a:r>
          </a:p>
          <a:p>
            <a:r>
              <a:t>      "average_precision": 0.543939097345407,</a:t>
            </a:r>
          </a:p>
          <a:p>
            <a:r>
              <a:t>      "balanced_accuracy": 0.5120192307692308,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111,</a:t>
            </a:r>
          </a:p>
          <a:p>
            <a:r>
              <a:t>          45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110,</a:t>
            </a:r>
          </a:p>
          <a:p>
            <a:r>
              <a:t>          50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0.39215686274509803,</a:t>
            </a:r>
          </a:p>
          <a:p>
            <a:r>
              <a:t>      "positive_count": 160,</a:t>
            </a:r>
          </a:p>
          <a:p>
            <a:r>
              <a:t>      "positive_rate": 0.5063291139240507,</a:t>
            </a:r>
          </a:p>
          <a:p>
            <a:r>
              <a:t>      "precision": 0.5263157894736842,</a:t>
            </a:r>
          </a:p>
          <a:p>
            <a:r>
              <a:t>      "recall": 0.3125,</a:t>
            </a:r>
          </a:p>
          <a:p>
            <a:r>
              <a:t>      "roc_auc": 0.6260817307692308,</a:t>
            </a:r>
          </a:p>
          <a:p>
            <a:r>
              <a:t>      "row_count": 316,</a:t>
            </a:r>
          </a:p>
          <a:p>
            <a:r>
              <a:t>      "threshold": 0.24</a:t>
            </a:r>
          </a:p>
          <a:p>
            <a:r>
              <a:t>    },</a:t>
            </a:r>
          </a:p>
          <a:p>
            <a:r>
              <a:t>    "test_predictions_sha256": "9a4149e2edc30fb7c8e5656078d4b0473770e5418e9b32e40c9bdb37c22d3607",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-0.037327270015001204,</a:t>
            </a:r>
          </a:p>
          <a:p>
            <a:r>
              <a:t>          0.023177270883799762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-0.038723701887904007,</a:t>
            </a:r>
          </a:p>
          <a:p>
            <a:r>
              <a:t>          0.02153041242961811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-0.06631963133920966,</a:t>
            </a:r>
          </a:p>
          <a:p>
            <a:r>
              <a:t>          0.0071226360288861095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0.46794741299378373,</a:t>
            </a:r>
          </a:p>
          <a:p>
            <a:r>
              <a:t>          0.6199007222484768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0.4744906167949574,</a:t>
            </a:r>
          </a:p>
          <a:p>
            <a:r>
              <a:t>          0.6275850410816877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0.5571181720847526,</a:t>
            </a:r>
          </a:p>
          <a:p>
            <a:r>
              <a:t>          0.692174226374508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"answerdotai/ModernBERT-base",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"Wqkv",</a:t>
            </a:r>
          </a:p>
          <a:p>
            <a:r>
              <a:t>          "Wo"</a:t>
            </a:r>
          </a:p>
          <a:p>
            <a:r>
              <a:t>        ],</a:t>
            </a:r>
          </a:p>
          <a:p>
            <a:r>
              <a:t>        "parameters_billions": 0.149,</a:t>
            </a:r>
          </a:p>
          <a:p>
            <a:r>
              <a:t>        "pooling": "mean",</a:t>
            </a:r>
          </a:p>
          <a:p>
            <a:r>
              <a:t>        "profile_vram_gib": [</a:t>
            </a:r>
          </a:p>
          <a:p>
            <a:r>
              <a:t>          16,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"8949b909ec900327062f0ebf497f51aef5e6f0c8"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"frozen/Jira/modernbert/20/e9dfa96dd64fd63b/checkpoint"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0.870253164556962,</a:t>
            </a:r>
          </a:p>
          <a:p>
            <a:r>
              <a:t>      "auc_prc": 0.19499981723367565,</a:t>
            </a:r>
          </a:p>
          <a:p>
            <a:r>
              <a:t>      "average_precision": 0.2075819328647004,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275,</a:t>
            </a:r>
          </a:p>
          <a:p>
            <a:r>
              <a:t>          0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41,</a:t>
            </a:r>
          </a:p>
          <a:p>
            <a:r>
              <a:t>          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0.0,</a:t>
            </a:r>
          </a:p>
          <a:p>
            <a:r>
              <a:t>      "positive_count": 41,</a:t>
            </a:r>
          </a:p>
          <a:p>
            <a:r>
              <a:t>      "positive_rate": 0.12974683544303797,</a:t>
            </a:r>
          </a:p>
          <a:p>
            <a:r>
              <a:t>      "precision": 0.0,</a:t>
            </a:r>
          </a:p>
          <a:p>
            <a:r>
              <a:t>      "recall": 0.0,</a:t>
            </a:r>
          </a:p>
          <a:p>
            <a:r>
              <a:t>      "roc_auc": 0.5887361419068736,</a:t>
            </a:r>
          </a:p>
          <a:p>
            <a:r>
              <a:t>      "row_count": 316,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"RF",</a:t>
            </a:r>
          </a:p>
          <a:p>
            <a:r>
              <a:t>      "variant": "baseline"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"f368747a08e43ab62a2408b190552f37d7fba51d95e006a4a18551afec678012",</a:t>
            </a:r>
          </a:p>
          <a:p>
            <a:r>
              <a:t>      "head.safetensors": "489ae15c097bead9d2dec4ef4c437ccf816d196673bb6313d611445db8032e7c",</a:t>
            </a:r>
          </a:p>
          <a:p>
            <a:r>
              <a:t>      "inference.json": "3f95115483b8e89d4ccf4cd396b8c0373ab3b91b5d6ac0bcd0bf155c8ad30f59"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0.12974683544303797,</a:t>
            </a:r>
          </a:p>
          <a:p>
            <a:r>
              <a:t>      "auc_prc": 0.564873417721519,</a:t>
            </a:r>
          </a:p>
          <a:p>
            <a:r>
              <a:t>      "average_precision": 0.12974683544303797,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275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41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0.22969187675070027,</a:t>
            </a:r>
          </a:p>
          <a:p>
            <a:r>
              <a:t>      "positive_count": 41,</a:t>
            </a:r>
          </a:p>
          <a:p>
            <a:r>
              <a:t>      "positive_rate": 0.12974683544303797,</a:t>
            </a:r>
          </a:p>
          <a:p>
            <a:r>
              <a:t>      "precision": 0.12974683544303797,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316,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true,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20,</a:t>
            </a:r>
          </a:p>
          <a:p>
            <a:r>
              <a:t>    "model": "modernbert",</a:t>
            </a:r>
          </a:p>
          <a:p>
            <a:r>
              <a:t>    "project": "Jira",</a:t>
            </a:r>
          </a:p>
          <a:p>
            <a:r>
              <a:t>    "selection_sha256": "c43fe3e7d53d09f2b0e4ab8ac83c84daa1c5dc4be578b6221c3e21bb89dcbc79",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0.7689873417721519,</a:t>
            </a:r>
          </a:p>
          <a:p>
            <a:r>
              <a:t>      "auc_prc": 0.2440756527180699,</a:t>
            </a:r>
          </a:p>
          <a:p>
            <a:r>
              <a:t>      "average_precision": 0.2509927972478988,</a:t>
            </a:r>
          </a:p>
          <a:p>
            <a:r>
              <a:t>      "balanced_accuracy": 0.5974722838137472,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228,</a:t>
            </a:r>
          </a:p>
          <a:p>
            <a:r>
              <a:t>          47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26,</a:t>
            </a:r>
          </a:p>
          <a:p>
            <a:r>
              <a:t>          15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0.29126213592233013,</a:t>
            </a:r>
          </a:p>
          <a:p>
            <a:r>
              <a:t>      "positive_count": 41,</a:t>
            </a:r>
          </a:p>
          <a:p>
            <a:r>
              <a:t>      "positive_rate": 0.12974683544303797,</a:t>
            </a:r>
          </a:p>
          <a:p>
            <a:r>
              <a:t>      "precision": 0.24193548387096775,</a:t>
            </a:r>
          </a:p>
          <a:p>
            <a:r>
              <a:t>      "recall": 0.36585365853658536,</a:t>
            </a:r>
          </a:p>
          <a:p>
            <a:r>
              <a:t>      "roc_auc": 0.5882926829268292,</a:t>
            </a:r>
          </a:p>
          <a:p>
            <a:r>
              <a:t>      "row_count": 316,</a:t>
            </a:r>
          </a:p>
          <a:p>
            <a:r>
              <a:t>      "threshold": 0.41999999999999993</a:t>
            </a:r>
          </a:p>
          <a:p>
            <a:r>
              <a:t>    },</a:t>
            </a:r>
          </a:p>
          <a:p>
            <a:r>
              <a:t>    "test_predictions_sha256": "e13bb8d73952280ac971852d73fc4def6e0cbb677c62772f3f83ffb2994aa96a",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-0.03261842410714551,</a:t>
            </a:r>
          </a:p>
          <a:p>
            <a:r>
              <a:t>          0.12064147173970617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-0.0426867018590512,</a:t>
            </a:r>
          </a:p>
          <a:p>
            <a:r>
              <a:t>          0.11069404313997173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-0.05536604666980598,</a:t>
            </a:r>
          </a:p>
          <a:p>
            <a:r>
              <a:t>          0.05072066262534533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0.1347676647092901,</a:t>
            </a:r>
          </a:p>
          <a:p>
            <a:r>
              <a:t>          0.36818606667319603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0.14734950343371972,</a:t>
            </a:r>
          </a:p>
          <a:p>
            <a:r>
              <a:t>          0.38017307040886544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0.4877580783080386,</a:t>
            </a:r>
          </a:p>
          <a:p>
            <a:r>
              <a:t>          0.6901408001396183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Study: hf-20261008-modernbert-qwen. Report received October 19, 2026. Report SHA256: 7698fe31e652cc8d24fb2cc8ff8a443c2c1ec04ac3786cd9bf3dc0e6f4ec006a. Study SHA256: 111d8a78875a8263475514691b581904a9164855d91603ac7dc4e32f838a5095. Source: data/hf-20261008-report.json; counts from the frozen reference_contract.json. Reported metrics are not independently recomputed from raw predictions. Matched classical comparator selected by validation AUC-PRC in historical PR #357. Labels: &gt;= K changed words AND at least one summary/description/acceptance change. Test metrics are unweighted. Scores are retrospective; public-Jira pretraining contamination is possible. Paired issue bootstrap does not model temporal dependence.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"Qwen/Qwen3-Embedding-0.6B",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"q_proj",</a:t>
            </a:r>
          </a:p>
          <a:p>
            <a:r>
              <a:t>          "v_proj"</a:t>
            </a:r>
          </a:p>
          <a:p>
            <a:r>
              <a:t>        ],</a:t>
            </a:r>
          </a:p>
          <a:p>
            <a:r>
              <a:t>        "parameters_billions": 0.6,</a:t>
            </a:r>
          </a:p>
          <a:p>
            <a:r>
              <a:t>        "pooling": "last",</a:t>
            </a:r>
          </a:p>
          <a:p>
            <a:r>
              <a:t>        "profile_vram_gib": [</a:t>
            </a:r>
          </a:p>
          <a:p>
            <a:r>
              <a:t>          12,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"97b0c614be4d77ee51c0cef4e5f07c00f9eb65b3"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"frozen/MariaDB/qwen_embedding/5/4168c89e8b6b1cd5/checkpoint"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0.8467336683417085,</a:t>
            </a:r>
          </a:p>
          <a:p>
            <a:r>
              <a:t>      "auc_prc": 0.19484574838475716,</a:t>
            </a:r>
          </a:p>
          <a:p>
            <a:r>
              <a:t>      "average_precision": 0.20505354435535234,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337,</a:t>
            </a:r>
          </a:p>
          <a:p>
            <a:r>
              <a:t>          0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61,</a:t>
            </a:r>
          </a:p>
          <a:p>
            <a:r>
              <a:t>          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0.0,</a:t>
            </a:r>
          </a:p>
          <a:p>
            <a:r>
              <a:t>      "positive_count": 61,</a:t>
            </a:r>
          </a:p>
          <a:p>
            <a:r>
              <a:t>      "positive_rate": 0.15326633165829145,</a:t>
            </a:r>
          </a:p>
          <a:p>
            <a:r>
              <a:t>      "precision": 0.0,</a:t>
            </a:r>
          </a:p>
          <a:p>
            <a:r>
              <a:t>      "recall": 0.0,</a:t>
            </a:r>
          </a:p>
          <a:p>
            <a:r>
              <a:t>      "roc_auc": 0.5828914724911223,</a:t>
            </a:r>
          </a:p>
          <a:p>
            <a:r>
              <a:t>      "row_count": 398,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"RF",</a:t>
            </a:r>
          </a:p>
          <a:p>
            <a:r>
              <a:t>      "variant": "baseline"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"b9ca36f369be99ff385fad934f47c6aa709c5b52817b1b9aec1f36fcf88567f4",</a:t>
            </a:r>
          </a:p>
          <a:p>
            <a:r>
              <a:t>      "head.safetensors": "b3ab2f908220bee3e1a810e73aeaf6e831936225da99548c77d9b84789180b16",</a:t>
            </a:r>
          </a:p>
          <a:p>
            <a:r>
              <a:t>      "inference.json": "5c6c9ec7542eaee0b2dc975f8775e3db14f2d612cd0033e5cbbc1e1adf1ee532"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0.15326633165829145,</a:t>
            </a:r>
          </a:p>
          <a:p>
            <a:r>
              <a:t>      "auc_prc": 0.5766331658291457,</a:t>
            </a:r>
          </a:p>
          <a:p>
            <a:r>
              <a:t>      "average_precision": 0.15326633165829145,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337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61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0.2657952069716776,</a:t>
            </a:r>
          </a:p>
          <a:p>
            <a:r>
              <a:t>      "positive_count": 61,</a:t>
            </a:r>
          </a:p>
          <a:p>
            <a:r>
              <a:t>      "positive_rate": 0.15326633165829145,</a:t>
            </a:r>
          </a:p>
          <a:p>
            <a:r>
              <a:t>      "precision": 0.15326633165829145,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398,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false,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5,</a:t>
            </a:r>
          </a:p>
          <a:p>
            <a:r>
              <a:t>    "model": "qwen_embedding",</a:t>
            </a:r>
          </a:p>
          <a:p>
            <a:r>
              <a:t>    "project": "MariaDB",</a:t>
            </a:r>
          </a:p>
          <a:p>
            <a:r>
              <a:t>    "selection_sha256": "ea8613eae93340412a6d1f6dd7bf97ca4e79c07ea0410db1d745b13bcbecef77",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0.7386934673366834,</a:t>
            </a:r>
          </a:p>
          <a:p>
            <a:r>
              <a:t>      "auc_prc": 0.17224802731147648,</a:t>
            </a:r>
          </a:p>
          <a:p>
            <a:r>
              <a:t>      "average_precision": 0.17898146033852855,</a:t>
            </a:r>
          </a:p>
          <a:p>
            <a:r>
              <a:t>      "balanced_accuracy": 0.49661915649170596,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285,</a:t>
            </a:r>
          </a:p>
          <a:p>
            <a:r>
              <a:t>          52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52,</a:t>
            </a:r>
          </a:p>
          <a:p>
            <a:r>
              <a:t>          9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0.14754098360655737,</a:t>
            </a:r>
          </a:p>
          <a:p>
            <a:r>
              <a:t>      "positive_count": 61,</a:t>
            </a:r>
          </a:p>
          <a:p>
            <a:r>
              <a:t>      "positive_rate": 0.15326633165829145,</a:t>
            </a:r>
          </a:p>
          <a:p>
            <a:r>
              <a:t>      "precision": 0.14754098360655737,</a:t>
            </a:r>
          </a:p>
          <a:p>
            <a:r>
              <a:t>      "recall": 0.14754098360655737,</a:t>
            </a:r>
          </a:p>
          <a:p>
            <a:r>
              <a:t>      "roc_auc": 0.542151092085421,</a:t>
            </a:r>
          </a:p>
          <a:p>
            <a:r>
              <a:t>      "row_count": 398,</a:t>
            </a:r>
          </a:p>
          <a:p>
            <a:r>
              <a:t>      "threshold": 0.48999999999999994</a:t>
            </a:r>
          </a:p>
          <a:p>
            <a:r>
              <a:t>    },</a:t>
            </a:r>
          </a:p>
          <a:p>
            <a:r>
              <a:t>    "test_predictions_sha256": "bbc7000a1aae5164bc361585de1cb0d82100167c8a0b3513dc0b55bc60ed4d3d",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-0.09719879757920633,</a:t>
            </a:r>
          </a:p>
          <a:p>
            <a:r>
              <a:t>          0.033430449203013496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-0.10024187603180736,</a:t>
            </a:r>
          </a:p>
          <a:p>
            <a:r>
              <a:t>          0.035777854878510804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-0.13661909089540666,</a:t>
            </a:r>
          </a:p>
          <a:p>
            <a:r>
              <a:t>          0.05853150992676257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0.12394252483232751,</a:t>
            </a:r>
          </a:p>
          <a:p>
            <a:r>
              <a:t>          0.24359575899054053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0.1319648785910342,</a:t>
            </a:r>
          </a:p>
          <a:p>
            <a:r>
              <a:t>          0.26020904622021634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0.465700948616549,</a:t>
            </a:r>
          </a:p>
          <a:p>
            <a:r>
              <a:t>          0.6242777795210251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"Qwen/Qwen3-Embedding-0.6B",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"q_proj",</a:t>
            </a:r>
          </a:p>
          <a:p>
            <a:r>
              <a:t>          "v_proj"</a:t>
            </a:r>
          </a:p>
          <a:p>
            <a:r>
              <a:t>        ],</a:t>
            </a:r>
          </a:p>
          <a:p>
            <a:r>
              <a:t>        "parameters_billions": 0.6,</a:t>
            </a:r>
          </a:p>
          <a:p>
            <a:r>
              <a:t>        "pooling": "last",</a:t>
            </a:r>
          </a:p>
          <a:p>
            <a:r>
              <a:t>        "profile_vram_gib": [</a:t>
            </a:r>
          </a:p>
          <a:p>
            <a:r>
              <a:t>          12,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"97b0c614be4d77ee51c0cef4e5f07c00f9eb65b3"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"finetune/MariaDB/qwen_embedding/10/92ad5a79985a51fb/checkpoint"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0.8894472361809045,</a:t>
            </a:r>
          </a:p>
          <a:p>
            <a:r>
              <a:t>      "auc_prc": 0.155084524931062,</a:t>
            </a:r>
          </a:p>
          <a:p>
            <a:r>
              <a:t>      "average_precision": 0.16548126800780694,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354,</a:t>
            </a:r>
          </a:p>
          <a:p>
            <a:r>
              <a:t>          0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44,</a:t>
            </a:r>
          </a:p>
          <a:p>
            <a:r>
              <a:t>          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0.0,</a:t>
            </a:r>
          </a:p>
          <a:p>
            <a:r>
              <a:t>      "positive_count": 44,</a:t>
            </a:r>
          </a:p>
          <a:p>
            <a:r>
              <a:t>      "positive_rate": 0.11055276381909548,</a:t>
            </a:r>
          </a:p>
          <a:p>
            <a:r>
              <a:t>      "precision": 0.0,</a:t>
            </a:r>
          </a:p>
          <a:p>
            <a:r>
              <a:t>      "recall": 0.0,</a:t>
            </a:r>
          </a:p>
          <a:p>
            <a:r>
              <a:t>      "roc_auc": 0.6271828454031844,</a:t>
            </a:r>
          </a:p>
          <a:p>
            <a:r>
              <a:t>      "row_count": 398,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"RF",</a:t>
            </a:r>
          </a:p>
          <a:p>
            <a:r>
              <a:t>      "variant": "baseline"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"53f4ffe7c04f3137cb8ccac9a68df5cf80fcde38be178734cbde41eba90bb8b6",</a:t>
            </a:r>
          </a:p>
          <a:p>
            <a:r>
              <a:t>      "adapter/README.md": "2b259ec9b5799fd1e7da6813a1a008293163ac0d5b6be0eb53454a512e57e06a",</a:t>
            </a:r>
          </a:p>
          <a:p>
            <a:r>
              <a:t>      "adapter/adapter_config.json": "99fa5eb9f7d31210f53d3d34e75da168eb5316200f9fd08f3c0967ecdad46276",</a:t>
            </a:r>
          </a:p>
          <a:p>
            <a:r>
              <a:t>      "adapter/adapter_model.safetensors": "ca5aa71873a13ee0a257776f0a6086ed2b2bea61ca3e5f016af404e0227e7123",</a:t>
            </a:r>
          </a:p>
          <a:p>
            <a:r>
              <a:t>      "head.safetensors": "f370a4435de0be1b3f2e019720bab495ef014721568b9375e027c6289588c1d0",</a:t>
            </a:r>
          </a:p>
          <a:p>
            <a:r>
              <a:t>      "inference.json": "61403c6871050f090dbd58c340cc6bf1ef5a4b7b165dc3f0b50fd31fb3990502"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0.11055276381909548,</a:t>
            </a:r>
          </a:p>
          <a:p>
            <a:r>
              <a:t>      "auc_prc": 0.5552763819095478,</a:t>
            </a:r>
          </a:p>
          <a:p>
            <a:r>
              <a:t>      "average_precision": 0.11055276381909548,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354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44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0.1990950226244344,</a:t>
            </a:r>
          </a:p>
          <a:p>
            <a:r>
              <a:t>      "positive_count": 44,</a:t>
            </a:r>
          </a:p>
          <a:p>
            <a:r>
              <a:t>      "positive_rate": 0.11055276381909548,</a:t>
            </a:r>
          </a:p>
          <a:p>
            <a:r>
              <a:t>      "precision": 0.11055276381909548,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398,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true,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10,</a:t>
            </a:r>
          </a:p>
          <a:p>
            <a:r>
              <a:t>    "model": "qwen_embedding",</a:t>
            </a:r>
          </a:p>
          <a:p>
            <a:r>
              <a:t>    "project": "MariaDB",</a:t>
            </a:r>
          </a:p>
          <a:p>
            <a:r>
              <a:t>    "selection_sha256": "1f4b00f41e0beed130a0f30667899212eaa8ebe8bde81b8755683bf723fce380",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0.8442211055276382,</a:t>
            </a:r>
          </a:p>
          <a:p>
            <a:r>
              <a:t>      "auc_prc": 0.1973851461124036,</a:t>
            </a:r>
          </a:p>
          <a:p>
            <a:r>
              <a:t>      "average_precision": 0.20288695245090116,</a:t>
            </a:r>
          </a:p>
          <a:p>
            <a:r>
              <a:t>      "balanced_accuracy": 0.48452747817154596,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335,</a:t>
            </a:r>
          </a:p>
          <a:p>
            <a:r>
              <a:t>          19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43,</a:t>
            </a:r>
          </a:p>
          <a:p>
            <a:r>
              <a:t>          1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0.03125000000000001,</a:t>
            </a:r>
          </a:p>
          <a:p>
            <a:r>
              <a:t>      "positive_count": 44,</a:t>
            </a:r>
          </a:p>
          <a:p>
            <a:r>
              <a:t>      "positive_rate": 0.11055276381909548,</a:t>
            </a:r>
          </a:p>
          <a:p>
            <a:r>
              <a:t>      "precision": 0.05,</a:t>
            </a:r>
          </a:p>
          <a:p>
            <a:r>
              <a:t>      "recall": 0.022727272727272728,</a:t>
            </a:r>
          </a:p>
          <a:p>
            <a:r>
              <a:t>      "roc_auc": 0.6836800205444273,</a:t>
            </a:r>
          </a:p>
          <a:p>
            <a:r>
              <a:t>      "row_count": 398,</a:t>
            </a:r>
          </a:p>
          <a:p>
            <a:r>
              <a:t>      "threshold": 0.06</a:t>
            </a:r>
          </a:p>
          <a:p>
            <a:r>
              <a:t>    },</a:t>
            </a:r>
          </a:p>
          <a:p>
            <a:r>
              <a:t>    "test_predictions_sha256": "e142588b65ca8307de9a87bf068235bfd768a3d0b752e3eff8ee14ba227428b9",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-0.03765389019560562,</a:t>
            </a:r>
          </a:p>
          <a:p>
            <a:r>
              <a:t>          0.1095432255686863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-0.05268205953481223,</a:t>
            </a:r>
          </a:p>
          <a:p>
            <a:r>
              <a:t>          0.10679253074226538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-0.001312812579360736,</a:t>
            </a:r>
          </a:p>
          <a:p>
            <a:r>
              <a:t>          0.11331291694183628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0.12528601082804086,</a:t>
            </a:r>
          </a:p>
          <a:p>
            <a:r>
              <a:t>          0.28879254245764946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0.13479110102534186,</a:t>
            </a:r>
          </a:p>
          <a:p>
            <a:r>
              <a:t>          0.30064446213338664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0.6096036515679898,</a:t>
            </a:r>
          </a:p>
          <a:p>
            <a:r>
              <a:t>          0.7543912432539737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"Qwen/Qwen3-Embedding-0.6B",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"q_proj",</a:t>
            </a:r>
          </a:p>
          <a:p>
            <a:r>
              <a:t>          "v_proj"</a:t>
            </a:r>
          </a:p>
          <a:p>
            <a:r>
              <a:t>        ],</a:t>
            </a:r>
          </a:p>
          <a:p>
            <a:r>
              <a:t>        "parameters_billions": 0.6,</a:t>
            </a:r>
          </a:p>
          <a:p>
            <a:r>
              <a:t>        "pooling": "last",</a:t>
            </a:r>
          </a:p>
          <a:p>
            <a:r>
              <a:t>        "profile_vram_gib": [</a:t>
            </a:r>
          </a:p>
          <a:p>
            <a:r>
              <a:t>          12,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"97b0c614be4d77ee51c0cef4e5f07c00f9eb65b3"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"frozen/MariaDB/qwen_embedding/15/38814b7cd5ea6942/checkpoint"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0.8442211055276382,</a:t>
            </a:r>
          </a:p>
          <a:p>
            <a:r>
              <a:t>      "auc_prc": 0.10881496705402251,</a:t>
            </a:r>
          </a:p>
          <a:p>
            <a:r>
              <a:t>      "average_precision": 0.11289825475418147,</a:t>
            </a:r>
          </a:p>
          <a:p>
            <a:r>
              <a:t>      "balanced_accuracy": 0.5154005811540059,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332,</a:t>
            </a:r>
          </a:p>
          <a:p>
            <a:r>
              <a:t>          33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29,</a:t>
            </a:r>
          </a:p>
          <a:p>
            <a:r>
              <a:t>          4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0.11428571428571428,</a:t>
            </a:r>
          </a:p>
          <a:p>
            <a:r>
              <a:t>      "positive_count": 33,</a:t>
            </a:r>
          </a:p>
          <a:p>
            <a:r>
              <a:t>      "positive_rate": 0.0829145728643216,</a:t>
            </a:r>
          </a:p>
          <a:p>
            <a:r>
              <a:t>      "precision": 0.10810810810810811,</a:t>
            </a:r>
          </a:p>
          <a:p>
            <a:r>
              <a:t>      "recall": 0.12121212121212122,</a:t>
            </a:r>
          </a:p>
          <a:p>
            <a:r>
              <a:t>      "roc_auc": 0.4899128268991283,</a:t>
            </a:r>
          </a:p>
          <a:p>
            <a:r>
              <a:t>      "row_count": 398,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"NN",</a:t>
            </a:r>
          </a:p>
          <a:p>
            <a:r>
              <a:t>      "variant": "baseline"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"126b5f067a6261501a42990a518a7686a7e5a6ed7f9070569944dac9bb988392",</a:t>
            </a:r>
          </a:p>
          <a:p>
            <a:r>
              <a:t>      "head.safetensors": "69d0ff51540dedaa4bfd8bb23d2c9ba2d3af216b220195c512918bd1067dc2e5",</a:t>
            </a:r>
          </a:p>
          <a:p>
            <a:r>
              <a:t>      "inference.json": "fd523f63c27f536a507420e696134fa9036d2e65c4e80b28f53b550051df6280"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0.0829145728643216,</a:t>
            </a:r>
          </a:p>
          <a:p>
            <a:r>
              <a:t>      "auc_prc": 0.5414572864321608,</a:t>
            </a:r>
          </a:p>
          <a:p>
            <a:r>
              <a:t>      "average_precision": 0.0829145728643216,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365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33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0.1531322505800464,</a:t>
            </a:r>
          </a:p>
          <a:p>
            <a:r>
              <a:t>      "positive_count": 33,</a:t>
            </a:r>
          </a:p>
          <a:p>
            <a:r>
              <a:t>      "positive_rate": 0.0829145728643216,</a:t>
            </a:r>
          </a:p>
          <a:p>
            <a:r>
              <a:t>      "precision": 0.0829145728643216,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398,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true,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15,</a:t>
            </a:r>
          </a:p>
          <a:p>
            <a:r>
              <a:t>    "model": "qwen_embedding",</a:t>
            </a:r>
          </a:p>
          <a:p>
            <a:r>
              <a:t>    "project": "MariaDB",</a:t>
            </a:r>
          </a:p>
          <a:p>
            <a:r>
              <a:t>    "selection_sha256": "c211432f8e92f0c853a9d0cf0a8df1f7f6748bd12f144d5954605408cbe2d0ef",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0.6809045226130653,</a:t>
            </a:r>
          </a:p>
          <a:p>
            <a:r>
              <a:t>      "auc_prc": 0.13460626189726138,</a:t>
            </a:r>
          </a:p>
          <a:p>
            <a:r>
              <a:t>      "average_precision": 0.1462048489230392,</a:t>
            </a:r>
          </a:p>
          <a:p>
            <a:r>
              <a:t>      "balanced_accuracy": 0.6330842673308428,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252,</a:t>
            </a:r>
          </a:p>
          <a:p>
            <a:r>
              <a:t>          113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14,</a:t>
            </a:r>
          </a:p>
          <a:p>
            <a:r>
              <a:t>          19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0.23030303030303034,</a:t>
            </a:r>
          </a:p>
          <a:p>
            <a:r>
              <a:t>      "positive_count": 33,</a:t>
            </a:r>
          </a:p>
          <a:p>
            <a:r>
              <a:t>      "positive_rate": 0.0829145728643216,</a:t>
            </a:r>
          </a:p>
          <a:p>
            <a:r>
              <a:t>      "precision": 0.14393939393939395,</a:t>
            </a:r>
          </a:p>
          <a:p>
            <a:r>
              <a:t>      "recall": 0.5757575757575758,</a:t>
            </a:r>
          </a:p>
          <a:p>
            <a:r>
              <a:t>      "roc_auc": 0.6503113325031133,</a:t>
            </a:r>
          </a:p>
          <a:p>
            <a:r>
              <a:t>      "row_count": 398,</a:t>
            </a:r>
          </a:p>
          <a:p>
            <a:r>
              <a:t>      "threshold": 0.22999999999999998</a:t>
            </a:r>
          </a:p>
          <a:p>
            <a:r>
              <a:t>    },</a:t>
            </a:r>
          </a:p>
          <a:p>
            <a:r>
              <a:t>    "test_predictions_sha256": "5d6df11a6ae3bc54d294a45d21693bf44665829b73d8a810a9799ec7b59d51e2",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-0.048469636987044054,</a:t>
            </a:r>
          </a:p>
          <a:p>
            <a:r>
              <a:t>          0.11105694411136025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-0.03877521175802753,</a:t>
            </a:r>
          </a:p>
          <a:p>
            <a:r>
              <a:t>          0.13127442509976026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0.08682725985585978,</a:t>
            </a:r>
          </a:p>
          <a:p>
            <a:r>
              <a:t>          0.24001765127846597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0.08150119157441411,</a:t>
            </a:r>
          </a:p>
          <a:p>
            <a:r>
              <a:t>          0.23037020130150426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0.09178246909229279,</a:t>
            </a:r>
          </a:p>
          <a:p>
            <a:r>
              <a:t>          0.258447368827194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0.55125,</a:t>
            </a:r>
          </a:p>
          <a:p>
            <a:r>
              <a:t>          0.7423885507408234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"Qwen/Qwen3-Embedding-0.6B",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"q_proj",</a:t>
            </a:r>
          </a:p>
          <a:p>
            <a:r>
              <a:t>          "v_proj"</a:t>
            </a:r>
          </a:p>
          <a:p>
            <a:r>
              <a:t>        ],</a:t>
            </a:r>
          </a:p>
          <a:p>
            <a:r>
              <a:t>        "parameters_billions": 0.6,</a:t>
            </a:r>
          </a:p>
          <a:p>
            <a:r>
              <a:t>        "pooling": "last",</a:t>
            </a:r>
          </a:p>
          <a:p>
            <a:r>
              <a:t>        "profile_vram_gib": [</a:t>
            </a:r>
          </a:p>
          <a:p>
            <a:r>
              <a:t>          12,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"97b0c614be4d77ee51c0cef4e5f07c00f9eb65b3"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"frozen/MariaDB/qwen_embedding/20/960e0f5859a4a3fd/checkpoint"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0.9296482412060302,</a:t>
            </a:r>
          </a:p>
          <a:p>
            <a:r>
              <a:t>      "auc_prc": 0.12182267085738707,</a:t>
            </a:r>
          </a:p>
          <a:p>
            <a:r>
              <a:t>      "average_precision": 0.133107696306499,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370,</a:t>
            </a:r>
          </a:p>
          <a:p>
            <a:r>
              <a:t>          0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28,</a:t>
            </a:r>
          </a:p>
          <a:p>
            <a:r>
              <a:t>          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0.0,</a:t>
            </a:r>
          </a:p>
          <a:p>
            <a:r>
              <a:t>      "positive_count": 28,</a:t>
            </a:r>
          </a:p>
          <a:p>
            <a:r>
              <a:t>      "positive_rate": 0.07035175879396985,</a:t>
            </a:r>
          </a:p>
          <a:p>
            <a:r>
              <a:t>      "precision": 0.0,</a:t>
            </a:r>
          </a:p>
          <a:p>
            <a:r>
              <a:t>      "recall": 0.0,</a:t>
            </a:r>
          </a:p>
          <a:p>
            <a:r>
              <a:t>      "roc_auc": 0.6720559845559846,</a:t>
            </a:r>
          </a:p>
          <a:p>
            <a:r>
              <a:t>      "row_count": 398,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"RF",</a:t>
            </a:r>
          </a:p>
          <a:p>
            <a:r>
              <a:t>      "variant": "refactored"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"4fa0a9977de2c8d2c3a0fa6c84f44b5bbdfd066f31c8e05c295192f8820a9dc1",</a:t>
            </a:r>
          </a:p>
          <a:p>
            <a:r>
              <a:t>      "head.safetensors": "801b81e69684c586a76f563898ad0e8609fb18a8b6f1da81c084f89f1fbb55d1",</a:t>
            </a:r>
          </a:p>
          <a:p>
            <a:r>
              <a:t>      "inference.json": "e341ba58913363120efc2281f3c005812706bb815c3b07db99e629b15a22aa59"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0.07035175879396985,</a:t>
            </a:r>
          </a:p>
          <a:p>
            <a:r>
              <a:t>      "auc_prc": 0.535175879396985,</a:t>
            </a:r>
          </a:p>
          <a:p>
            <a:r>
              <a:t>      "average_precision": 0.07035175879396985,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370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28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0.13145539906103285,</a:t>
            </a:r>
          </a:p>
          <a:p>
            <a:r>
              <a:t>      "positive_count": 28,</a:t>
            </a:r>
          </a:p>
          <a:p>
            <a:r>
              <a:t>      "positive_rate": 0.07035175879396985,</a:t>
            </a:r>
          </a:p>
          <a:p>
            <a:r>
              <a:t>      "precision": 0.07035175879396985,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398,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true,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20,</a:t>
            </a:r>
          </a:p>
          <a:p>
            <a:r>
              <a:t>    "model": "qwen_embedding",</a:t>
            </a:r>
          </a:p>
          <a:p>
            <a:r>
              <a:t>    "project": "MariaDB",</a:t>
            </a:r>
          </a:p>
          <a:p>
            <a:r>
              <a:t>    "selection_sha256": "0a23b3d08999e9d4fbe36be3c6da5b502a31f60a7888bd59e8bc522ceae474e9",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0.7914572864321608,</a:t>
            </a:r>
          </a:p>
          <a:p>
            <a:r>
              <a:t>      "auc_prc": 0.1833078226395442,</a:t>
            </a:r>
          </a:p>
          <a:p>
            <a:r>
              <a:t>      "average_precision": 0.20318727651072696,</a:t>
            </a:r>
          </a:p>
          <a:p>
            <a:r>
              <a:t>      "balanced_accuracy": 0.5907335907335908,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305,</a:t>
            </a:r>
          </a:p>
          <a:p>
            <a:r>
              <a:t>          65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18,</a:t>
            </a:r>
          </a:p>
          <a:p>
            <a:r>
              <a:t>          10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0.19417475728155337,</a:t>
            </a:r>
          </a:p>
          <a:p>
            <a:r>
              <a:t>      "positive_count": 28,</a:t>
            </a:r>
          </a:p>
          <a:p>
            <a:r>
              <a:t>      "positive_rate": 0.07035175879396985,</a:t>
            </a:r>
          </a:p>
          <a:p>
            <a:r>
              <a:t>      "precision": 0.13333333333333333,</a:t>
            </a:r>
          </a:p>
          <a:p>
            <a:r>
              <a:t>      "recall": 0.35714285714285715,</a:t>
            </a:r>
          </a:p>
          <a:p>
            <a:r>
              <a:t>      "roc_auc": 0.7377413127413127,</a:t>
            </a:r>
          </a:p>
          <a:p>
            <a:r>
              <a:t>      "row_count": 398,</a:t>
            </a:r>
          </a:p>
          <a:p>
            <a:r>
              <a:t>      "threshold": 0.05</a:t>
            </a:r>
          </a:p>
          <a:p>
            <a:r>
              <a:t>    },</a:t>
            </a:r>
          </a:p>
          <a:p>
            <a:r>
              <a:t>    "test_predictions_sha256": "51c3c7c893d10e6eb5fdf365f47102bf5c0d9a31467e21837d80a3fd31b022a0",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-0.021968740152905505,</a:t>
            </a:r>
          </a:p>
          <a:p>
            <a:r>
              <a:t>          0.19680681996154412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-0.032996225107459906,</a:t>
            </a:r>
          </a:p>
          <a:p>
            <a:r>
              <a:t>          0.19865410115030177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-0.01535299806576396,</a:t>
            </a:r>
          </a:p>
          <a:p>
            <a:r>
              <a:t>          0.1423322261685521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0.09850997634521859,</a:t>
            </a:r>
          </a:p>
          <a:p>
            <a:r>
              <a:t>          0.3454877464882493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0.11505529471063236,</a:t>
            </a:r>
          </a:p>
          <a:p>
            <a:r>
              <a:t>          0.37286718808514663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0.6506093854341509,</a:t>
            </a:r>
          </a:p>
          <a:p>
            <a:r>
              <a:t>          0.8189320011028985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Study: hf-20261008-modernbert-qwen. Report received October 19, 2026. Report SHA256: 7698fe31e652cc8d24fb2cc8ff8a443c2c1ec04ac3786cd9bf3dc0e6f4ec006a. Study SHA256: 111d8a78875a8263475514691b581904a9164855d91603ac7dc4e32f838a5095. Source: data/hf-20261008-report.json; counts from the frozen reference_contract.json. Reported metrics are not independently recomputed from raw predictions. Matched classical comparator selected by validation AUC-PRC in historical PR #357. Labels: &gt;= K changed words AND at least one summary/description/acceptance change. Test metrics are unweighted. Scores are retrospective; public-Jira pretraining contamination is possible. Paired issue bootstrap does not model temporal dependence.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"answerdotai/ModernBERT-base",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"Wqkv",</a:t>
            </a:r>
          </a:p>
          <a:p>
            <a:r>
              <a:t>          "Wo"</a:t>
            </a:r>
          </a:p>
          <a:p>
            <a:r>
              <a:t>        ],</a:t>
            </a:r>
          </a:p>
          <a:p>
            <a:r>
              <a:t>        "parameters_billions": 0.149,</a:t>
            </a:r>
          </a:p>
          <a:p>
            <a:r>
              <a:t>        "pooling": "mean",</a:t>
            </a:r>
          </a:p>
          <a:p>
            <a:r>
              <a:t>        "profile_vram_gib": [</a:t>
            </a:r>
          </a:p>
          <a:p>
            <a:r>
              <a:t>          16,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"8949b909ec900327062f0ebf497f51aef5e6f0c8"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"frozen/Qt/modernbert/5/4472aaa46dad1ea1/checkpoint"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0.9035159443990188,</a:t>
            </a:r>
          </a:p>
          <a:p>
            <a:r>
              <a:t>      "auc_prc": 0.18974342862675092,</a:t>
            </a:r>
          </a:p>
          <a:p>
            <a:r>
              <a:t>      "average_precision": 0.1949165780791524,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1105,</a:t>
            </a:r>
          </a:p>
          <a:p>
            <a:r>
              <a:t>          0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118,</a:t>
            </a:r>
          </a:p>
          <a:p>
            <a:r>
              <a:t>          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0.0,</a:t>
            </a:r>
          </a:p>
          <a:p>
            <a:r>
              <a:t>      "positive_count": 118,</a:t>
            </a:r>
          </a:p>
          <a:p>
            <a:r>
              <a:t>      "positive_rate": 0.0964840556009812,</a:t>
            </a:r>
          </a:p>
          <a:p>
            <a:r>
              <a:t>      "precision": 0.0,</a:t>
            </a:r>
          </a:p>
          <a:p>
            <a:r>
              <a:t>      "recall": 0.0,</a:t>
            </a:r>
          </a:p>
          <a:p>
            <a:r>
              <a:t>      "roc_auc": 0.689911036122402,</a:t>
            </a:r>
          </a:p>
          <a:p>
            <a:r>
              <a:t>      "row_count": 1223,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"XGboost",</a:t>
            </a:r>
          </a:p>
          <a:p>
            <a:r>
              <a:t>      "variant": "baseline"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"0b1bf56f4073d47dcffe12a784a9f46b7a5c94a2379f7cba3d6ebda97226ecb3",</a:t>
            </a:r>
          </a:p>
          <a:p>
            <a:r>
              <a:t>      "head.safetensors": "7c6f82c82613bb00cffd6ed0fee6e276f6ccce25e4828ff1802d9846a22c0439",</a:t>
            </a:r>
          </a:p>
          <a:p>
            <a:r>
              <a:t>      "inference.json": "c121cc7df30c93e6066b966869e921dd506d1e45823bc49a1557cfd9ea054343"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0.0964840556009812,</a:t>
            </a:r>
          </a:p>
          <a:p>
            <a:r>
              <a:t>      "auc_prc": 0.5482420278004906,</a:t>
            </a:r>
          </a:p>
          <a:p>
            <a:r>
              <a:t>      "average_precision": 0.0964840556009812,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1105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118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0.17598806860551827,</a:t>
            </a:r>
          </a:p>
          <a:p>
            <a:r>
              <a:t>      "positive_count": 118,</a:t>
            </a:r>
          </a:p>
          <a:p>
            <a:r>
              <a:t>      "positive_rate": 0.0964840556009812,</a:t>
            </a:r>
          </a:p>
          <a:p>
            <a:r>
              <a:t>      "precision": 0.0964840556009812,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1223,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true,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5,</a:t>
            </a:r>
          </a:p>
          <a:p>
            <a:r>
              <a:t>    "model": "modernbert",</a:t>
            </a:r>
          </a:p>
          <a:p>
            <a:r>
              <a:t>    "project": "Qt",</a:t>
            </a:r>
          </a:p>
          <a:p>
            <a:r>
              <a:t>    "selection_sha256": "3c7f0a2c4410e452740d3ea1101442e3b1518c4719a2fe5439570c3eef17c6b1",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0.7072771872444807,</a:t>
            </a:r>
          </a:p>
          <a:p>
            <a:r>
              <a:t>      "auc_prc": 0.2304647670912897,</a:t>
            </a:r>
          </a:p>
          <a:p>
            <a:r>
              <a:t>      "average_precision": 0.23591981132571813,</a:t>
            </a:r>
          </a:p>
          <a:p>
            <a:r>
              <a:t>      "balanced_accuracy": 0.6033514840095099,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809,</a:t>
            </a:r>
          </a:p>
          <a:p>
            <a:r>
              <a:t>          296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62,</a:t>
            </a:r>
          </a:p>
          <a:p>
            <a:r>
              <a:t>          56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0.23829787234042552,</a:t>
            </a:r>
          </a:p>
          <a:p>
            <a:r>
              <a:t>      "positive_count": 118,</a:t>
            </a:r>
          </a:p>
          <a:p>
            <a:r>
              <a:t>      "positive_rate": 0.0964840556009812,</a:t>
            </a:r>
          </a:p>
          <a:p>
            <a:r>
              <a:t>      "precision": 0.1590909090909091,</a:t>
            </a:r>
          </a:p>
          <a:p>
            <a:r>
              <a:t>      "recall": 0.4745762711864407,</a:t>
            </a:r>
          </a:p>
          <a:p>
            <a:r>
              <a:t>      "roc_auc": 0.6875910729350411,</a:t>
            </a:r>
          </a:p>
          <a:p>
            <a:r>
              <a:t>      "row_count": 1223,</a:t>
            </a:r>
          </a:p>
          <a:p>
            <a:r>
              <a:t>      "threshold": 0.5099999999999999</a:t>
            </a:r>
          </a:p>
          <a:p>
            <a:r>
              <a:t>    },</a:t>
            </a:r>
          </a:p>
          <a:p>
            <a:r>
              <a:t>    "test_predictions_sha256": "0fc240e7c0aad94d8250065e69b9d7195917c3b6d06e7582fe262673624326cd",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-0.02248335685846941,</a:t>
            </a:r>
          </a:p>
          <a:p>
            <a:r>
              <a:t>          0.10925779761044793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-0.022107228658031858,</a:t>
            </a:r>
          </a:p>
          <a:p>
            <a:r>
              <a:t>          0.1102428359813442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-0.039749128848601975,</a:t>
            </a:r>
          </a:p>
          <a:p>
            <a:r>
              <a:t>          0.0352658720883429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0.1651278783343117,</a:t>
            </a:r>
          </a:p>
          <a:p>
            <a:r>
              <a:t>          0.315245736589785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0.1724839465333573,</a:t>
            </a:r>
          </a:p>
          <a:p>
            <a:r>
              <a:t>          0.3219338815115939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0.6391078452242854,</a:t>
            </a:r>
          </a:p>
          <a:p>
            <a:r>
              <a:t>          0.7341193163079862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"Qwen/Qwen3-Embedding-0.6B",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"q_proj",</a:t>
            </a:r>
          </a:p>
          <a:p>
            <a:r>
              <a:t>          "v_proj"</a:t>
            </a:r>
          </a:p>
          <a:p>
            <a:r>
              <a:t>        ],</a:t>
            </a:r>
          </a:p>
          <a:p>
            <a:r>
              <a:t>        "parameters_billions": 0.6,</a:t>
            </a:r>
          </a:p>
          <a:p>
            <a:r>
              <a:t>        "pooling": "last",</a:t>
            </a:r>
          </a:p>
          <a:p>
            <a:r>
              <a:t>        "profile_vram_gib": [</a:t>
            </a:r>
          </a:p>
          <a:p>
            <a:r>
              <a:t>          12,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"97b0c614be4d77ee51c0cef4e5f07c00f9eb65b3"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"finetune/Qt/qwen_embedding/10/3fcda3a886efcc78/checkpoint"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0.7931316434995912,</a:t>
            </a:r>
          </a:p>
          <a:p>
            <a:r>
              <a:t>      "auc_prc": 0.17394196940901607,</a:t>
            </a:r>
          </a:p>
          <a:p>
            <a:r>
              <a:t>      "average_precision": 0.1784419161306906,</a:t>
            </a:r>
          </a:p>
          <a:p>
            <a:r>
              <a:t>      "balanced_accuracy": 0.5988033820578963,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947,</a:t>
            </a:r>
          </a:p>
          <a:p>
            <a:r>
              <a:t>          216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37,</a:t>
            </a:r>
          </a:p>
          <a:p>
            <a:r>
              <a:t>          23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0.15384615384615383,</a:t>
            </a:r>
          </a:p>
          <a:p>
            <a:r>
              <a:t>      "positive_count": 60,</a:t>
            </a:r>
          </a:p>
          <a:p>
            <a:r>
              <a:t>      "positive_rate": 0.04905968928863451,</a:t>
            </a:r>
          </a:p>
          <a:p>
            <a:r>
              <a:t>      "precision": 0.09623430962343096,</a:t>
            </a:r>
          </a:p>
          <a:p>
            <a:r>
              <a:t>      "recall": 0.38333333333333336,</a:t>
            </a:r>
          </a:p>
          <a:p>
            <a:r>
              <a:t>      "roc_auc": 0.7276153625680711,</a:t>
            </a:r>
          </a:p>
          <a:p>
            <a:r>
              <a:t>      "row_count": 1223,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"XGboost",</a:t>
            </a:r>
          </a:p>
          <a:p>
            <a:r>
              <a:t>      "variant": "refactored"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"f41645d8780b5bbbee4683e4478b84c4e27d753ad375d39f4eeefc19ef413a3e",</a:t>
            </a:r>
          </a:p>
          <a:p>
            <a:r>
              <a:t>      "adapter/README.md": "2b259ec9b5799fd1e7da6813a1a008293163ac0d5b6be0eb53454a512e57e06a",</a:t>
            </a:r>
          </a:p>
          <a:p>
            <a:r>
              <a:t>      "adapter/adapter_config.json": "99fa5eb9f7d31210f53d3d34e75da168eb5316200f9fd08f3c0967ecdad46276",</a:t>
            </a:r>
          </a:p>
          <a:p>
            <a:r>
              <a:t>      "adapter/adapter_model.safetensors": "5346b696627f877e9a580bd4cd6d9fdd8f8220709f35d971407651dee73e3d43",</a:t>
            </a:r>
          </a:p>
          <a:p>
            <a:r>
              <a:t>      "head.safetensors": "2caaa1d61d21a52e2be5ad6356b99e674b81c58eec9320d3e8ce284ccc00b2b5",</a:t>
            </a:r>
          </a:p>
          <a:p>
            <a:r>
              <a:t>      "inference.json": "592ae2e91c2b720fcfa501f32f048902eff4a44f2ae1e86fea6529337f35930a"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0.04905968928863451,</a:t>
            </a:r>
          </a:p>
          <a:p>
            <a:r>
              <a:t>      "auc_prc": 0.5245298446443173,</a:t>
            </a:r>
          </a:p>
          <a:p>
            <a:r>
              <a:t>      "average_precision": 0.04905968928863451,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1163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60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0.09353078721745908,</a:t>
            </a:r>
          </a:p>
          <a:p>
            <a:r>
              <a:t>      "positive_count": 60,</a:t>
            </a:r>
          </a:p>
          <a:p>
            <a:r>
              <a:t>      "positive_rate": 0.04905968928863451,</a:t>
            </a:r>
          </a:p>
          <a:p>
            <a:r>
              <a:t>      "precision": 0.04905968928863451,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1223,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true,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10,</a:t>
            </a:r>
          </a:p>
          <a:p>
            <a:r>
              <a:t>    "model": "qwen_embedding",</a:t>
            </a:r>
          </a:p>
          <a:p>
            <a:r>
              <a:t>    "project": "Qt",</a:t>
            </a:r>
          </a:p>
          <a:p>
            <a:r>
              <a:t>    "selection_sha256": "a5c3df04ae804415b9232fe8c421d9b832c45aa67082c09f4f000e533143230b",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0.8798037612428454,</a:t>
            </a:r>
          </a:p>
          <a:p>
            <a:r>
              <a:t>      "auc_prc": 0.17808884719141882,</a:t>
            </a:r>
          </a:p>
          <a:p>
            <a:r>
              <a:t>      "average_precision": 0.18428668296360734,</a:t>
            </a:r>
          </a:p>
          <a:p>
            <a:r>
              <a:t>      "balanced_accuracy": 0.6364717684150186,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1054,</a:t>
            </a:r>
          </a:p>
          <a:p>
            <a:r>
              <a:t>          109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38,</a:t>
            </a:r>
          </a:p>
          <a:p>
            <a:r>
              <a:t>          22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0.23036649214659685,</a:t>
            </a:r>
          </a:p>
          <a:p>
            <a:r>
              <a:t>      "positive_count": 60,</a:t>
            </a:r>
          </a:p>
          <a:p>
            <a:r>
              <a:t>      "positive_rate": 0.04905968928863451,</a:t>
            </a:r>
          </a:p>
          <a:p>
            <a:r>
              <a:t>      "precision": 0.16793893129770993,</a:t>
            </a:r>
          </a:p>
          <a:p>
            <a:r>
              <a:t>      "recall": 0.36666666666666664,</a:t>
            </a:r>
          </a:p>
          <a:p>
            <a:r>
              <a:t>      "roc_auc": 0.7483018056749785,</a:t>
            </a:r>
          </a:p>
          <a:p>
            <a:r>
              <a:t>      "row_count": 1223,</a:t>
            </a:r>
          </a:p>
          <a:p>
            <a:r>
              <a:t>      "threshold": 0.13999999999999999</a:t>
            </a:r>
          </a:p>
          <a:p>
            <a:r>
              <a:t>    },</a:t>
            </a:r>
          </a:p>
          <a:p>
            <a:r>
              <a:t>    "test_predictions_sha256": "c5821dcb1e7dd46a6dfa7751b5dab41b4adad110a9688c4c5dd07eece3a8a84b",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-0.09297876236315608,</a:t>
            </a:r>
          </a:p>
          <a:p>
            <a:r>
              <a:t>          0.1062724426543999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-0.08960500659963994,</a:t>
            </a:r>
          </a:p>
          <a:p>
            <a:r>
              <a:t>          0.1078200874871837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-0.04355216073133632,</a:t>
            </a:r>
          </a:p>
          <a:p>
            <a:r>
              <a:t>          0.08023956371746646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0.10534403545239394,</a:t>
            </a:r>
          </a:p>
          <a:p>
            <a:r>
              <a:t>          0.2772237933199474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0.11488685468175609,</a:t>
            </a:r>
          </a:p>
          <a:p>
            <a:r>
              <a:t>          0.2886747199451196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0.685083884734382,</a:t>
            </a:r>
          </a:p>
          <a:p>
            <a:r>
              <a:t>          0.8072391949548886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"Qwen/Qwen3-Embedding-0.6B",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"q_proj",</a:t>
            </a:r>
          </a:p>
          <a:p>
            <a:r>
              <a:t>          "v_proj"</a:t>
            </a:r>
          </a:p>
          <a:p>
            <a:r>
              <a:t>        ],</a:t>
            </a:r>
          </a:p>
          <a:p>
            <a:r>
              <a:t>        "parameters_billions": 0.6,</a:t>
            </a:r>
          </a:p>
          <a:p>
            <a:r>
              <a:t>        "pooling": "last",</a:t>
            </a:r>
          </a:p>
          <a:p>
            <a:r>
              <a:t>        "profile_vram_gib": [</a:t>
            </a:r>
          </a:p>
          <a:p>
            <a:r>
              <a:t>          12,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"97b0c614be4d77ee51c0cef4e5f07c00f9eb65b3"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"finetune/Qt/qwen_embedding/15/3fcda3a886efcc78/checkpoint"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0.964022894521668,</a:t>
            </a:r>
          </a:p>
          <a:p>
            <a:r>
              <a:t>      "auc_prc": 0.13670706740744334,</a:t>
            </a:r>
          </a:p>
          <a:p>
            <a:r>
              <a:t>      "average_precision": 0.1493418412262666,</a:t>
            </a:r>
          </a:p>
          <a:p>
            <a:r>
              <a:t>      "balanced_accuracy": 0.5107804493496255,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1178,</a:t>
            </a:r>
          </a:p>
          <a:p>
            <a:r>
              <a:t>          2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42,</a:t>
            </a:r>
          </a:p>
          <a:p>
            <a:r>
              <a:t>          1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0.04347826086956522,</a:t>
            </a:r>
          </a:p>
          <a:p>
            <a:r>
              <a:t>      "positive_count": 43,</a:t>
            </a:r>
          </a:p>
          <a:p>
            <a:r>
              <a:t>      "positive_rate": 0.03515944399018806,</a:t>
            </a:r>
          </a:p>
          <a:p>
            <a:r>
              <a:t>      "precision": 0.3333333333333333,</a:t>
            </a:r>
          </a:p>
          <a:p>
            <a:r>
              <a:t>      "recall": 0.023255813953488372,</a:t>
            </a:r>
          </a:p>
          <a:p>
            <a:r>
              <a:t>      "roc_auc": 0.7926487977926685,</a:t>
            </a:r>
          </a:p>
          <a:p>
            <a:r>
              <a:t>      "row_count": 1223,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"XGboost",</a:t>
            </a:r>
          </a:p>
          <a:p>
            <a:r>
              <a:t>      "variant": "baseline"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"623b32da637c01d81a3e941e83c2cfc8b877b05f9cfefc6c27cb4898967ff6f6",</a:t>
            </a:r>
          </a:p>
          <a:p>
            <a:r>
              <a:t>      "adapter/README.md": "2b259ec9b5799fd1e7da6813a1a008293163ac0d5b6be0eb53454a512e57e06a",</a:t>
            </a:r>
          </a:p>
          <a:p>
            <a:r>
              <a:t>      "adapter/adapter_config.json": "99fa5eb9f7d31210f53d3d34e75da168eb5316200f9fd08f3c0967ecdad46276",</a:t>
            </a:r>
          </a:p>
          <a:p>
            <a:r>
              <a:t>      "adapter/adapter_model.safetensors": "0dbd651d883a5a4166dccbc26c62861689051ed641d6cfba3161f80f6ad58294",</a:t>
            </a:r>
          </a:p>
          <a:p>
            <a:r>
              <a:t>      "head.safetensors": "83ae0a0841546292dcf44917094a0ea3571f2d178132d566dd568fe0c6668254",</a:t>
            </a:r>
          </a:p>
          <a:p>
            <a:r>
              <a:t>      "inference.json": "4ac0c2fef2577d7fdfd099386aa7c4ce7eeb1896c08ab434840fc7adae9b9c80"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0.03515944399018806,</a:t>
            </a:r>
          </a:p>
          <a:p>
            <a:r>
              <a:t>      "auc_prc": 0.517579721995094,</a:t>
            </a:r>
          </a:p>
          <a:p>
            <a:r>
              <a:t>      "average_precision": 0.03515944399018806,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1180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43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0.0679304897314376,</a:t>
            </a:r>
          </a:p>
          <a:p>
            <a:r>
              <a:t>      "positive_count": 43,</a:t>
            </a:r>
          </a:p>
          <a:p>
            <a:r>
              <a:t>      "positive_rate": 0.03515944399018806,</a:t>
            </a:r>
          </a:p>
          <a:p>
            <a:r>
              <a:t>      "precision": 0.03515944399018806,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1223,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true,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15,</a:t>
            </a:r>
          </a:p>
          <a:p>
            <a:r>
              <a:t>    "model": "qwen_embedding",</a:t>
            </a:r>
          </a:p>
          <a:p>
            <a:r>
              <a:t>    "project": "Qt",</a:t>
            </a:r>
          </a:p>
          <a:p>
            <a:r>
              <a:t>    "selection_sha256": "fe62a936b9742deb6c1af6a2ac972a87f8c3f1a2f93a7cfc65915346f826ba7d",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0.9542109566639412,</a:t>
            </a:r>
          </a:p>
          <a:p>
            <a:r>
              <a:t>      "auc_prc": 0.14709102890848116,</a:t>
            </a:r>
          </a:p>
          <a:p>
            <a:r>
              <a:t>      "average_precision": 0.16037742968796803,</a:t>
            </a:r>
          </a:p>
          <a:p>
            <a:r>
              <a:t>      "balanced_accuracy": 0.5841249507292077,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1159,</a:t>
            </a:r>
          </a:p>
          <a:p>
            <a:r>
              <a:t>          21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35,</a:t>
            </a:r>
          </a:p>
          <a:p>
            <a:r>
              <a:t>          8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0.2222222222222222,</a:t>
            </a:r>
          </a:p>
          <a:p>
            <a:r>
              <a:t>      "positive_count": 43,</a:t>
            </a:r>
          </a:p>
          <a:p>
            <a:r>
              <a:t>      "positive_rate": 0.03515944399018806,</a:t>
            </a:r>
          </a:p>
          <a:p>
            <a:r>
              <a:t>      "precision": 0.27586206896551724,</a:t>
            </a:r>
          </a:p>
          <a:p>
            <a:r>
              <a:t>      "recall": 0.18604651162790697,</a:t>
            </a:r>
          </a:p>
          <a:p>
            <a:r>
              <a:t>      "roc_auc": 0.7751970831690974,</a:t>
            </a:r>
          </a:p>
          <a:p>
            <a:r>
              <a:t>      "row_count": 1223,</a:t>
            </a:r>
          </a:p>
          <a:p>
            <a:r>
              <a:t>      "threshold": 0.13999999999999999</a:t>
            </a:r>
          </a:p>
          <a:p>
            <a:r>
              <a:t>    },</a:t>
            </a:r>
          </a:p>
          <a:p>
            <a:r>
              <a:t>    "test_predictions_sha256": "d5d62b64595568818382ad48472ce3b4fcecb6041ae16a18a22ac93e1c4a36af",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-0.10106851820718532,</a:t>
            </a:r>
          </a:p>
          <a:p>
            <a:r>
              <a:t>          0.12267641367259303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-0.10478721436555959,</a:t>
            </a:r>
          </a:p>
          <a:p>
            <a:r>
              <a:t>          0.1270739017022876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-0.08328590302488921,</a:t>
            </a:r>
          </a:p>
          <a:p>
            <a:r>
              <a:t>          0.04408158153428318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0.07631286975027933,</a:t>
            </a:r>
          </a:p>
          <a:p>
            <a:r>
              <a:t>          0.2635012768988673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0.08817679490164654,</a:t>
            </a:r>
          </a:p>
          <a:p>
            <a:r>
              <a:t>          0.2825690692613693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0.7083922051734395,</a:t>
            </a:r>
          </a:p>
          <a:p>
            <a:r>
              <a:t>          0.8388075082304954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"artifact_reference": {</a:t>
            </a:r>
          </a:p>
          <a:p>
            <a:r>
              <a:t>      "base": {</a:t>
            </a:r>
          </a:p>
          <a:p>
            <a:r>
              <a:t>        "id": "Qwen/Qwen3-Embedding-0.6B",</a:t>
            </a:r>
          </a:p>
          <a:p>
            <a:r>
              <a:t>        "license": "apache-2.0",</a:t>
            </a:r>
          </a:p>
          <a:p>
            <a:r>
              <a:t>        "lora_targets": [</a:t>
            </a:r>
          </a:p>
          <a:p>
            <a:r>
              <a:t>          "q_proj",</a:t>
            </a:r>
          </a:p>
          <a:p>
            <a:r>
              <a:t>          "v_proj"</a:t>
            </a:r>
          </a:p>
          <a:p>
            <a:r>
              <a:t>        ],</a:t>
            </a:r>
          </a:p>
          <a:p>
            <a:r>
              <a:t>        "parameters_billions": 0.6,</a:t>
            </a:r>
          </a:p>
          <a:p>
            <a:r>
              <a:t>        "pooling": "last",</a:t>
            </a:r>
          </a:p>
          <a:p>
            <a:r>
              <a:t>        "profile_vram_gib": [</a:t>
            </a:r>
          </a:p>
          <a:p>
            <a:r>
              <a:t>          12,</a:t>
            </a:r>
          </a:p>
          <a:p>
            <a:r>
              <a:t>          24</a:t>
            </a:r>
          </a:p>
          <a:p>
            <a:r>
              <a:t>        ],</a:t>
            </a:r>
          </a:p>
          <a:p>
            <a:r>
              <a:t>        "quantize": false,</a:t>
            </a:r>
          </a:p>
          <a:p>
            <a:r>
              <a:t>        "revision": "97b0c614be4d77ee51c0cef4e5f07c00f9eb65b3"</a:t>
            </a:r>
          </a:p>
          <a:p>
            <a:r>
              <a:t>      },</a:t>
            </a:r>
          </a:p>
          <a:p>
            <a:r>
              <a:t>      "config_sha256": "2bc94a1680d72c09dc8a1a93e4f0806cc6e558c7ad21cdf328626690c7b33440",</a:t>
            </a:r>
          </a:p>
          <a:p>
            <a:r>
              <a:t>      "source_sha256": "974b8eebd00626edaa8d1b985055722bdaf3dd4d428612dfa6d47863abe771fe",</a:t>
            </a:r>
          </a:p>
          <a:p>
            <a:r>
              <a:t>      "study_relative_checkpoint": "finetune/Qt/qwen_embedding/20/11da968cf4352788/checkpoint"</a:t>
            </a:r>
          </a:p>
          <a:p>
            <a:r>
              <a:t>    },</a:t>
            </a:r>
          </a:p>
          <a:p>
            <a:r>
              <a:t>    "baseline": {</a:t>
            </a:r>
          </a:p>
          <a:p>
            <a:r>
              <a:t>      "accuracy": 0.9721995094031071,</a:t>
            </a:r>
          </a:p>
          <a:p>
            <a:r>
              <a:t>      "auc_prc": 0.11893583301874244,</a:t>
            </a:r>
          </a:p>
          <a:p>
            <a:r>
              <a:t>      "average_precision": 0.1251974969883866,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1189,</a:t>
            </a:r>
          </a:p>
          <a:p>
            <a:r>
              <a:t>          0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34,</a:t>
            </a:r>
          </a:p>
          <a:p>
            <a:r>
              <a:t>          0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0.0,</a:t>
            </a:r>
          </a:p>
          <a:p>
            <a:r>
              <a:t>      "positive_count": 34,</a:t>
            </a:r>
          </a:p>
          <a:p>
            <a:r>
              <a:t>      "positive_rate": 0.027800490596892886,</a:t>
            </a:r>
          </a:p>
          <a:p>
            <a:r>
              <a:t>      "precision": 0.0,</a:t>
            </a:r>
          </a:p>
          <a:p>
            <a:r>
              <a:t>      "recall": 0.0,</a:t>
            </a:r>
          </a:p>
          <a:p>
            <a:r>
              <a:t>      "roc_auc": 0.7569880769801612,</a:t>
            </a:r>
          </a:p>
          <a:p>
            <a:r>
              <a:t>      "row_count": 1223,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"baseline_identity": {</a:t>
            </a:r>
          </a:p>
          <a:p>
            <a:r>
              <a:t>      "model": "RF",</a:t>
            </a:r>
          </a:p>
          <a:p>
            <a:r>
              <a:t>      "variant": "baseline"</a:t>
            </a:r>
          </a:p>
          <a:p>
            <a:r>
              <a:t>    },</a:t>
            </a:r>
          </a:p>
          <a:p>
            <a:r>
              <a:t>    "checkpoint_files": {</a:t>
            </a:r>
          </a:p>
          <a:p>
            <a:r>
              <a:t>      "README.md": "69afe87896af4a2e768a2909074c7449edeabd1a9a2dfb30551c5c00137bf099",</a:t>
            </a:r>
          </a:p>
          <a:p>
            <a:r>
              <a:t>      "adapter/README.md": "2b259ec9b5799fd1e7da6813a1a008293163ac0d5b6be0eb53454a512e57e06a",</a:t>
            </a:r>
          </a:p>
          <a:p>
            <a:r>
              <a:t>      "adapter/adapter_config.json": "99fa5eb9f7d31210f53d3d34e75da168eb5316200f9fd08f3c0967ecdad46276",</a:t>
            </a:r>
          </a:p>
          <a:p>
            <a:r>
              <a:t>      "adapter/adapter_model.safetensors": "3a07633bca7f88ad343b99ed3227b6345f72d1fc09750c24a52ea23e64bf7ef9",</a:t>
            </a:r>
          </a:p>
          <a:p>
            <a:r>
              <a:t>      "head.safetensors": "d64b2ae4b6ce0b8bfdd3cf07f5f54433a4e64c32960f5e1b6353a7d46d263b8a",</a:t>
            </a:r>
          </a:p>
          <a:p>
            <a:r>
              <a:t>      "inference.json": "921f23cb463ad7aaf5efe946267b92028228f2054e652704b439d48bb80833c5"</a:t>
            </a:r>
          </a:p>
          <a:p>
            <a:r>
              <a:t>    },</a:t>
            </a:r>
          </a:p>
          <a:p>
            <a:r>
              <a:t>    "constant_score": {</a:t>
            </a:r>
          </a:p>
          <a:p>
            <a:r>
              <a:t>      "accuracy": 0.027800490596892886,</a:t>
            </a:r>
          </a:p>
          <a:p>
            <a:r>
              <a:t>      "auc_prc": 0.5139002452984465,</a:t>
            </a:r>
          </a:p>
          <a:p>
            <a:r>
              <a:t>      "average_precision": 0.027800490596892886,</a:t>
            </a:r>
          </a:p>
          <a:p>
            <a:r>
              <a:t>      "balanced_accuracy": 0.5,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1189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0,</a:t>
            </a:r>
          </a:p>
          <a:p>
            <a:r>
              <a:t>          34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0.05409705648369133,</a:t>
            </a:r>
          </a:p>
          <a:p>
            <a:r>
              <a:t>      "positive_count": 34,</a:t>
            </a:r>
          </a:p>
          <a:p>
            <a:r>
              <a:t>      "positive_rate": 0.027800490596892886,</a:t>
            </a:r>
          </a:p>
          <a:p>
            <a:r>
              <a:t>      "precision": 0.027800490596892886,</a:t>
            </a:r>
          </a:p>
          <a:p>
            <a:r>
              <a:t>      "recall": 1.0,</a:t>
            </a:r>
          </a:p>
          <a:p>
            <a:r>
              <a:t>      "roc_auc": 0.5,</a:t>
            </a:r>
          </a:p>
          <a:p>
            <a:r>
              <a:t>      "row_count": 1223,</a:t>
            </a:r>
          </a:p>
          <a:p>
            <a:r>
              <a:t>      "threshold": 0.5</a:t>
            </a:r>
          </a:p>
          <a:p>
            <a:r>
              <a:t>    },</a:t>
            </a:r>
          </a:p>
          <a:p>
            <a:r>
              <a:t>    "gates": {</a:t>
            </a:r>
          </a:p>
          <a:p>
            <a:r>
              <a:t>      "ap_above_baseline": true,</a:t>
            </a:r>
          </a:p>
          <a:p>
            <a:r>
              <a:t>      "ap_above_prevalence": true,</a:t>
            </a:r>
          </a:p>
          <a:p>
            <a:r>
              <a:t>      "auc_prc_above_half": false,</a:t>
            </a:r>
          </a:p>
          <a:p>
            <a:r>
              <a:t>      "passed": false,</a:t>
            </a:r>
          </a:p>
          <a:p>
            <a:r>
              <a:t>      "roc_above_half": true,</a:t>
            </a:r>
          </a:p>
          <a:p>
            <a:r>
              <a:t>      "valid": true</a:t>
            </a:r>
          </a:p>
          <a:p>
            <a:r>
              <a:t>    },</a:t>
            </a:r>
          </a:p>
          <a:p>
            <a:r>
              <a:t>    "level": 20,</a:t>
            </a:r>
          </a:p>
          <a:p>
            <a:r>
              <a:t>    "model": "qwen_embedding",</a:t>
            </a:r>
          </a:p>
          <a:p>
            <a:r>
              <a:t>    "project": "Qt",</a:t>
            </a:r>
          </a:p>
          <a:p>
            <a:r>
              <a:t>    "selection_sha256": "57032c0a335d4ea84dc0c311080d3259aa48bdc52728fedaaca9efb6ed34f88e",</a:t>
            </a:r>
          </a:p>
          <a:p>
            <a:r>
              <a:t>    "stage": "final-test",</a:t>
            </a:r>
          </a:p>
          <a:p>
            <a:r>
              <a:t>    "test": {</a:t>
            </a:r>
          </a:p>
          <a:p>
            <a:r>
              <a:t>      "accuracy": 0.9623875715453802,</a:t>
            </a:r>
          </a:p>
          <a:p>
            <a:r>
              <a:t>      "auc_prc": 0.20343140868236115,</a:t>
            </a:r>
          </a:p>
          <a:p>
            <a:r>
              <a:t>      "average_precision": 0.21307799575442551,</a:t>
            </a:r>
          </a:p>
          <a:p>
            <a:r>
              <a:t>      "balanced_accuracy": 0.5949512689853065,</a:t>
            </a:r>
          </a:p>
          <a:p>
            <a:r>
              <a:t>      "confusion_matrix": [</a:t>
            </a:r>
          </a:p>
          <a:p>
            <a:r>
              <a:t>        [</a:t>
            </a:r>
          </a:p>
          <a:p>
            <a:r>
              <a:t>          1170,</a:t>
            </a:r>
          </a:p>
          <a:p>
            <a:r>
              <a:t>          19</a:t>
            </a:r>
          </a:p>
          <a:p>
            <a:r>
              <a:t>        ],</a:t>
            </a:r>
          </a:p>
          <a:p>
            <a:r>
              <a:t>        [</a:t>
            </a:r>
          </a:p>
          <a:p>
            <a:r>
              <a:t>          27,</a:t>
            </a:r>
          </a:p>
          <a:p>
            <a:r>
              <a:t>          7</a:t>
            </a:r>
          </a:p>
          <a:p>
            <a:r>
              <a:t>        ]</a:t>
            </a:r>
          </a:p>
          <a:p>
            <a:r>
              <a:t>      ],</a:t>
            </a:r>
          </a:p>
          <a:p>
            <a:r>
              <a:t>      "f1": 0.23333333333333334,</a:t>
            </a:r>
          </a:p>
          <a:p>
            <a:r>
              <a:t>      "positive_count": 34,</a:t>
            </a:r>
          </a:p>
          <a:p>
            <a:r>
              <a:t>      "positive_rate": 0.027800490596892886,</a:t>
            </a:r>
          </a:p>
          <a:p>
            <a:r>
              <a:t>      "precision": 0.2692307692307692,</a:t>
            </a:r>
          </a:p>
          <a:p>
            <a:r>
              <a:t>      "recall": 0.20588235294117646,</a:t>
            </a:r>
          </a:p>
          <a:p>
            <a:r>
              <a:t>      "roc_auc": 0.8108766635333696,</a:t>
            </a:r>
          </a:p>
          <a:p>
            <a:r>
              <a:t>      "row_count": 1223,</a:t>
            </a:r>
          </a:p>
          <a:p>
            <a:r>
              <a:t>      "threshold": 0.05</a:t>
            </a:r>
          </a:p>
          <a:p>
            <a:r>
              <a:t>    },</a:t>
            </a:r>
          </a:p>
          <a:p>
            <a:r>
              <a:t>    "test_predictions_sha256": "6fb1c96a7b6c0a8ee54795fb8e8451ff6dbbd2c40d9aa194e52e28270d5b5ea5",</a:t>
            </a:r>
          </a:p>
          <a:p>
            <a:r>
              <a:t>    "uncertainty": {</a:t>
            </a:r>
          </a:p>
          <a:p>
            <a:r>
              <a:t>      "difference_95": {</a:t>
            </a:r>
          </a:p>
          <a:p>
            <a:r>
              <a:t>        "auc_prc": [</a:t>
            </a:r>
          </a:p>
          <a:p>
            <a:r>
              <a:t>          -0.03229706144156444,</a:t>
            </a:r>
          </a:p>
          <a:p>
            <a:r>
              <a:t>          0.21820436267983156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-0.01578919761536573,</a:t>
            </a:r>
          </a:p>
          <a:p>
            <a:r>
              <a:t>          0.21832110232939533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-0.019927678781118868,</a:t>
            </a:r>
          </a:p>
          <a:p>
            <a:r>
              <a:t>          0.1305106716763629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"method": "paired issue bootstrap; does not model temporal dependence",</a:t>
            </a:r>
          </a:p>
          <a:p>
            <a:r>
              <a:t>      "metrics_95": {</a:t>
            </a:r>
          </a:p>
          <a:p>
            <a:r>
              <a:t>        "auc_prc": [</a:t>
            </a:r>
          </a:p>
          <a:p>
            <a:r>
              <a:t>          0.09135266947913215,</a:t>
            </a:r>
          </a:p>
          <a:p>
            <a:r>
              <a:t>          0.35906804358779243</a:t>
            </a:r>
          </a:p>
          <a:p>
            <a:r>
              <a:t>        ],</a:t>
            </a:r>
          </a:p>
          <a:p>
            <a:r>
              <a:t>        "average_precision": [</a:t>
            </a:r>
          </a:p>
          <a:p>
            <a:r>
              <a:t>          0.10743211383531043,</a:t>
            </a:r>
          </a:p>
          <a:p>
            <a:r>
              <a:t>          0.3692913565671386</a:t>
            </a:r>
          </a:p>
          <a:p>
            <a:r>
              <a:t>        ],</a:t>
            </a:r>
          </a:p>
          <a:p>
            <a:r>
              <a:t>        "roc_auc": [</a:t>
            </a:r>
          </a:p>
          <a:p>
            <a:r>
              <a:t>          0.7466386085351149,</a:t>
            </a:r>
          </a:p>
          <a:p>
            <a:r>
              <a:t>          0.8736110415940732</a:t>
            </a:r>
          </a:p>
          <a:p>
            <a:r>
              <a:t>        ]</a:t>
            </a:r>
          </a:p>
          <a:p>
            <a:r>
              <a:t>      },</a:t>
            </a:r>
          </a:p>
          <a:p>
            <a:r>
              <a:t>      "requested_samples": 2000,</a:t>
            </a:r>
          </a:p>
          <a:p>
            <a:r>
              <a:t>      "valid_samples": 2000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Study: hf-20261008-modernbert-qwen. Report received October 19, 2026. Report SHA256: 7698fe31e652cc8d24fb2cc8ff8a443c2c1ec04ac3786cd9bf3dc0e6f4ec006a. Study SHA256: 111d8a78875a8263475514691b581904a9164855d91603ac7dc4e32f838a5095. Source: data/hf-20261008-report.json; counts from the frozen reference_contract.json. Reported metrics are not independently recomputed from raw predictions. Matched classical comparator selected by validation AUC-PRC in historical PR #357. Labels: &gt;= K changed words AND at least one summary/description/acceptance change. Test metrics are unweighted. Scores are retrospective; public-Jira pretraining contamination is possible. Paired issue bootstrap does not model temporal dependence.</a:t>
            </a:r>
          </a:p>
          <a:p>
            <a:r>
              <a:t>Negative AP-gain intervals: Apache 5/10/20 and IntelDAOS 10/15. Selection counts are not a paired test comparison of all model families. Qt 20: AP .2131 vs .1252 baseline, ROC .8109; AP-gain CI [-.0158,.2183]. Validation-chosen thresholds yield test F1=0 for Apache 15/20 and IntelDAOS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Study: hf-20261008-modernbert-qwen. Report received October 19, 2026. Report SHA256: 7698fe31e652cc8d24fb2cc8ff8a443c2c1ec04ac3786cd9bf3dc0e6f4ec006a. Study SHA256: 111d8a78875a8263475514691b581904a9164855d91603ac7dc4e32f838a5095. Source: data/hf-20261008-report.json; counts from the frozen reference_contract.json. Reported metrics are not independently recomputed from raw predictions. Matched classical comparator selected by validation AUC-PRC in historical PR #357. Labels: &gt;= K changed words AND at least one summary/description/acceptance change. Test metrics are unweighted. Scores are retrospective; public-Jira pretraining contamination is possible. Paired issue bootstrap does not model temporal dependence.</a:t>
            </a:r>
          </a:p>
          <a:p>
            <a:r>
              <a:t>New sprint deck; September 24 presentation was not modified.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Study: hf-20261008-modernbert-qwen. Report received October 19, 2026. Report SHA256: 7698fe31e652cc8d24fb2cc8ff8a443c2c1ec04ac3786cd9bf3dc0e6f4ec006a. Study SHA256: 111d8a78875a8263475514691b581904a9164855d91603ac7dc4e32f838a5095. Source: data/hf-20261008-report.json; counts from the frozen reference_contract.json. Reported metrics are not independently recomputed from raw predictions. Matched classical comparator selected by validation AUC-PRC in historical PR #357. Labels: &gt;= K changed words AND at least one summary/description/acceptance change. Test metrics are unweighted. Scores are retrospective; public-Jira pretraining contamination is possible. Paired issue bootstrap does not model temporal dependence.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Study: hf-20261008-modernbert-qwen. Report received October 19, 2026. Report SHA256: 7698fe31e652cc8d24fb2cc8ff8a443c2c1ec04ac3786cd9bf3dc0e6f4ec006a. Study SHA256: 111d8a78875a8263475514691b581904a9164855d91603ac7dc4e32f838a5095. Source: data/hf-20261008-report.json; counts from the frozen reference_contract.json. Reported metrics are not independently recomputed from raw predictions. Matched classical comparator selected by validation AUC-PRC in historical PR #357. Labels: &gt;= K changed words AND at least one summary/description/acceptance change. Test metrics are unweighted. Scores are retrospective; public-Jira pretraining contamination is possible. Paired issue bootstrap does not model temporal dependence.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Study: hf-20261008-modernbert-qwen. Report received October 19, 2026. Report SHA256: 7698fe31e652cc8d24fb2cc8ff8a443c2c1ec04ac3786cd9bf3dc0e6f4ec006a. Study SHA256: 111d8a78875a8263475514691b581904a9164855d91603ac7dc4e32f838a5095. Source: data/hf-20261008-report.json; counts from the frozen reference_contract.json. Reported metrics are not independently recomputed from raw predictions. Matched classical comparator selected by validation AUC-PRC in historical PR #357. Labels: &gt;= K changed words AND at least one summary/description/acceptance change. Test metrics are unweighted. Scores are retrospective; public-Jira pretraining contamination is possible. Paired issue bootstrap does not model temporal dependence.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Study: hf-20261008-modernbert-qwen. Report received October 19, 2026. Report SHA256: 7698fe31e652cc8d24fb2cc8ff8a443c2c1ec04ac3786cd9bf3dc0e6f4ec006a. Study SHA256: 111d8a78875a8263475514691b581904a9164855d91603ac7dc4e32f838a5095. Source: data/hf-20261008-report.json; counts from the frozen reference_contract.json. Reported metrics are not independently recomputed from raw predictions. Matched classical comparator selected by validation AUC-PRC in historical PR #357. Labels: &gt;= K changed words AND at least one summary/description/acceptance change. Test metrics are unweighted. Scores are retrospective; public-Jira pretraining contamination is possible. Paired issue bootstrap does not model temporal dependence.</a:t>
            </a:r>
          </a:p>
          <a:p>
            <a:r>
              <a:t>The next-model list is a plan, not a claim of jobs submitted. Jev means the separately implemented local community DeBERTa native-head benchmark, not the official TypeSafe API. No API data export or publication is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Code-smell preparation, NOT HF instability metrics. Reported cluster evidence as of October 24, 2026.</a:t>
            </a:r>
          </a:p>
          <a:p>
            <a:r>
              <a:t>Report: Tasks/sprint-data-analysis-summary/data/code-smells-002-retention.json; SHA256: 1412eb753eb90a0f0be608948a510828085489ef6de3be10271cf56913dba32a</a:t>
            </a:r>
          </a:p>
          <a:p>
            <a:r>
              <a:t>Cluster artifacts: status/freeze-SOURCE.json; raw/SOURCE/manifest.json; features/SOURCE/filter_decisions.json and features.csv; splits/SOURCE.json.</a:t>
            </a:r>
          </a:p>
          <a:p>
            <a:r>
              <a:t>Rules: runtime/prepare.py freeze/reconstruct_metadata and jira_pipeline/preprocessing.py preprocess_record/first_sprint_entry, as used by preparation PR #377.</a:t>
            </a:r>
          </a:p>
          <a:p>
            <a:r>
              <a:t>Sprint entry is the earliest usable sprint-field start or nonempty Sprint-history change at/after issue creation. Comments require a valid timestamp &lt;= that entry. A failed reconstruction is not proof that a story has no real sprint or metadata.</a:t>
            </a:r>
          </a:p>
          <a:p>
            <a:r>
              <a:t>{</a:t>
            </a:r>
          </a:p>
          <a:p>
            <a:r>
              <a:t>  "schema": "code-smell-retention-summary-v1",</a:t>
            </a:r>
          </a:p>
          <a:p>
            <a:r>
              <a:t>  "run_id": "code-smells-002",</a:t>
            </a:r>
          </a:p>
          <a:p>
            <a:r>
              <a:t>  "recorded_on": "2026-10-24",</a:t>
            </a:r>
          </a:p>
          <a:p>
            <a:r>
              <a:t>  "evidence_origin": "User-supplied cluster output from freeze status files, split manifests, raw manifests and filter_decisions.json. Counts are transcribed, not independently recomputed from raw Jira records on this Mac.",</a:t>
            </a:r>
          </a:p>
          <a:p>
            <a:r>
              <a:t>  "base_presentation_sha256": "79212043e95e79662eacd79f8971bd7ff2681107b1f000515fa3719894fb9351",</a:t>
            </a:r>
          </a:p>
          <a:p>
            <a:r>
              <a:t>  "preparation_pr": 377,</a:t>
            </a:r>
          </a:p>
          <a:p>
            <a:r>
              <a:t>  "preparation_merge_commit": "e5daaf1773672f1dc7e914ca0afe724fd684fbd8",</a:t>
            </a:r>
          </a:p>
          <a:p>
            <a:r>
              <a:t>  "original_candidate_file_rows": 68358,</a:t>
            </a:r>
          </a:p>
          <a:p>
            <a:r>
              <a:t>  "source_selection_exclusions": 114,</a:t>
            </a:r>
          </a:p>
          <a:p>
            <a:r>
              <a:t>  "source_selection_rule": "Exclude sources with fewer than 100 original candidates: Qt 86, JiraEcosystem 23, Jira 3, Sakai 2.",</a:t>
            </a:r>
          </a:p>
          <a:p>
            <a:r>
              <a:t>  "candidate_file_sha256": "a96d260478dfe2c6eb78ce8c47bac74707039c05853e90e0c8e2775d103d0aab",</a:t>
            </a:r>
          </a:p>
          <a:p>
            <a:r>
              <a:t>  "checks_reported": {</a:t>
            </a:r>
          </a:p>
          <a:p>
            <a:r>
              <a:t>    "all_four_freeze_stages_succeeded": true,</a:t>
            </a:r>
          </a:p>
          <a:p>
            <a:r>
              <a:t>    "all_feature_file_hashes_match_split_manifests": true,</a:t>
            </a:r>
          </a:p>
          <a:p>
            <a:r>
              <a:t>    "apache_features_and_split_match_original_run_byte_for_byte": true</a:t>
            </a:r>
          </a:p>
          <a:p>
            <a:r>
              <a:t>  },</a:t>
            </a:r>
          </a:p>
          <a:p>
            <a:r>
              <a:t>  "filter_interpretation": {</a:t>
            </a:r>
          </a:p>
          <a:p>
            <a:r>
              <a:t>    "jira_unavailable": "Explicitly approved collection exclusions, before preprocessing. MongoDB: one issue returned 401. RedHat: 324 returned 404 (not found or not visible, not proof of deletion).",</a:t>
            </a:r>
          </a:p>
          <a:p>
            <a:r>
              <a:t>    "no_sprint_entry": "No usable sprint-entry timestamp could be derived from sprint fields/change history on or after issue creation.",</a:t>
            </a:r>
          </a:p>
          <a:p>
            <a:r>
              <a:t>    "no_comment_before_sprint": "No comment with a valid timestamp on or before the derived sprint-entry time. Includes no comments and comments only after entry. This is a retained study eligibility rule, not an inherent requirement for code-smell prediction.",</a:t>
            </a:r>
          </a:p>
          <a:p>
            <a:r>
              <a:t>    "unreconstructable_pre_sprint_metadata": "The preparation step could not reconstruct required pre-sprint metadata from the available history.",</a:t>
            </a:r>
          </a:p>
          <a:p>
            <a:r>
              <a:t>    "accepted": "Passed Jira preprocessing and pre-sprint reconstruction. These rows have frozen features and split membership, not yet verified code-smell labels."</a:t>
            </a:r>
          </a:p>
          <a:p>
            <a:r>
              <a:t>  },</a:t>
            </a:r>
          </a:p>
          <a:p>
            <a:r>
              <a:t>  "counting_rule": "One decision per selected candidate. The first failed gate is recorded; counts are mutually exclusive, not the total number of all conditions each issue violates.",</a:t>
            </a:r>
          </a:p>
          <a:p>
            <a:r>
              <a:t>  "reviewed_uncontrolled_projects": [</a:t>
            </a:r>
          </a:p>
          <a:p>
            <a:r>
              <a:t>    "BUILD",</a:t>
            </a:r>
          </a:p>
          <a:p>
            <a:r>
              <a:t>    "OCMUI",</a:t>
            </a:r>
          </a:p>
          <a:p>
            <a:r>
              <a:t>    "RHDM"</a:t>
            </a:r>
          </a:p>
          <a:p>
            <a:r>
              <a:t>  ],</a:t>
            </a:r>
          </a:p>
          <a:p>
            <a:r>
              <a:t>  "sources": {</a:t>
            </a:r>
          </a:p>
          <a:p>
            <a:r>
              <a:t>    "Apache": {</a:t>
            </a:r>
          </a:p>
          <a:p>
            <a:r>
              <a:t>      "candidates": 3289,</a:t>
            </a:r>
          </a:p>
          <a:p>
            <a:r>
              <a:t>      "available": 3289,</a:t>
            </a:r>
          </a:p>
          <a:p>
            <a:r>
              <a:t>      "feature_rows": 758,</a:t>
            </a:r>
          </a:p>
          <a:p>
            <a:r>
              <a:t>      "filter_decisions": {</a:t>
            </a:r>
          </a:p>
          <a:p>
            <a:r>
              <a:t>        "accepted": 758,</a:t>
            </a:r>
          </a:p>
          <a:p>
            <a:r>
              <a:t>        "no_comment_before_sprint": 1441,</a:t>
            </a:r>
          </a:p>
          <a:p>
            <a:r>
              <a:t>        "no_sprint_entry": 1090</a:t>
            </a:r>
          </a:p>
          <a:p>
            <a:r>
              <a:t>      },</a:t>
            </a:r>
          </a:p>
          <a:p>
            <a:r>
              <a:t>      "splits": {</a:t>
            </a:r>
          </a:p>
          <a:p>
            <a:r>
              <a:t>        "train": 454,</a:t>
            </a:r>
          </a:p>
          <a:p>
            <a:r>
              <a:t>        "validation": 151,</a:t>
            </a:r>
          </a:p>
          <a:p>
            <a:r>
              <a:t>        "test": 153</a:t>
            </a:r>
          </a:p>
          <a:p>
            <a:r>
              <a:t>      },</a:t>
            </a:r>
          </a:p>
          <a:p>
            <a:r>
              <a:t>      "freeze_finished": "2026-10-24T17:40:26.397188+00:00"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"candidates": 866,</a:t>
            </a:r>
          </a:p>
          <a:p>
            <a:r>
              <a:t>      "available": 866,</a:t>
            </a:r>
          </a:p>
          <a:p>
            <a:r>
              <a:t>      "feature_rows": 235,</a:t>
            </a:r>
          </a:p>
          <a:p>
            <a:r>
              <a:t>      "filter_decisions": {</a:t>
            </a:r>
          </a:p>
          <a:p>
            <a:r>
              <a:t>        "accepted": 235,</a:t>
            </a:r>
          </a:p>
          <a:p>
            <a:r>
              <a:t>        "no_comment_before_sprint": 575,</a:t>
            </a:r>
          </a:p>
          <a:p>
            <a:r>
              <a:t>        "no_sprint_entry": 56</a:t>
            </a:r>
          </a:p>
          <a:p>
            <a:r>
              <a:t>      },</a:t>
            </a:r>
          </a:p>
          <a:p>
            <a:r>
              <a:t>      "splits": {</a:t>
            </a:r>
          </a:p>
          <a:p>
            <a:r>
              <a:t>        "train": 141,</a:t>
            </a:r>
          </a:p>
          <a:p>
            <a:r>
              <a:t>        "validation": 47,</a:t>
            </a:r>
          </a:p>
          <a:p>
            <a:r>
              <a:t>        "test": 47</a:t>
            </a:r>
          </a:p>
          <a:p>
            <a:r>
              <a:t>      },</a:t>
            </a:r>
          </a:p>
          <a:p>
            <a:r>
              <a:t>      "freeze_finished": "2026-10-24T17:39:14.311540+00:00"</a:t>
            </a:r>
          </a:p>
          <a:p>
            <a:r>
              <a:t>    },</a:t>
            </a:r>
          </a:p>
          <a:p>
            <a:r>
              <a:t>    "MongoDB": {</a:t>
            </a:r>
          </a:p>
          <a:p>
            <a:r>
              <a:t>      "candidates": 39169,</a:t>
            </a:r>
          </a:p>
          <a:p>
            <a:r>
              <a:t>      "available": 39168,</a:t>
            </a:r>
          </a:p>
          <a:p>
            <a:r>
              <a:t>      "feature_rows": 5088,</a:t>
            </a:r>
          </a:p>
          <a:p>
            <a:r>
              <a:t>      "filter_decisions": {</a:t>
            </a:r>
          </a:p>
          <a:p>
            <a:r>
              <a:t>        "accepted": 5088,</a:t>
            </a:r>
          </a:p>
          <a:p>
            <a:r>
              <a:t>        "no_comment_before_sprint": 29104,</a:t>
            </a:r>
          </a:p>
          <a:p>
            <a:r>
              <a:t>        "unreconstructable_pre_sprint_metadata": 12,</a:t>
            </a:r>
          </a:p>
          <a:p>
            <a:r>
              <a:t>        "no_sprint_entry": 4964,</a:t>
            </a:r>
          </a:p>
          <a:p>
            <a:r>
              <a:t>        "jira_unavailable": 1</a:t>
            </a:r>
          </a:p>
          <a:p>
            <a:r>
              <a:t>      },</a:t>
            </a:r>
          </a:p>
          <a:p>
            <a:r>
              <a:t>      "splits": {</a:t>
            </a:r>
          </a:p>
          <a:p>
            <a:r>
              <a:t>        "train": 3052,</a:t>
            </a:r>
          </a:p>
          <a:p>
            <a:r>
              <a:t>        "validation": 1017,</a:t>
            </a:r>
          </a:p>
          <a:p>
            <a:r>
              <a:t>        "test": 1019</a:t>
            </a:r>
          </a:p>
          <a:p>
            <a:r>
              <a:t>      },</a:t>
            </a:r>
          </a:p>
          <a:p>
            <a:r>
              <a:t>      "freeze_finished": "2026-10-24T17:53:41.470662+00:00"</a:t>
            </a:r>
          </a:p>
          <a:p>
            <a:r>
              <a:t>    },</a:t>
            </a:r>
          </a:p>
          <a:p>
            <a:r>
              <a:t>    "RedHat": {</a:t>
            </a:r>
          </a:p>
          <a:p>
            <a:r>
              <a:t>      "candidates": 24920,</a:t>
            </a:r>
          </a:p>
          <a:p>
            <a:r>
              <a:t>      "available": 24596,</a:t>
            </a:r>
          </a:p>
          <a:p>
            <a:r>
              <a:t>      "feature_rows": 6905,</a:t>
            </a:r>
          </a:p>
          <a:p>
            <a:r>
              <a:t>      "filter_decisions": {</a:t>
            </a:r>
          </a:p>
          <a:p>
            <a:r>
              <a:t>        "accepted": 6905,</a:t>
            </a:r>
          </a:p>
          <a:p>
            <a:r>
              <a:t>        "no_comment_before_sprint": 15984,</a:t>
            </a:r>
          </a:p>
          <a:p>
            <a:r>
              <a:t>        "no_sprint_entry": 1694,</a:t>
            </a:r>
          </a:p>
          <a:p>
            <a:r>
              <a:t>        "jira_unavailable": 324,</a:t>
            </a:r>
          </a:p>
          <a:p>
            <a:r>
              <a:t>        "unreconstructable_pre_sprint_metadata": 13</a:t>
            </a:r>
          </a:p>
          <a:p>
            <a:r>
              <a:t>      },</a:t>
            </a:r>
          </a:p>
          <a:p>
            <a:r>
              <a:t>      "splits": {</a:t>
            </a:r>
          </a:p>
          <a:p>
            <a:r>
              <a:t>        "train": 4143,</a:t>
            </a:r>
          </a:p>
          <a:p>
            <a:r>
              <a:t>        "validation": 1381,</a:t>
            </a:r>
          </a:p>
          <a:p>
            <a:r>
              <a:t>        "test": 1381</a:t>
            </a:r>
          </a:p>
          <a:p>
            <a:r>
              <a:t>      },</a:t>
            </a:r>
          </a:p>
          <a:p>
            <a:r>
              <a:t>      "freeze_finished": "2026-10-24T17:52:39.554651+00:00"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"totals": {</a:t>
            </a:r>
          </a:p>
          <a:p>
            <a:r>
              <a:t>    "candidates": 68244,</a:t>
            </a:r>
          </a:p>
          <a:p>
            <a:r>
              <a:t>    "jira_unavailable": 325,</a:t>
            </a:r>
          </a:p>
          <a:p>
            <a:r>
              <a:t>    "available": 67919,</a:t>
            </a:r>
          </a:p>
          <a:p>
            <a:r>
              <a:t>    "no_sprint_entry": 7804,</a:t>
            </a:r>
          </a:p>
          <a:p>
            <a:r>
              <a:t>    "no_comment_before_sprint": 47104,</a:t>
            </a:r>
          </a:p>
          <a:p>
            <a:r>
              <a:t>    "unreconstructable_pre_sprint_metadata": 25,</a:t>
            </a:r>
          </a:p>
          <a:p>
            <a:r>
              <a:t>    "preprocessing_exclusions": 54933,</a:t>
            </a:r>
          </a:p>
          <a:p>
            <a:r>
              <a:t>    "feature_rows": 12986,</a:t>
            </a:r>
          </a:p>
          <a:p>
            <a:r>
              <a:t>    "train": 7790,</a:t>
            </a:r>
          </a:p>
          <a:p>
            <a:r>
              <a:t>    "validation": 2596,</a:t>
            </a:r>
          </a:p>
          <a:p>
            <a:r>
              <a:t>    "test": 2600</a:t>
            </a:r>
          </a:p>
          <a:p>
            <a:r>
              <a:t>  },</a:t>
            </a:r>
          </a:p>
          <a:p>
            <a:r>
              <a:t>  "remaining_work": "Fetch linked code, establish complete supported detector coverage, generate labels, then determine final model eligibility. No real code-smell model results or class balance are available yet."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Code-smell preparation, NOT HF instability metrics. Reported cluster evidence as of October 24, 2026.</a:t>
            </a:r>
          </a:p>
          <a:p>
            <a:r>
              <a:t>Report: Tasks/sprint-data-analysis-summary/data/code-smells-002-retention.json; SHA256: 1412eb753eb90a0f0be608948a510828085489ef6de3be10271cf56913dba32a</a:t>
            </a:r>
          </a:p>
          <a:p>
            <a:r>
              <a:t>Cluster artifacts: status/freeze-SOURCE.json; raw/SOURCE/manifest.json; features/SOURCE/filter_decisions.json and features.csv; splits/SOURCE.json.</a:t>
            </a:r>
          </a:p>
          <a:p>
            <a:r>
              <a:t>Rules: runtime/prepare.py freeze/reconstruct_metadata and jira_pipeline/preprocessing.py preprocess_record/first_sprint_entry, as used by preparation PR #377.</a:t>
            </a:r>
          </a:p>
          <a:p>
            <a:r>
              <a:t>Sprint entry is the earliest usable sprint-field start or nonempty Sprint-history change at/after issue creation. Comments require a valid timestamp &lt;= that entry. A failed reconstruction is not proof that a story has no real sprint or metadata.</a:t>
            </a:r>
          </a:p>
          <a:p>
            <a:r>
              <a:t>{</a:t>
            </a:r>
          </a:p>
          <a:p>
            <a:r>
              <a:t>  "schema": "code-smell-retention-summary-v1",</a:t>
            </a:r>
          </a:p>
          <a:p>
            <a:r>
              <a:t>  "run_id": "code-smells-002",</a:t>
            </a:r>
          </a:p>
          <a:p>
            <a:r>
              <a:t>  "recorded_on": "2026-10-24",</a:t>
            </a:r>
          </a:p>
          <a:p>
            <a:r>
              <a:t>  "evidence_origin": "User-supplied cluster output from freeze status files, split manifests, raw manifests and filter_decisions.json. Counts are transcribed, not independently recomputed from raw Jira records on this Mac.",</a:t>
            </a:r>
          </a:p>
          <a:p>
            <a:r>
              <a:t>  "base_presentation_sha256": "79212043e95e79662eacd79f8971bd7ff2681107b1f000515fa3719894fb9351",</a:t>
            </a:r>
          </a:p>
          <a:p>
            <a:r>
              <a:t>  "preparation_pr": 377,</a:t>
            </a:r>
          </a:p>
          <a:p>
            <a:r>
              <a:t>  "preparation_merge_commit": "e5daaf1773672f1dc7e914ca0afe724fd684fbd8",</a:t>
            </a:r>
          </a:p>
          <a:p>
            <a:r>
              <a:t>  "original_candidate_file_rows": 68358,</a:t>
            </a:r>
          </a:p>
          <a:p>
            <a:r>
              <a:t>  "source_selection_exclusions": 114,</a:t>
            </a:r>
          </a:p>
          <a:p>
            <a:r>
              <a:t>  "source_selection_rule": "Exclude sources with fewer than 100 original candidates: Qt 86, JiraEcosystem 23, Jira 3, Sakai 2.",</a:t>
            </a:r>
          </a:p>
          <a:p>
            <a:r>
              <a:t>  "candidate_file_sha256": "a96d260478dfe2c6eb78ce8c47bac74707039c05853e90e0c8e2775d103d0aab",</a:t>
            </a:r>
          </a:p>
          <a:p>
            <a:r>
              <a:t>  "checks_reported": {</a:t>
            </a:r>
          </a:p>
          <a:p>
            <a:r>
              <a:t>    "all_four_freeze_stages_succeeded": true,</a:t>
            </a:r>
          </a:p>
          <a:p>
            <a:r>
              <a:t>    "all_feature_file_hashes_match_split_manifests": true,</a:t>
            </a:r>
          </a:p>
          <a:p>
            <a:r>
              <a:t>    "apache_features_and_split_match_original_run_byte_for_byte": true</a:t>
            </a:r>
          </a:p>
          <a:p>
            <a:r>
              <a:t>  },</a:t>
            </a:r>
          </a:p>
          <a:p>
            <a:r>
              <a:t>  "filter_interpretation": {</a:t>
            </a:r>
          </a:p>
          <a:p>
            <a:r>
              <a:t>    "jira_unavailable": "Explicitly approved collection exclusions, before preprocessing. MongoDB: one issue returned 401. RedHat: 324 returned 404 (not found or not visible, not proof of deletion).",</a:t>
            </a:r>
          </a:p>
          <a:p>
            <a:r>
              <a:t>    "no_sprint_entry": "No usable sprint-entry timestamp could be derived from sprint fields/change history on or after issue creation.",</a:t>
            </a:r>
          </a:p>
          <a:p>
            <a:r>
              <a:t>    "no_comment_before_sprint": "No comment with a valid timestamp on or before the derived sprint-entry time. Includes no comments and comments only after entry. This is a retained study eligibility rule, not an inherent requirement for code-smell prediction.",</a:t>
            </a:r>
          </a:p>
          <a:p>
            <a:r>
              <a:t>    "unreconstructable_pre_sprint_metadata": "The preparation step could not reconstruct required pre-sprint metadata from the available history.",</a:t>
            </a:r>
          </a:p>
          <a:p>
            <a:r>
              <a:t>    "accepted": "Passed Jira preprocessing and pre-sprint reconstruction. These rows have frozen features and split membership, not yet verified code-smell labels."</a:t>
            </a:r>
          </a:p>
          <a:p>
            <a:r>
              <a:t>  },</a:t>
            </a:r>
          </a:p>
          <a:p>
            <a:r>
              <a:t>  "counting_rule": "One decision per selected candidate. The first failed gate is recorded; counts are mutually exclusive, not the total number of all conditions each issue violates.",</a:t>
            </a:r>
          </a:p>
          <a:p>
            <a:r>
              <a:t>  "reviewed_uncontrolled_projects": [</a:t>
            </a:r>
          </a:p>
          <a:p>
            <a:r>
              <a:t>    "BUILD",</a:t>
            </a:r>
          </a:p>
          <a:p>
            <a:r>
              <a:t>    "OCMUI",</a:t>
            </a:r>
          </a:p>
          <a:p>
            <a:r>
              <a:t>    "RHDM"</a:t>
            </a:r>
          </a:p>
          <a:p>
            <a:r>
              <a:t>  ],</a:t>
            </a:r>
          </a:p>
          <a:p>
            <a:r>
              <a:t>  "sources": {</a:t>
            </a:r>
          </a:p>
          <a:p>
            <a:r>
              <a:t>    "Apache": {</a:t>
            </a:r>
          </a:p>
          <a:p>
            <a:r>
              <a:t>      "candidates": 3289,</a:t>
            </a:r>
          </a:p>
          <a:p>
            <a:r>
              <a:t>      "available": 3289,</a:t>
            </a:r>
          </a:p>
          <a:p>
            <a:r>
              <a:t>      "feature_rows": 758,</a:t>
            </a:r>
          </a:p>
          <a:p>
            <a:r>
              <a:t>      "filter_decisions": {</a:t>
            </a:r>
          </a:p>
          <a:p>
            <a:r>
              <a:t>        "accepted": 758,</a:t>
            </a:r>
          </a:p>
          <a:p>
            <a:r>
              <a:t>        "no_comment_before_sprint": 1441,</a:t>
            </a:r>
          </a:p>
          <a:p>
            <a:r>
              <a:t>        "no_sprint_entry": 1090</a:t>
            </a:r>
          </a:p>
          <a:p>
            <a:r>
              <a:t>      },</a:t>
            </a:r>
          </a:p>
          <a:p>
            <a:r>
              <a:t>      "splits": {</a:t>
            </a:r>
          </a:p>
          <a:p>
            <a:r>
              <a:t>        "train": 454,</a:t>
            </a:r>
          </a:p>
          <a:p>
            <a:r>
              <a:t>        "validation": 151,</a:t>
            </a:r>
          </a:p>
          <a:p>
            <a:r>
              <a:t>        "test": 153</a:t>
            </a:r>
          </a:p>
          <a:p>
            <a:r>
              <a:t>      },</a:t>
            </a:r>
          </a:p>
          <a:p>
            <a:r>
              <a:t>      "freeze_finished": "2026-10-24T17:40:26.397188+00:00"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"candidates": 866,</a:t>
            </a:r>
          </a:p>
          <a:p>
            <a:r>
              <a:t>      "available": 866,</a:t>
            </a:r>
          </a:p>
          <a:p>
            <a:r>
              <a:t>      "feature_rows": 235,</a:t>
            </a:r>
          </a:p>
          <a:p>
            <a:r>
              <a:t>      "filter_decisions": {</a:t>
            </a:r>
          </a:p>
          <a:p>
            <a:r>
              <a:t>        "accepted": 235,</a:t>
            </a:r>
          </a:p>
          <a:p>
            <a:r>
              <a:t>        "no_comment_before_sprint": 575,</a:t>
            </a:r>
          </a:p>
          <a:p>
            <a:r>
              <a:t>        "no_sprint_entry": 56</a:t>
            </a:r>
          </a:p>
          <a:p>
            <a:r>
              <a:t>      },</a:t>
            </a:r>
          </a:p>
          <a:p>
            <a:r>
              <a:t>      "splits": {</a:t>
            </a:r>
          </a:p>
          <a:p>
            <a:r>
              <a:t>        "train": 141,</a:t>
            </a:r>
          </a:p>
          <a:p>
            <a:r>
              <a:t>        "validation": 47,</a:t>
            </a:r>
          </a:p>
          <a:p>
            <a:r>
              <a:t>        "test": 47</a:t>
            </a:r>
          </a:p>
          <a:p>
            <a:r>
              <a:t>      },</a:t>
            </a:r>
          </a:p>
          <a:p>
            <a:r>
              <a:t>      "freeze_finished": "2026-10-24T17:39:14.311540+00:00"</a:t>
            </a:r>
          </a:p>
          <a:p>
            <a:r>
              <a:t>    },</a:t>
            </a:r>
          </a:p>
          <a:p>
            <a:r>
              <a:t>    "MongoDB": {</a:t>
            </a:r>
          </a:p>
          <a:p>
            <a:r>
              <a:t>      "candidates": 39169,</a:t>
            </a:r>
          </a:p>
          <a:p>
            <a:r>
              <a:t>      "available": 39168,</a:t>
            </a:r>
          </a:p>
          <a:p>
            <a:r>
              <a:t>      "feature_rows": 5088,</a:t>
            </a:r>
          </a:p>
          <a:p>
            <a:r>
              <a:t>      "filter_decisions": {</a:t>
            </a:r>
          </a:p>
          <a:p>
            <a:r>
              <a:t>        "accepted": 5088,</a:t>
            </a:r>
          </a:p>
          <a:p>
            <a:r>
              <a:t>        "no_comment_before_sprint": 29104,</a:t>
            </a:r>
          </a:p>
          <a:p>
            <a:r>
              <a:t>        "unreconstructable_pre_sprint_metadata": 12,</a:t>
            </a:r>
          </a:p>
          <a:p>
            <a:r>
              <a:t>        "no_sprint_entry": 4964,</a:t>
            </a:r>
          </a:p>
          <a:p>
            <a:r>
              <a:t>        "jira_unavailable": 1</a:t>
            </a:r>
          </a:p>
          <a:p>
            <a:r>
              <a:t>      },</a:t>
            </a:r>
          </a:p>
          <a:p>
            <a:r>
              <a:t>      "splits": {</a:t>
            </a:r>
          </a:p>
          <a:p>
            <a:r>
              <a:t>        "train": 3052,</a:t>
            </a:r>
          </a:p>
          <a:p>
            <a:r>
              <a:t>        "validation": 1017,</a:t>
            </a:r>
          </a:p>
          <a:p>
            <a:r>
              <a:t>        "test": 1019</a:t>
            </a:r>
          </a:p>
          <a:p>
            <a:r>
              <a:t>      },</a:t>
            </a:r>
          </a:p>
          <a:p>
            <a:r>
              <a:t>      "freeze_finished": "2026-10-24T17:53:41.470662+00:00"</a:t>
            </a:r>
          </a:p>
          <a:p>
            <a:r>
              <a:t>    },</a:t>
            </a:r>
          </a:p>
          <a:p>
            <a:r>
              <a:t>    "RedHat": {</a:t>
            </a:r>
          </a:p>
          <a:p>
            <a:r>
              <a:t>      "candidates": 24920,</a:t>
            </a:r>
          </a:p>
          <a:p>
            <a:r>
              <a:t>      "available": 24596,</a:t>
            </a:r>
          </a:p>
          <a:p>
            <a:r>
              <a:t>      "feature_rows": 6905,</a:t>
            </a:r>
          </a:p>
          <a:p>
            <a:r>
              <a:t>      "filter_decisions": {</a:t>
            </a:r>
          </a:p>
          <a:p>
            <a:r>
              <a:t>        "accepted": 6905,</a:t>
            </a:r>
          </a:p>
          <a:p>
            <a:r>
              <a:t>        "no_comment_before_sprint": 15984,</a:t>
            </a:r>
          </a:p>
          <a:p>
            <a:r>
              <a:t>        "no_sprint_entry": 1694,</a:t>
            </a:r>
          </a:p>
          <a:p>
            <a:r>
              <a:t>        "jira_unavailable": 324,</a:t>
            </a:r>
          </a:p>
          <a:p>
            <a:r>
              <a:t>        "unreconstructable_pre_sprint_metadata": 13</a:t>
            </a:r>
          </a:p>
          <a:p>
            <a:r>
              <a:t>      },</a:t>
            </a:r>
          </a:p>
          <a:p>
            <a:r>
              <a:t>      "splits": {</a:t>
            </a:r>
          </a:p>
          <a:p>
            <a:r>
              <a:t>        "train": 4143,</a:t>
            </a:r>
          </a:p>
          <a:p>
            <a:r>
              <a:t>        "validation": 1381,</a:t>
            </a:r>
          </a:p>
          <a:p>
            <a:r>
              <a:t>        "test": 1381</a:t>
            </a:r>
          </a:p>
          <a:p>
            <a:r>
              <a:t>      },</a:t>
            </a:r>
          </a:p>
          <a:p>
            <a:r>
              <a:t>      "freeze_finished": "2026-10-24T17:52:39.554651+00:00"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"totals": {</a:t>
            </a:r>
          </a:p>
          <a:p>
            <a:r>
              <a:t>    "candidates": 68244,</a:t>
            </a:r>
          </a:p>
          <a:p>
            <a:r>
              <a:t>    "jira_unavailable": 325,</a:t>
            </a:r>
          </a:p>
          <a:p>
            <a:r>
              <a:t>    "available": 67919,</a:t>
            </a:r>
          </a:p>
          <a:p>
            <a:r>
              <a:t>    "no_sprint_entry": 7804,</a:t>
            </a:r>
          </a:p>
          <a:p>
            <a:r>
              <a:t>    "no_comment_before_sprint": 47104,</a:t>
            </a:r>
          </a:p>
          <a:p>
            <a:r>
              <a:t>    "unreconstructable_pre_sprint_metadata": 25,</a:t>
            </a:r>
          </a:p>
          <a:p>
            <a:r>
              <a:t>    "preprocessing_exclusions": 54933,</a:t>
            </a:r>
          </a:p>
          <a:p>
            <a:r>
              <a:t>    "feature_rows": 12986,</a:t>
            </a:r>
          </a:p>
          <a:p>
            <a:r>
              <a:t>    "train": 7790,</a:t>
            </a:r>
          </a:p>
          <a:p>
            <a:r>
              <a:t>    "validation": 2596,</a:t>
            </a:r>
          </a:p>
          <a:p>
            <a:r>
              <a:t>    "test": 2600</a:t>
            </a:r>
          </a:p>
          <a:p>
            <a:r>
              <a:t>  },</a:t>
            </a:r>
          </a:p>
          <a:p>
            <a:r>
              <a:t>  "remaining_work": "Fetch linked code, establish complete supported detector coverage, generate labels, then determine final model eligibility. No real code-smell model results or class balance are available yet."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Code-smell preparation, NOT HF instability metrics. Reported cluster evidence as of October 24, 2026.</a:t>
            </a:r>
          </a:p>
          <a:p>
            <a:r>
              <a:t>Report: Tasks/sprint-data-analysis-summary/data/code-smells-002-retention.json; SHA256: 1412eb753eb90a0f0be608948a510828085489ef6de3be10271cf56913dba32a</a:t>
            </a:r>
          </a:p>
          <a:p>
            <a:r>
              <a:t>Cluster artifacts: status/freeze-SOURCE.json; raw/SOURCE/manifest.json; features/SOURCE/filter_decisions.json and features.csv; splits/SOURCE.json.</a:t>
            </a:r>
          </a:p>
          <a:p>
            <a:r>
              <a:t>Rules: runtime/prepare.py freeze/reconstruct_metadata and jira_pipeline/preprocessing.py preprocess_record/first_sprint_entry, as used by preparation PR #377.</a:t>
            </a:r>
          </a:p>
          <a:p>
            <a:r>
              <a:t>Sprint entry is the earliest usable sprint-field start or nonempty Sprint-history change at/after issue creation. Comments require a valid timestamp &lt;= that entry. A failed reconstruction is not proof that a story has no real sprint or metadata.</a:t>
            </a:r>
          </a:p>
          <a:p>
            <a:r>
              <a:t>{</a:t>
            </a:r>
          </a:p>
          <a:p>
            <a:r>
              <a:t>  "schema": "code-smell-retention-summary-v1",</a:t>
            </a:r>
          </a:p>
          <a:p>
            <a:r>
              <a:t>  "run_id": "code-smells-002",</a:t>
            </a:r>
          </a:p>
          <a:p>
            <a:r>
              <a:t>  "recorded_on": "2026-10-24",</a:t>
            </a:r>
          </a:p>
          <a:p>
            <a:r>
              <a:t>  "evidence_origin": "User-supplied cluster output from freeze status files, split manifests, raw manifests and filter_decisions.json. Counts are transcribed, not independently recomputed from raw Jira records on this Mac.",</a:t>
            </a:r>
          </a:p>
          <a:p>
            <a:r>
              <a:t>  "base_presentation_sha256": "79212043e95e79662eacd79f8971bd7ff2681107b1f000515fa3719894fb9351",</a:t>
            </a:r>
          </a:p>
          <a:p>
            <a:r>
              <a:t>  "preparation_pr": 377,</a:t>
            </a:r>
          </a:p>
          <a:p>
            <a:r>
              <a:t>  "preparation_merge_commit": "e5daaf1773672f1dc7e914ca0afe724fd684fbd8",</a:t>
            </a:r>
          </a:p>
          <a:p>
            <a:r>
              <a:t>  "original_candidate_file_rows": 68358,</a:t>
            </a:r>
          </a:p>
          <a:p>
            <a:r>
              <a:t>  "source_selection_exclusions": 114,</a:t>
            </a:r>
          </a:p>
          <a:p>
            <a:r>
              <a:t>  "source_selection_rule": "Exclude sources with fewer than 100 original candidates: Qt 86, JiraEcosystem 23, Jira 3, Sakai 2.",</a:t>
            </a:r>
          </a:p>
          <a:p>
            <a:r>
              <a:t>  "candidate_file_sha256": "a96d260478dfe2c6eb78ce8c47bac74707039c05853e90e0c8e2775d103d0aab",</a:t>
            </a:r>
          </a:p>
          <a:p>
            <a:r>
              <a:t>  "checks_reported": {</a:t>
            </a:r>
          </a:p>
          <a:p>
            <a:r>
              <a:t>    "all_four_freeze_stages_succeeded": true,</a:t>
            </a:r>
          </a:p>
          <a:p>
            <a:r>
              <a:t>    "all_feature_file_hashes_match_split_manifests": true,</a:t>
            </a:r>
          </a:p>
          <a:p>
            <a:r>
              <a:t>    "apache_features_and_split_match_original_run_byte_for_byte": true</a:t>
            </a:r>
          </a:p>
          <a:p>
            <a:r>
              <a:t>  },</a:t>
            </a:r>
          </a:p>
          <a:p>
            <a:r>
              <a:t>  "filter_interpretation": {</a:t>
            </a:r>
          </a:p>
          <a:p>
            <a:r>
              <a:t>    "jira_unavailable": "Explicitly approved collection exclusions, before preprocessing. MongoDB: one issue returned 401. RedHat: 324 returned 404 (not found or not visible, not proof of deletion).",</a:t>
            </a:r>
          </a:p>
          <a:p>
            <a:r>
              <a:t>    "no_sprint_entry": "No usable sprint-entry timestamp could be derived from sprint fields/change history on or after issue creation.",</a:t>
            </a:r>
          </a:p>
          <a:p>
            <a:r>
              <a:t>    "no_comment_before_sprint": "No comment with a valid timestamp on or before the derived sprint-entry time. Includes no comments and comments only after entry. This is a retained study eligibility rule, not an inherent requirement for code-smell prediction.",</a:t>
            </a:r>
          </a:p>
          <a:p>
            <a:r>
              <a:t>    "unreconstructable_pre_sprint_metadata": "The preparation step could not reconstruct required pre-sprint metadata from the available history.",</a:t>
            </a:r>
          </a:p>
          <a:p>
            <a:r>
              <a:t>    "accepted": "Passed Jira preprocessing and pre-sprint reconstruction. These rows have frozen features and split membership, not yet verified code-smell labels."</a:t>
            </a:r>
          </a:p>
          <a:p>
            <a:r>
              <a:t>  },</a:t>
            </a:r>
          </a:p>
          <a:p>
            <a:r>
              <a:t>  "counting_rule": "One decision per selected candidate. The first failed gate is recorded; counts are mutually exclusive, not the total number of all conditions each issue violates.",</a:t>
            </a:r>
          </a:p>
          <a:p>
            <a:r>
              <a:t>  "reviewed_uncontrolled_projects": [</a:t>
            </a:r>
          </a:p>
          <a:p>
            <a:r>
              <a:t>    "BUILD",</a:t>
            </a:r>
          </a:p>
          <a:p>
            <a:r>
              <a:t>    "OCMUI",</a:t>
            </a:r>
          </a:p>
          <a:p>
            <a:r>
              <a:t>    "RHDM"</a:t>
            </a:r>
          </a:p>
          <a:p>
            <a:r>
              <a:t>  ],</a:t>
            </a:r>
          </a:p>
          <a:p>
            <a:r>
              <a:t>  "sources": {</a:t>
            </a:r>
          </a:p>
          <a:p>
            <a:r>
              <a:t>    "Apache": {</a:t>
            </a:r>
          </a:p>
          <a:p>
            <a:r>
              <a:t>      "candidates": 3289,</a:t>
            </a:r>
          </a:p>
          <a:p>
            <a:r>
              <a:t>      "available": 3289,</a:t>
            </a:r>
          </a:p>
          <a:p>
            <a:r>
              <a:t>      "feature_rows": 758,</a:t>
            </a:r>
          </a:p>
          <a:p>
            <a:r>
              <a:t>      "filter_decisions": {</a:t>
            </a:r>
          </a:p>
          <a:p>
            <a:r>
              <a:t>        "accepted": 758,</a:t>
            </a:r>
          </a:p>
          <a:p>
            <a:r>
              <a:t>        "no_comment_before_sprint": 1441,</a:t>
            </a:r>
          </a:p>
          <a:p>
            <a:r>
              <a:t>        "no_sprint_entry": 1090</a:t>
            </a:r>
          </a:p>
          <a:p>
            <a:r>
              <a:t>      },</a:t>
            </a:r>
          </a:p>
          <a:p>
            <a:r>
              <a:t>      "splits": {</a:t>
            </a:r>
          </a:p>
          <a:p>
            <a:r>
              <a:t>        "train": 454,</a:t>
            </a:r>
          </a:p>
          <a:p>
            <a:r>
              <a:t>        "validation": 151,</a:t>
            </a:r>
          </a:p>
          <a:p>
            <a:r>
              <a:t>        "test": 153</a:t>
            </a:r>
          </a:p>
          <a:p>
            <a:r>
              <a:t>      },</a:t>
            </a:r>
          </a:p>
          <a:p>
            <a:r>
              <a:t>      "freeze_finished": "2026-10-24T17:40:26.397188+00:00"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"candidates": 866,</a:t>
            </a:r>
          </a:p>
          <a:p>
            <a:r>
              <a:t>      "available": 866,</a:t>
            </a:r>
          </a:p>
          <a:p>
            <a:r>
              <a:t>      "feature_rows": 235,</a:t>
            </a:r>
          </a:p>
          <a:p>
            <a:r>
              <a:t>      "filter_decisions": {</a:t>
            </a:r>
          </a:p>
          <a:p>
            <a:r>
              <a:t>        "accepted": 235,</a:t>
            </a:r>
          </a:p>
          <a:p>
            <a:r>
              <a:t>        "no_comment_before_sprint": 575,</a:t>
            </a:r>
          </a:p>
          <a:p>
            <a:r>
              <a:t>        "no_sprint_entry": 56</a:t>
            </a:r>
          </a:p>
          <a:p>
            <a:r>
              <a:t>      },</a:t>
            </a:r>
          </a:p>
          <a:p>
            <a:r>
              <a:t>      "splits": {</a:t>
            </a:r>
          </a:p>
          <a:p>
            <a:r>
              <a:t>        "train": 141,</a:t>
            </a:r>
          </a:p>
          <a:p>
            <a:r>
              <a:t>        "validation": 47,</a:t>
            </a:r>
          </a:p>
          <a:p>
            <a:r>
              <a:t>        "test": 47</a:t>
            </a:r>
          </a:p>
          <a:p>
            <a:r>
              <a:t>      },</a:t>
            </a:r>
          </a:p>
          <a:p>
            <a:r>
              <a:t>      "freeze_finished": "2026-10-24T17:39:14.311540+00:00"</a:t>
            </a:r>
          </a:p>
          <a:p>
            <a:r>
              <a:t>    },</a:t>
            </a:r>
          </a:p>
          <a:p>
            <a:r>
              <a:t>    "MongoDB": {</a:t>
            </a:r>
          </a:p>
          <a:p>
            <a:r>
              <a:t>      "candidates": 39169,</a:t>
            </a:r>
          </a:p>
          <a:p>
            <a:r>
              <a:t>      "available": 39168,</a:t>
            </a:r>
          </a:p>
          <a:p>
            <a:r>
              <a:t>      "feature_rows": 5088,</a:t>
            </a:r>
          </a:p>
          <a:p>
            <a:r>
              <a:t>      "filter_decisions": {</a:t>
            </a:r>
          </a:p>
          <a:p>
            <a:r>
              <a:t>        "accepted": 5088,</a:t>
            </a:r>
          </a:p>
          <a:p>
            <a:r>
              <a:t>        "no_comment_before_sprint": 29104,</a:t>
            </a:r>
          </a:p>
          <a:p>
            <a:r>
              <a:t>        "unreconstructable_pre_sprint_metadata": 12,</a:t>
            </a:r>
          </a:p>
          <a:p>
            <a:r>
              <a:t>        "no_sprint_entry": 4964,</a:t>
            </a:r>
          </a:p>
          <a:p>
            <a:r>
              <a:t>        "jira_unavailable": 1</a:t>
            </a:r>
          </a:p>
          <a:p>
            <a:r>
              <a:t>      },</a:t>
            </a:r>
          </a:p>
          <a:p>
            <a:r>
              <a:t>      "splits": {</a:t>
            </a:r>
          </a:p>
          <a:p>
            <a:r>
              <a:t>        "train": 3052,</a:t>
            </a:r>
          </a:p>
          <a:p>
            <a:r>
              <a:t>        "validation": 1017,</a:t>
            </a:r>
          </a:p>
          <a:p>
            <a:r>
              <a:t>        "test": 1019</a:t>
            </a:r>
          </a:p>
          <a:p>
            <a:r>
              <a:t>      },</a:t>
            </a:r>
          </a:p>
          <a:p>
            <a:r>
              <a:t>      "freeze_finished": "2026-10-24T17:53:41.470662+00:00"</a:t>
            </a:r>
          </a:p>
          <a:p>
            <a:r>
              <a:t>    },</a:t>
            </a:r>
          </a:p>
          <a:p>
            <a:r>
              <a:t>    "RedHat": {</a:t>
            </a:r>
          </a:p>
          <a:p>
            <a:r>
              <a:t>      "candidates": 24920,</a:t>
            </a:r>
          </a:p>
          <a:p>
            <a:r>
              <a:t>      "available": 24596,</a:t>
            </a:r>
          </a:p>
          <a:p>
            <a:r>
              <a:t>      "feature_rows": 6905,</a:t>
            </a:r>
          </a:p>
          <a:p>
            <a:r>
              <a:t>      "filter_decisions": {</a:t>
            </a:r>
          </a:p>
          <a:p>
            <a:r>
              <a:t>        "accepted": 6905,</a:t>
            </a:r>
          </a:p>
          <a:p>
            <a:r>
              <a:t>        "no_comment_before_sprint": 15984,</a:t>
            </a:r>
          </a:p>
          <a:p>
            <a:r>
              <a:t>        "no_sprint_entry": 1694,</a:t>
            </a:r>
          </a:p>
          <a:p>
            <a:r>
              <a:t>        "jira_unavailable": 324,</a:t>
            </a:r>
          </a:p>
          <a:p>
            <a:r>
              <a:t>        "unreconstructable_pre_sprint_metadata": 13</a:t>
            </a:r>
          </a:p>
          <a:p>
            <a:r>
              <a:t>      },</a:t>
            </a:r>
          </a:p>
          <a:p>
            <a:r>
              <a:t>      "splits": {</a:t>
            </a:r>
          </a:p>
          <a:p>
            <a:r>
              <a:t>        "train": 4143,</a:t>
            </a:r>
          </a:p>
          <a:p>
            <a:r>
              <a:t>        "validation": 1381,</a:t>
            </a:r>
          </a:p>
          <a:p>
            <a:r>
              <a:t>        "test": 1381</a:t>
            </a:r>
          </a:p>
          <a:p>
            <a:r>
              <a:t>      },</a:t>
            </a:r>
          </a:p>
          <a:p>
            <a:r>
              <a:t>      "freeze_finished": "2026-10-24T17:52:39.554651+00:00"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"totals": {</a:t>
            </a:r>
          </a:p>
          <a:p>
            <a:r>
              <a:t>    "candidates": 68244,</a:t>
            </a:r>
          </a:p>
          <a:p>
            <a:r>
              <a:t>    "jira_unavailable": 325,</a:t>
            </a:r>
          </a:p>
          <a:p>
            <a:r>
              <a:t>    "available": 67919,</a:t>
            </a:r>
          </a:p>
          <a:p>
            <a:r>
              <a:t>    "no_sprint_entry": 7804,</a:t>
            </a:r>
          </a:p>
          <a:p>
            <a:r>
              <a:t>    "no_comment_before_sprint": 47104,</a:t>
            </a:r>
          </a:p>
          <a:p>
            <a:r>
              <a:t>    "unreconstructable_pre_sprint_metadata": 25,</a:t>
            </a:r>
          </a:p>
          <a:p>
            <a:r>
              <a:t>    "preprocessing_exclusions": 54933,</a:t>
            </a:r>
          </a:p>
          <a:p>
            <a:r>
              <a:t>    "feature_rows": 12986,</a:t>
            </a:r>
          </a:p>
          <a:p>
            <a:r>
              <a:t>    "train": 7790,</a:t>
            </a:r>
          </a:p>
          <a:p>
            <a:r>
              <a:t>    "validation": 2596,</a:t>
            </a:r>
          </a:p>
          <a:p>
            <a:r>
              <a:t>    "test": 2600</a:t>
            </a:r>
          </a:p>
          <a:p>
            <a:r>
              <a:t>  },</a:t>
            </a:r>
          </a:p>
          <a:p>
            <a:r>
              <a:t>  "remaining_work": "Fetch linked code, establish complete supported detector coverage, generate labels, then determine final model eligibility. No real code-smell model results or class balance are available yet."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Code-smell preparation, NOT HF instability metrics. Reported cluster evidence as of October 24, 2026.</a:t>
            </a:r>
          </a:p>
          <a:p>
            <a:r>
              <a:t>Report: Tasks/sprint-data-analysis-summary/data/code-smells-002-retention.json; SHA256: 1412eb753eb90a0f0be608948a510828085489ef6de3be10271cf56913dba32a</a:t>
            </a:r>
          </a:p>
          <a:p>
            <a:r>
              <a:t>Cluster artifacts: status/freeze-SOURCE.json; raw/SOURCE/manifest.json; features/SOURCE/filter_decisions.json and features.csv; splits/SOURCE.json.</a:t>
            </a:r>
          </a:p>
          <a:p>
            <a:r>
              <a:t>Rules: runtime/prepare.py freeze/reconstruct_metadata and jira_pipeline/preprocessing.py preprocess_record/first_sprint_entry, as used by preparation PR #377.</a:t>
            </a:r>
          </a:p>
          <a:p>
            <a:r>
              <a:t>Sprint entry is the earliest usable sprint-field start or nonempty Sprint-history change at/after issue creation. Comments require a valid timestamp &lt;= that entry. A failed reconstruction is not proof that a story has no real sprint or metadata.</a:t>
            </a:r>
          </a:p>
          <a:p>
            <a:r>
              <a:t>{</a:t>
            </a:r>
          </a:p>
          <a:p>
            <a:r>
              <a:t>  "schema": "code-smell-retention-summary-v1",</a:t>
            </a:r>
          </a:p>
          <a:p>
            <a:r>
              <a:t>  "run_id": "code-smells-002",</a:t>
            </a:r>
          </a:p>
          <a:p>
            <a:r>
              <a:t>  "recorded_on": "2026-10-24",</a:t>
            </a:r>
          </a:p>
          <a:p>
            <a:r>
              <a:t>  "evidence_origin": "User-supplied cluster output from freeze status files, split manifests, raw manifests and filter_decisions.json. Counts are transcribed, not independently recomputed from raw Jira records on this Mac.",</a:t>
            </a:r>
          </a:p>
          <a:p>
            <a:r>
              <a:t>  "base_presentation_sha256": "79212043e95e79662eacd79f8971bd7ff2681107b1f000515fa3719894fb9351",</a:t>
            </a:r>
          </a:p>
          <a:p>
            <a:r>
              <a:t>  "preparation_pr": 377,</a:t>
            </a:r>
          </a:p>
          <a:p>
            <a:r>
              <a:t>  "preparation_merge_commit": "e5daaf1773672f1dc7e914ca0afe724fd684fbd8",</a:t>
            </a:r>
          </a:p>
          <a:p>
            <a:r>
              <a:t>  "original_candidate_file_rows": 68358,</a:t>
            </a:r>
          </a:p>
          <a:p>
            <a:r>
              <a:t>  "source_selection_exclusions": 114,</a:t>
            </a:r>
          </a:p>
          <a:p>
            <a:r>
              <a:t>  "source_selection_rule": "Exclude sources with fewer than 100 original candidates: Qt 86, JiraEcosystem 23, Jira 3, Sakai 2.",</a:t>
            </a:r>
          </a:p>
          <a:p>
            <a:r>
              <a:t>  "candidate_file_sha256": "a96d260478dfe2c6eb78ce8c47bac74707039c05853e90e0c8e2775d103d0aab",</a:t>
            </a:r>
          </a:p>
          <a:p>
            <a:r>
              <a:t>  "checks_reported": {</a:t>
            </a:r>
          </a:p>
          <a:p>
            <a:r>
              <a:t>    "all_four_freeze_stages_succeeded": true,</a:t>
            </a:r>
          </a:p>
          <a:p>
            <a:r>
              <a:t>    "all_feature_file_hashes_match_split_manifests": true,</a:t>
            </a:r>
          </a:p>
          <a:p>
            <a:r>
              <a:t>    "apache_features_and_split_match_original_run_byte_for_byte": true</a:t>
            </a:r>
          </a:p>
          <a:p>
            <a:r>
              <a:t>  },</a:t>
            </a:r>
          </a:p>
          <a:p>
            <a:r>
              <a:t>  "filter_interpretation": {</a:t>
            </a:r>
          </a:p>
          <a:p>
            <a:r>
              <a:t>    "jira_unavailable": "Explicitly approved collection exclusions, before preprocessing. MongoDB: one issue returned 401. RedHat: 324 returned 404 (not found or not visible, not proof of deletion).",</a:t>
            </a:r>
          </a:p>
          <a:p>
            <a:r>
              <a:t>    "no_sprint_entry": "No usable sprint-entry timestamp could be derived from sprint fields/change history on or after issue creation.",</a:t>
            </a:r>
          </a:p>
          <a:p>
            <a:r>
              <a:t>    "no_comment_before_sprint": "No comment with a valid timestamp on or before the derived sprint-entry time. Includes no comments and comments only after entry. This is a retained study eligibility rule, not an inherent requirement for code-smell prediction.",</a:t>
            </a:r>
          </a:p>
          <a:p>
            <a:r>
              <a:t>    "unreconstructable_pre_sprint_metadata": "The preparation step could not reconstruct required pre-sprint metadata from the available history.",</a:t>
            </a:r>
          </a:p>
          <a:p>
            <a:r>
              <a:t>    "accepted": "Passed Jira preprocessing and pre-sprint reconstruction. These rows have frozen features and split membership, not yet verified code-smell labels."</a:t>
            </a:r>
          </a:p>
          <a:p>
            <a:r>
              <a:t>  },</a:t>
            </a:r>
          </a:p>
          <a:p>
            <a:r>
              <a:t>  "counting_rule": "One decision per selected candidate. The first failed gate is recorded; counts are mutually exclusive, not the total number of all conditions each issue violates.",</a:t>
            </a:r>
          </a:p>
          <a:p>
            <a:r>
              <a:t>  "reviewed_uncontrolled_projects": [</a:t>
            </a:r>
          </a:p>
          <a:p>
            <a:r>
              <a:t>    "BUILD",</a:t>
            </a:r>
          </a:p>
          <a:p>
            <a:r>
              <a:t>    "OCMUI",</a:t>
            </a:r>
          </a:p>
          <a:p>
            <a:r>
              <a:t>    "RHDM"</a:t>
            </a:r>
          </a:p>
          <a:p>
            <a:r>
              <a:t>  ],</a:t>
            </a:r>
          </a:p>
          <a:p>
            <a:r>
              <a:t>  "sources": {</a:t>
            </a:r>
          </a:p>
          <a:p>
            <a:r>
              <a:t>    "Apache": {</a:t>
            </a:r>
          </a:p>
          <a:p>
            <a:r>
              <a:t>      "candidates": 3289,</a:t>
            </a:r>
          </a:p>
          <a:p>
            <a:r>
              <a:t>      "available": 3289,</a:t>
            </a:r>
          </a:p>
          <a:p>
            <a:r>
              <a:t>      "feature_rows": 758,</a:t>
            </a:r>
          </a:p>
          <a:p>
            <a:r>
              <a:t>      "filter_decisions": {</a:t>
            </a:r>
          </a:p>
          <a:p>
            <a:r>
              <a:t>        "accepted": 758,</a:t>
            </a:r>
          </a:p>
          <a:p>
            <a:r>
              <a:t>        "no_comment_before_sprint": 1441,</a:t>
            </a:r>
          </a:p>
          <a:p>
            <a:r>
              <a:t>        "no_sprint_entry": 1090</a:t>
            </a:r>
          </a:p>
          <a:p>
            <a:r>
              <a:t>      },</a:t>
            </a:r>
          </a:p>
          <a:p>
            <a:r>
              <a:t>      "splits": {</a:t>
            </a:r>
          </a:p>
          <a:p>
            <a:r>
              <a:t>        "train": 454,</a:t>
            </a:r>
          </a:p>
          <a:p>
            <a:r>
              <a:t>        "validation": 151,</a:t>
            </a:r>
          </a:p>
          <a:p>
            <a:r>
              <a:t>        "test": 153</a:t>
            </a:r>
          </a:p>
          <a:p>
            <a:r>
              <a:t>      },</a:t>
            </a:r>
          </a:p>
          <a:p>
            <a:r>
              <a:t>      "freeze_finished": "2026-10-24T17:40:26.397188+00:00"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"candidates": 866,</a:t>
            </a:r>
          </a:p>
          <a:p>
            <a:r>
              <a:t>      "available": 866,</a:t>
            </a:r>
          </a:p>
          <a:p>
            <a:r>
              <a:t>      "feature_rows": 235,</a:t>
            </a:r>
          </a:p>
          <a:p>
            <a:r>
              <a:t>      "filter_decisions": {</a:t>
            </a:r>
          </a:p>
          <a:p>
            <a:r>
              <a:t>        "accepted": 235,</a:t>
            </a:r>
          </a:p>
          <a:p>
            <a:r>
              <a:t>        "no_comment_before_sprint": 575,</a:t>
            </a:r>
          </a:p>
          <a:p>
            <a:r>
              <a:t>        "no_sprint_entry": 56</a:t>
            </a:r>
          </a:p>
          <a:p>
            <a:r>
              <a:t>      },</a:t>
            </a:r>
          </a:p>
          <a:p>
            <a:r>
              <a:t>      "splits": {</a:t>
            </a:r>
          </a:p>
          <a:p>
            <a:r>
              <a:t>        "train": 141,</a:t>
            </a:r>
          </a:p>
          <a:p>
            <a:r>
              <a:t>        "validation": 47,</a:t>
            </a:r>
          </a:p>
          <a:p>
            <a:r>
              <a:t>        "test": 47</a:t>
            </a:r>
          </a:p>
          <a:p>
            <a:r>
              <a:t>      },</a:t>
            </a:r>
          </a:p>
          <a:p>
            <a:r>
              <a:t>      "freeze_finished": "2026-10-24T17:39:14.311540+00:00"</a:t>
            </a:r>
          </a:p>
          <a:p>
            <a:r>
              <a:t>    },</a:t>
            </a:r>
          </a:p>
          <a:p>
            <a:r>
              <a:t>    "MongoDB": {</a:t>
            </a:r>
          </a:p>
          <a:p>
            <a:r>
              <a:t>      "candidates": 39169,</a:t>
            </a:r>
          </a:p>
          <a:p>
            <a:r>
              <a:t>      "available": 39168,</a:t>
            </a:r>
          </a:p>
          <a:p>
            <a:r>
              <a:t>      "feature_rows": 5088,</a:t>
            </a:r>
          </a:p>
          <a:p>
            <a:r>
              <a:t>      "filter_decisions": {</a:t>
            </a:r>
          </a:p>
          <a:p>
            <a:r>
              <a:t>        "accepted": 5088,</a:t>
            </a:r>
          </a:p>
          <a:p>
            <a:r>
              <a:t>        "no_comment_before_sprint": 29104,</a:t>
            </a:r>
          </a:p>
          <a:p>
            <a:r>
              <a:t>        "unreconstructable_pre_sprint_metadata": 12,</a:t>
            </a:r>
          </a:p>
          <a:p>
            <a:r>
              <a:t>        "no_sprint_entry": 4964,</a:t>
            </a:r>
          </a:p>
          <a:p>
            <a:r>
              <a:t>        "jira_unavailable": 1</a:t>
            </a:r>
          </a:p>
          <a:p>
            <a:r>
              <a:t>      },</a:t>
            </a:r>
          </a:p>
          <a:p>
            <a:r>
              <a:t>      "splits": {</a:t>
            </a:r>
          </a:p>
          <a:p>
            <a:r>
              <a:t>        "train": 3052,</a:t>
            </a:r>
          </a:p>
          <a:p>
            <a:r>
              <a:t>        "validation": 1017,</a:t>
            </a:r>
          </a:p>
          <a:p>
            <a:r>
              <a:t>        "test": 1019</a:t>
            </a:r>
          </a:p>
          <a:p>
            <a:r>
              <a:t>      },</a:t>
            </a:r>
          </a:p>
          <a:p>
            <a:r>
              <a:t>      "freeze_finished": "2026-10-24T17:53:41.470662+00:00"</a:t>
            </a:r>
          </a:p>
          <a:p>
            <a:r>
              <a:t>    },</a:t>
            </a:r>
          </a:p>
          <a:p>
            <a:r>
              <a:t>    "RedHat": {</a:t>
            </a:r>
          </a:p>
          <a:p>
            <a:r>
              <a:t>      "candidates": 24920,</a:t>
            </a:r>
          </a:p>
          <a:p>
            <a:r>
              <a:t>      "available": 24596,</a:t>
            </a:r>
          </a:p>
          <a:p>
            <a:r>
              <a:t>      "feature_rows": 6905,</a:t>
            </a:r>
          </a:p>
          <a:p>
            <a:r>
              <a:t>      "filter_decisions": {</a:t>
            </a:r>
          </a:p>
          <a:p>
            <a:r>
              <a:t>        "accepted": 6905,</a:t>
            </a:r>
          </a:p>
          <a:p>
            <a:r>
              <a:t>        "no_comment_before_sprint": 15984,</a:t>
            </a:r>
          </a:p>
          <a:p>
            <a:r>
              <a:t>        "no_sprint_entry": 1694,</a:t>
            </a:r>
          </a:p>
          <a:p>
            <a:r>
              <a:t>        "jira_unavailable": 324,</a:t>
            </a:r>
          </a:p>
          <a:p>
            <a:r>
              <a:t>        "unreconstructable_pre_sprint_metadata": 13</a:t>
            </a:r>
          </a:p>
          <a:p>
            <a:r>
              <a:t>      },</a:t>
            </a:r>
          </a:p>
          <a:p>
            <a:r>
              <a:t>      "splits": {</a:t>
            </a:r>
          </a:p>
          <a:p>
            <a:r>
              <a:t>        "train": 4143,</a:t>
            </a:r>
          </a:p>
          <a:p>
            <a:r>
              <a:t>        "validation": 1381,</a:t>
            </a:r>
          </a:p>
          <a:p>
            <a:r>
              <a:t>        "test": 1381</a:t>
            </a:r>
          </a:p>
          <a:p>
            <a:r>
              <a:t>      },</a:t>
            </a:r>
          </a:p>
          <a:p>
            <a:r>
              <a:t>      "freeze_finished": "2026-10-24T17:52:39.554651+00:00"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"totals": {</a:t>
            </a:r>
          </a:p>
          <a:p>
            <a:r>
              <a:t>    "candidates": 68244,</a:t>
            </a:r>
          </a:p>
          <a:p>
            <a:r>
              <a:t>    "jira_unavailable": 325,</a:t>
            </a:r>
          </a:p>
          <a:p>
            <a:r>
              <a:t>    "available": 67919,</a:t>
            </a:r>
          </a:p>
          <a:p>
            <a:r>
              <a:t>    "no_sprint_entry": 7804,</a:t>
            </a:r>
          </a:p>
          <a:p>
            <a:r>
              <a:t>    "no_comment_before_sprint": 47104,</a:t>
            </a:r>
          </a:p>
          <a:p>
            <a:r>
              <a:t>    "unreconstructable_pre_sprint_metadata": 25,</a:t>
            </a:r>
          </a:p>
          <a:p>
            <a:r>
              <a:t>    "preprocessing_exclusions": 54933,</a:t>
            </a:r>
          </a:p>
          <a:p>
            <a:r>
              <a:t>    "feature_rows": 12986,</a:t>
            </a:r>
          </a:p>
          <a:p>
            <a:r>
              <a:t>    "train": 7790,</a:t>
            </a:r>
          </a:p>
          <a:p>
            <a:r>
              <a:t>    "validation": 2596,</a:t>
            </a:r>
          </a:p>
          <a:p>
            <a:r>
              <a:t>    "test": 2600</a:t>
            </a:r>
          </a:p>
          <a:p>
            <a:r>
              <a:t>  },</a:t>
            </a:r>
          </a:p>
          <a:p>
            <a:r>
              <a:t>  "remaining_work": "Fetch linked code, establish complete supported detector coverage, generate labels, then determine final model eligibility. No real code-smell model results or class balance are available yet."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hf-20261019-phi-gemma-qwen; report received October 29, 2026.</a:t>
            </a:r>
          </a:p>
          <a:p>
            <a:r>
              <a:t>Source: Tasks/sprint-data-analysis-summary/data/hf-20261019-report.json; SHA256 3bd3ef27dac8a7f476ae341a8e8ef172b3bd3e7f773c13d51875cbd122f07fb6.</a:t>
            </a:r>
          </a:p>
          <a:p>
            <a:r>
              <a:t>Study SHA256 977eda81de5875fca2730c710d220fa47e7f8b8cfcdfa30e27d6f099341d52c0.</a:t>
            </a:r>
          </a:p>
          <a:p>
            <a:r>
              <a:t>Previous report: Tasks/sprint-data-analysis-summary/data/hf-20261008-report.json; SHA256 7698fe31e652cc8d24fb2cc8ff8a443c2c1ec04ac3786cd9bf3dc0e6f4ec006a.</a:t>
            </a:r>
          </a:p>
          <a:p>
            <a:r>
              <a:t>Counts, positive counts, classical metrics/identities and config/source fingerprints match. Historical row membership comes from the frozen data contract; raw predictions were not independently rescored or aligned here. Classical baselines were chosen by validation PR area. Individual 95% AP-gain intervals compare NEW HF to CLASSICAL, not to earlier HF. Paired issue bootstrap uses 2000 resamples, without temporal dependence or multiplicity adjustment. Equal-weight means across 24 cells are descriptive, not pooled predictions. Same retrospective holdout; possible public-Jira pretraining exposure. K means &gt;= K changed words AND at least one relevant text change, not a percentage.</a:t>
            </a:r>
          </a:p>
          <a:p>
            <a:r>
              <a:t>{</a:t>
            </a:r>
          </a:p>
          <a:p>
            <a:r>
              <a:t>  "new":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"finetune/Apache/phi/5/8bd6563dc53d12f9/checkpoint"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0.8768729641693811,</a:t>
            </a:r>
          </a:p>
          <a:p>
            <a:r>
              <a:t>        "auc_prc": 0.19186403840642263,</a:t>
            </a:r>
          </a:p>
          <a:p>
            <a:r>
              <a:t>        "average_precision": 0.19445281964389127,</a:t>
            </a:r>
          </a:p>
          <a:p>
            <a:r>
              <a:t>        "balanced_accuracy": 0.5026315789473684,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1345,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189,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0.010471204188481674,</a:t>
            </a:r>
          </a:p>
          <a:p>
            <a:r>
              <a:t>        "positive_count": 190,</a:t>
            </a:r>
          </a:p>
          <a:p>
            <a:r>
              <a:t>        "positive_rate": 0.1237785016286645,</a:t>
            </a:r>
          </a:p>
          <a:p>
            <a:r>
              <a:t>        "precision": 1.0,</a:t>
            </a:r>
          </a:p>
          <a:p>
            <a:r>
              <a:t>        "recall": 0.005263157894736842,</a:t>
            </a:r>
          </a:p>
          <a:p>
            <a:r>
              <a:t>        "roc_auc": 0.6139894345529251,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"58207b829b05a874051c670b255e5e304b8fd9e585e5d59eacfb503377c2793b",</a:t>
            </a:r>
          </a:p>
          <a:p>
            <a:r>
              <a:t>        "adapter/README.md": "5e790f340065c0c5c2b21df0a7e9ed72412548a895e90be709c4fdded4767516",</a:t>
            </a:r>
          </a:p>
          <a:p>
            <a:r>
              <a:t>        "adapter/adapter_config.json": "f08a75768893d31c98207205ed2df8d5a40077bf0be92b8fdee6470d4c662784",</a:t>
            </a:r>
          </a:p>
          <a:p>
            <a:r>
              <a:t>        "adapter/adapter_model.safetensors": "e2a90fbfe1953e6c743e9991988560abae1c3cb1924607c5b7db60237930675d",</a:t>
            </a:r>
          </a:p>
          <a:p>
            <a:r>
              <a:t>        "head.safetensors": "f6963a36d98d9103b75a0e4bccd7f4da4a6b3951092dc5f04a5301f4c3ac3840",</a:t>
            </a:r>
          </a:p>
          <a:p>
            <a:r>
              <a:t>        "inference.json": "81845f903993865c2569bb8bbdbcb625b539fb3900a39bec1d91dbdac0953020"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0.1237785016286645,</a:t>
            </a:r>
          </a:p>
          <a:p>
            <a:r>
              <a:t>        "auc_prc": 0.5618892508143323,</a:t>
            </a:r>
          </a:p>
          <a:p>
            <a:r>
              <a:t>        "average_precision": 0.1237785016286645,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1345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190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0.22028985507246376,</a:t>
            </a:r>
          </a:p>
          <a:p>
            <a:r>
              <a:t>        "positive_count": 190,</a:t>
            </a:r>
          </a:p>
          <a:p>
            <a:r>
              <a:t>        "positive_rate": 0.1237785016286645,</a:t>
            </a:r>
          </a:p>
          <a:p>
            <a:r>
              <a:t>        "precision": 0.1237785016286645,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"phi",</a:t>
            </a:r>
          </a:p>
          <a:p>
            <a:r>
              <a:t>      "project": "Apache",</a:t>
            </a:r>
          </a:p>
          <a:p>
            <a:r>
              <a:t>      "selection_sha256": "fbff8e102b072b9468e609130fbb4e1beaced21424107f5634cbce256371994c",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0.8710097719869707,</a:t>
            </a:r>
          </a:p>
          <a:p>
            <a:r>
              <a:t>        "auc_prc": 0.1370363450756126,</a:t>
            </a:r>
          </a:p>
          <a:p>
            <a:r>
              <a:t>        "average_precision": 0.13871884240991056,</a:t>
            </a:r>
          </a:p>
          <a:p>
            <a:r>
              <a:t>        "balanced_accuracy": 0.5015456857757777,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1335,</a:t>
            </a:r>
          </a:p>
          <a:p>
            <a:r>
              <a:t>            10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188,</a:t>
            </a:r>
          </a:p>
          <a:p>
            <a:r>
              <a:t>            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0.0198019801980198,</a:t>
            </a:r>
          </a:p>
          <a:p>
            <a:r>
              <a:t>        "positive_count": 190,</a:t>
            </a:r>
          </a:p>
          <a:p>
            <a:r>
              <a:t>        "positive_rate": 0.1237785016286645,</a:t>
            </a:r>
          </a:p>
          <a:p>
            <a:r>
              <a:t>        "precision": 0.16666666666666666,</a:t>
            </a:r>
          </a:p>
          <a:p>
            <a:r>
              <a:t>        "recall": 0.010526315789473684,</a:t>
            </a:r>
          </a:p>
          <a:p>
            <a:r>
              <a:t>        "roc_auc": 0.5354451183721385,</a:t>
            </a:r>
          </a:p>
          <a:p>
            <a:r>
              <a:t>        "row_count": 1535,</a:t>
            </a:r>
          </a:p>
          <a:p>
            <a:r>
              <a:t>        "threshold": 0.06</a:t>
            </a:r>
          </a:p>
          <a:p>
            <a:r>
              <a:t>      },</a:t>
            </a:r>
          </a:p>
          <a:p>
            <a:r>
              <a:t>      "test_predictions_sha256": "0c7202265b68acf69d500def689f74252b63aaacb87e38a3d0b87265725ef657",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-0.09836597914419246,</a:t>
            </a:r>
          </a:p>
          <a:p>
            <a:r>
              <a:t>            -0.022490846312768053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-0.10005263499211293,</a:t>
            </a:r>
          </a:p>
          <a:p>
            <a:r>
              <a:t>            -0.022624400887845172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-0.11654942889500515,</a:t>
            </a:r>
          </a:p>
          <a:p>
            <a:r>
              <a:t>            -0.03934903939068048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0.11168292326683436,</a:t>
            </a:r>
          </a:p>
          <a:p>
            <a:r>
              <a:t>            0.16989594254198714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0.11495025073626212,</a:t>
            </a:r>
          </a:p>
          <a:p>
            <a:r>
              <a:t>            0.17393163366336753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0.491598419618353,</a:t>
            </a:r>
          </a:p>
          <a:p>
            <a:r>
              <a:t>            0.5785840051906881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"finetune/Apache/phi/10/8bd6563dc53d12f9/checkpoint"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0.6892508143322476,</a:t>
            </a:r>
          </a:p>
          <a:p>
            <a:r>
              <a:t>        "auc_prc": 0.11673850866307559,</a:t>
            </a:r>
          </a:p>
          <a:p>
            <a:r>
              <a:t>        "average_precision": 0.1201999676966554,</a:t>
            </a:r>
          </a:p>
          <a:p>
            <a:r>
              <a:t>        "balanced_accuracy": 0.6102741528414052,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997,</a:t>
            </a:r>
          </a:p>
          <a:p>
            <a:r>
              <a:t>            420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57,</a:t>
            </a:r>
          </a:p>
          <a:p>
            <a:r>
              <a:t>            61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0.20367278797996663,</a:t>
            </a:r>
          </a:p>
          <a:p>
            <a:r>
              <a:t>        "positive_count": 118,</a:t>
            </a:r>
          </a:p>
          <a:p>
            <a:r>
              <a:t>        "positive_rate": 0.07687296416938111,</a:t>
            </a:r>
          </a:p>
          <a:p>
            <a:r>
              <a:t>        "precision": 0.12681912681912683,</a:t>
            </a:r>
          </a:p>
          <a:p>
            <a:r>
              <a:t>        "recall": 0.5169491525423728,</a:t>
            </a:r>
          </a:p>
          <a:p>
            <a:r>
              <a:t>        "roc_auc": 0.6539358635455665,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"5fb84f7807c55265cf5ccf1555f3aff7366ec0860ba76fe64db810d4fb5d0bed",</a:t>
            </a:r>
          </a:p>
          <a:p>
            <a:r>
              <a:t>        "adapter/README.md": "5e790f340065c0c5c2b21df0a7e9ed72412548a895e90be709c4fdded4767516",</a:t>
            </a:r>
          </a:p>
          <a:p>
            <a:r>
              <a:t>        "adapter/adapter_config.json": "f08a75768893d31c98207205ed2df8d5a40077bf0be92b8fdee6470d4c662784",</a:t>
            </a:r>
          </a:p>
          <a:p>
            <a:r>
              <a:t>        "adapter/adapter_model.safetensors": "38d32d6b563fc18cccbc5ea6054a4fd308d854d31d321431c2a83bb4c2a624a7",</a:t>
            </a:r>
          </a:p>
          <a:p>
            <a:r>
              <a:t>        "head.safetensors": "5d5d728356f81e27824535cb486da886003ce93f49687855ccae0adf60d8c5aa",</a:t>
            </a:r>
          </a:p>
          <a:p>
            <a:r>
              <a:t>        "inference.json": "0d5c092645e5a186a994de86b3a86f1eda0c34def07401a2a940c87074cdf530"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0.07687296416938111,</a:t>
            </a:r>
          </a:p>
          <a:p>
            <a:r>
              <a:t>        "auc_prc": 0.5384364820846905,</a:t>
            </a:r>
          </a:p>
          <a:p>
            <a:r>
              <a:t>        "average_precision": 0.07687296416938111,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1417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0.1427707199032063,</a:t>
            </a:r>
          </a:p>
          <a:p>
            <a:r>
              <a:t>        "positive_count": 118,</a:t>
            </a:r>
          </a:p>
          <a:p>
            <a:r>
              <a:t>        "positive_rate": 0.07687296416938111,</a:t>
            </a:r>
          </a:p>
          <a:p>
            <a:r>
              <a:t>        "precision": 0.07687296416938111,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"phi",</a:t>
            </a:r>
          </a:p>
          <a:p>
            <a:r>
              <a:t>      "project": "Apache",</a:t>
            </a:r>
          </a:p>
          <a:p>
            <a:r>
              <a:t>      "selection_sha256": "b34e54368bc28435415baba97756828aaadb9ae7f43c10ad2f80da143743bef1",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0.923127035830619,</a:t>
            </a:r>
          </a:p>
          <a:p>
            <a:r>
              <a:t>        "auc_prc": 0.09038681148359222,</a:t>
            </a:r>
          </a:p>
          <a:p>
            <a:r>
              <a:t>        "average_precision": 0.09210136697310442,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1417,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118,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118,</a:t>
            </a:r>
          </a:p>
          <a:p>
            <a:r>
              <a:t>        "positive_rate": 0.07687296416938111,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0.5837469947250696,</a:t>
            </a:r>
          </a:p>
          <a:p>
            <a:r>
              <a:t>        "row_count": 1535,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"470d943d056acbd80abaffe0eb6068eb6deef72f1f379cbd04d9bef3722339b3",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-0.06001699376334515,</a:t>
            </a:r>
          </a:p>
          <a:p>
            <a:r>
              <a:t>            -0.004802183294396747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-0.06375936571266598,</a:t>
            </a:r>
          </a:p>
          <a:p>
            <a:r>
              <a:t>            -0.0033074818217696915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-0.11942191136717482,</a:t>
            </a:r>
          </a:p>
          <a:p>
            <a:r>
              <a:t>            -0.025343624313219043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0.0706877882463856,</a:t>
            </a:r>
          </a:p>
          <a:p>
            <a:r>
              <a:t>            0.11471030917705588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0.07306190823854651,</a:t>
            </a:r>
          </a:p>
          <a:p>
            <a:r>
              <a:t>            0.11902897107605931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0.5342870724037091,</a:t>
            </a:r>
          </a:p>
          <a:p>
            <a:r>
              <a:t>            0.6309236446694789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"frozen/Apache/phi/15/e3658a360fe21738/checkpoint"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0.641042345276873,</a:t>
            </a:r>
          </a:p>
          <a:p>
            <a:r>
              <a:t>        "auc_prc": 0.0964500311122774,</a:t>
            </a:r>
          </a:p>
          <a:p>
            <a:r>
              <a:t>        "average_precision": 0.09971765671814088,</a:t>
            </a:r>
          </a:p>
          <a:p>
            <a:r>
              <a:t>        "balanced_accuracy": 0.6764566033250123,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926,</a:t>
            </a:r>
          </a:p>
          <a:p>
            <a:r>
              <a:t>            528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23,</a:t>
            </a:r>
          </a:p>
          <a:p>
            <a:r>
              <a:t>            58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0.17391304347826086,</a:t>
            </a:r>
          </a:p>
          <a:p>
            <a:r>
              <a:t>        "positive_count": 81,</a:t>
            </a:r>
          </a:p>
          <a:p>
            <a:r>
              <a:t>        "positive_rate": 0.05276872964169381,</a:t>
            </a:r>
          </a:p>
          <a:p>
            <a:r>
              <a:t>        "precision": 0.09897610921501707,</a:t>
            </a:r>
          </a:p>
          <a:p>
            <a:r>
              <a:t>        "recall": 0.7160493827160493,</a:t>
            </a:r>
          </a:p>
          <a:p>
            <a:r>
              <a:t>        "roc_auc": 0.7046164688301323,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"57a4d3813ec11697b1d5f4c8e184f09df58599f1ca63c15b971443b7bd78bd5c",</a:t>
            </a:r>
          </a:p>
          <a:p>
            <a:r>
              <a:t>        "head.safetensors": "32701193a7eeda497cbecb610d144e67cc1180b72790bd762ab7d9815e09cee5",</a:t>
            </a:r>
          </a:p>
          <a:p>
            <a:r>
              <a:t>        "inference.json": "c31833a7161626f1f03d06b9d2cbda1410b71f827411952ff5d9f0ed5dbd61f4"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0.05276872964169381,</a:t>
            </a:r>
          </a:p>
          <a:p>
            <a:r>
              <a:t>        "auc_prc": 0.5263843648208469,</a:t>
            </a:r>
          </a:p>
          <a:p>
            <a:r>
              <a:t>        "average_precision": 0.05276872964169381,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1454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0.10024752475247524,</a:t>
            </a:r>
          </a:p>
          <a:p>
            <a:r>
              <a:t>        "positive_count": 81,</a:t>
            </a:r>
          </a:p>
          <a:p>
            <a:r>
              <a:t>        "positive_rate": 0.05276872964169381,</a:t>
            </a:r>
          </a:p>
          <a:p>
            <a:r>
              <a:t>        "precision": 0.05276872964169381,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"phi",</a:t>
            </a:r>
          </a:p>
          <a:p>
            <a:r>
              <a:t>      "project": "Apache",</a:t>
            </a:r>
          </a:p>
          <a:p>
            <a:r>
              <a:t>      "selection_sha256": "d9d83b2ea1be4fc501ef2b162a2197a0bfe9809537464736dea6bafd380db657",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0.9433224755700326,</a:t>
            </a:r>
          </a:p>
          <a:p>
            <a:r>
              <a:t>        "auc_prc": 0.08247331442498747,</a:t>
            </a:r>
          </a:p>
          <a:p>
            <a:r>
              <a:t>        "average_precision": 0.0847255890616574,</a:t>
            </a:r>
          </a:p>
          <a:p>
            <a:r>
              <a:t>        "balanced_accuracy": 0.49793672627235214,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1448,</a:t>
            </a:r>
          </a:p>
          <a:p>
            <a:r>
              <a:t>            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81,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81,</a:t>
            </a:r>
          </a:p>
          <a:p>
            <a:r>
              <a:t>        "positive_rate": 0.05276872964169381,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0.6681016183537962,</a:t>
            </a:r>
          </a:p>
          <a:p>
            <a:r>
              <a:t>        "row_count": 1535,</a:t>
            </a:r>
          </a:p>
          <a:p>
            <a:r>
              <a:t>        "threshold": 0.12</a:t>
            </a:r>
          </a:p>
          <a:p>
            <a:r>
              <a:t>      },</a:t>
            </a:r>
          </a:p>
          <a:p>
            <a:r>
              <a:t>      "test_predictions_sha256": "f6ec098aae0b8b5e76803c843ec79eaf8f3322649479c5dfc602c474a40a6b1d",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-0.03470055969161047,</a:t>
            </a:r>
          </a:p>
          <a:p>
            <a:r>
              <a:t>            0.005220908361123321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-0.03982296679020667,</a:t>
            </a:r>
          </a:p>
          <a:p>
            <a:r>
              <a:t>            0.006566269706121774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-0.07352292593901695,</a:t>
            </a:r>
          </a:p>
          <a:p>
            <a:r>
              <a:t>            0.0008674768169673838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0.060122524400114605,</a:t>
            </a:r>
          </a:p>
          <a:p>
            <a:r>
              <a:t>            0.11053408964776684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0.06318637668397034,</a:t>
            </a:r>
          </a:p>
          <a:p>
            <a:r>
              <a:t>            0.11784249375101724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0.6137910761911619,</a:t>
            </a:r>
          </a:p>
          <a:p>
            <a:r>
              <a:t>            0.7229719131567917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"frozen/Apache/qwen/20/e3658a360fe21738/checkpoint"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0.6859934853420195,</a:t>
            </a:r>
          </a:p>
          <a:p>
            <a:r>
              <a:t>        "auc_prc": 0.07660777122663817,</a:t>
            </a:r>
          </a:p>
          <a:p>
            <a:r>
              <a:t>        "average_precision": 0.07979742460932318,</a:t>
            </a:r>
          </a:p>
          <a:p>
            <a:r>
              <a:t>        "balanced_accuracy": 0.6658685866519682,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1015,</a:t>
            </a:r>
          </a:p>
          <a:p>
            <a:r>
              <a:t>            461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21,</a:t>
            </a:r>
          </a:p>
          <a:p>
            <a:r>
              <a:t>            38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0.13620071684587814,</a:t>
            </a:r>
          </a:p>
          <a:p>
            <a:r>
              <a:t>        "positive_count": 59,</a:t>
            </a:r>
          </a:p>
          <a:p>
            <a:r>
              <a:t>        "positive_rate": 0.038436482084690554,</a:t>
            </a:r>
          </a:p>
          <a:p>
            <a:r>
              <a:t>        "precision": 0.07615230460921844,</a:t>
            </a:r>
          </a:p>
          <a:p>
            <a:r>
              <a:t>        "recall": 0.6440677966101694,</a:t>
            </a:r>
          </a:p>
          <a:p>
            <a:r>
              <a:t>        "roc_auc": 0.7377761701345827,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"d3a650f5d38176e5877f144b109d2c088bca095df8126be86e0117a2aa3fdabb",</a:t>
            </a:r>
          </a:p>
          <a:p>
            <a:r>
              <a:t>        "head.safetensors": "0617835bdc20b1ae8b0b4695ab63a988319a524c52fa7a81bdc3ec7a06c732f6",</a:t>
            </a:r>
          </a:p>
          <a:p>
            <a:r>
              <a:t>        "inference.json": "5fe277bd2e57e41af955d1c87ec09daa10f65fa52ff67ecbd005b376e9267333"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0.038436482084690554,</a:t>
            </a:r>
          </a:p>
          <a:p>
            <a:r>
              <a:t>        "auc_prc": 0.5192182410423453,</a:t>
            </a:r>
          </a:p>
          <a:p>
            <a:r>
              <a:t>        "average_precision": 0.038436482084690554,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1476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59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0.0740276035131744,</a:t>
            </a:r>
          </a:p>
          <a:p>
            <a:r>
              <a:t>        "positive_count": 59,</a:t>
            </a:r>
          </a:p>
          <a:p>
            <a:r>
              <a:t>        "positive_rate": 0.038436482084690554,</a:t>
            </a:r>
          </a:p>
          <a:p>
            <a:r>
              <a:t>        "precision": 0.038436482084690554,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"qwen",</a:t>
            </a:r>
          </a:p>
          <a:p>
            <a:r>
              <a:t>      "project": "Apache",</a:t>
            </a:r>
          </a:p>
          <a:p>
            <a:r>
              <a:t>      "selection_sha256": "2a118cd2938cf66e6799bb049f1a8dd520e5b8970b42a000c7c6e9114f9c9ef4",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0.9583061889250815,</a:t>
            </a:r>
          </a:p>
          <a:p>
            <a:r>
              <a:t>        "auc_prc": 0.06228949850870753,</a:t>
            </a:r>
          </a:p>
          <a:p>
            <a:r>
              <a:t>        "average_precision": 0.06478682900152835,</a:t>
            </a:r>
          </a:p>
          <a:p>
            <a:r>
              <a:t>        "balanced_accuracy": 0.49830623306233063,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1471,</a:t>
            </a:r>
          </a:p>
          <a:p>
            <a:r>
              <a:t>            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59,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59,</a:t>
            </a:r>
          </a:p>
          <a:p>
            <a:r>
              <a:t>        "positive_rate": 0.038436482084690554,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0.6896559643562538,</a:t>
            </a:r>
          </a:p>
          <a:p>
            <a:r>
              <a:t>        "row_count": 1535,</a:t>
            </a:r>
          </a:p>
          <a:p>
            <a:r>
              <a:t>        "threshold": 0.09999999999999999</a:t>
            </a:r>
          </a:p>
          <a:p>
            <a:r>
              <a:t>      },</a:t>
            </a:r>
          </a:p>
          <a:p>
            <a:r>
              <a:t>      "test_predictions_sha256": "d89b43ba7b3975ddcb06c0d21c8c2a0264104f183e29d62434eb19e529221dab",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-0.03568632176156808,</a:t>
            </a:r>
          </a:p>
          <a:p>
            <a:r>
              <a:t>            0.00448376455519532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-0.04188348976310984,</a:t>
            </a:r>
          </a:p>
          <a:p>
            <a:r>
              <a:t>            0.006404303863589719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-0.0947619284658087,</a:t>
            </a:r>
          </a:p>
          <a:p>
            <a:r>
              <a:t>            -0.002985249398590911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0.04342528234357863,</a:t>
            </a:r>
          </a:p>
          <a:p>
            <a:r>
              <a:t>            0.08755462723866689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0.0464795083318728,</a:t>
            </a:r>
          </a:p>
          <a:p>
            <a:r>
              <a:t>            0.09529155421776833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0.6359838239869484,</a:t>
            </a:r>
          </a:p>
          <a:p>
            <a:r>
              <a:t>            0.7396931246433943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"previous":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"answerdotai/ModernBERT-base",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"Wqkv",</a:t>
            </a:r>
          </a:p>
          <a:p>
            <a:r>
              <a:t>            "Wo"</a:t>
            </a:r>
          </a:p>
          <a:p>
            <a:r>
              <a:t>          ],</a:t>
            </a:r>
          </a:p>
          <a:p>
            <a:r>
              <a:t>          "parameters_billions": 0.149,</a:t>
            </a:r>
          </a:p>
          <a:p>
            <a:r>
              <a:t>          "pooling": "mean",</a:t>
            </a:r>
          </a:p>
          <a:p>
            <a:r>
              <a:t>          "profile_vram_gib": [</a:t>
            </a:r>
          </a:p>
          <a:p>
            <a:r>
              <a:t>            16,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"8949b909ec900327062f0ebf497f51aef5e6f0c8"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"finetune/Apache/modernbert/5/8bd6563dc53d12f9/checkpoint"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0.8768729641693811,</a:t>
            </a:r>
          </a:p>
          <a:p>
            <a:r>
              <a:t>        "auc_prc": 0.19186403840642263,</a:t>
            </a:r>
          </a:p>
          <a:p>
            <a:r>
              <a:t>        "average_precision": 0.19445281964389127,</a:t>
            </a:r>
          </a:p>
          <a:p>
            <a:r>
              <a:t>        "balanced_accuracy": 0.5026315789473684,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1345,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189,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0.010471204188481674,</a:t>
            </a:r>
          </a:p>
          <a:p>
            <a:r>
              <a:t>        "positive_count": 190,</a:t>
            </a:r>
          </a:p>
          <a:p>
            <a:r>
              <a:t>        "positive_rate": 0.1237785016286645,</a:t>
            </a:r>
          </a:p>
          <a:p>
            <a:r>
              <a:t>        "precision": 1.0,</a:t>
            </a:r>
          </a:p>
          <a:p>
            <a:r>
              <a:t>        "recall": 0.005263157894736842,</a:t>
            </a:r>
          </a:p>
          <a:p>
            <a:r>
              <a:t>        "roc_auc": 0.6139894345529251,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"1c3cd31011857e840541731d60873b89ed53b9aba73c783c76f34e8c5f5da47d",</a:t>
            </a:r>
          </a:p>
          <a:p>
            <a:r>
              <a:t>        "adapter/README.md": "4cd979bb30fd950c6e3c906d5a27a661b14a46e59c04abef57f2b1801c360fdf",</a:t>
            </a:r>
          </a:p>
          <a:p>
            <a:r>
              <a:t>        "adapter/adapter_config.json": "764c9c4d82140b677acd3983a491e6946ea766596b70339c1fa60e2ae6b8c71a",</a:t>
            </a:r>
          </a:p>
          <a:p>
            <a:r>
              <a:t>        "adapter/adapter_model.safetensors": "d52d5bf5509fc872457088994b079cef9ba870c1d3e8c9d72200150220c76085",</a:t>
            </a:r>
          </a:p>
          <a:p>
            <a:r>
              <a:t>        "head.safetensors": "e58eea27b35687fa2a8bf9b0311cf6a6d0a65335509aac63d0ed3297e568059b",</a:t>
            </a:r>
          </a:p>
          <a:p>
            <a:r>
              <a:t>        "inference.json": "3dc8267e42f489d208a3706d3c4cac939667fdaab4eeebcb1bf0d578df9a15c6"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0.1237785016286645,</a:t>
            </a:r>
          </a:p>
          <a:p>
            <a:r>
              <a:t>        "auc_prc": 0.5618892508143323,</a:t>
            </a:r>
          </a:p>
          <a:p>
            <a:r>
              <a:t>        "average_precision": 0.1237785016286645,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1345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190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0.22028985507246376,</a:t>
            </a:r>
          </a:p>
          <a:p>
            <a:r>
              <a:t>        "positive_count": 190,</a:t>
            </a:r>
          </a:p>
          <a:p>
            <a:r>
              <a:t>        "positive_rate": 0.1237785016286645,</a:t>
            </a:r>
          </a:p>
          <a:p>
            <a:r>
              <a:t>        "precision": 0.1237785016286645,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"modernbert",</a:t>
            </a:r>
          </a:p>
          <a:p>
            <a:r>
              <a:t>      "project": "Apache",</a:t>
            </a:r>
          </a:p>
          <a:p>
            <a:r>
              <a:t>      "selection_sha256": "357e4bdbc82fe15fc0707b22227290fec1e644cd9aec36c221b9c464af1712d7",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0.5433224755700325,</a:t>
            </a:r>
          </a:p>
          <a:p>
            <a:r>
              <a:t>        "auc_prc": 0.1337142842220375,</a:t>
            </a:r>
          </a:p>
          <a:p>
            <a:r>
              <a:t>        "average_precision": 0.1353003267106328,</a:t>
            </a:r>
          </a:p>
          <a:p>
            <a:r>
              <a:t>        "balanced_accuracy": 0.5337605165329681,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735,</a:t>
            </a:r>
          </a:p>
          <a:p>
            <a:r>
              <a:t>            610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91,</a:t>
            </a:r>
          </a:p>
          <a:p>
            <a:r>
              <a:t>            99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0.22024471635150167,</a:t>
            </a:r>
          </a:p>
          <a:p>
            <a:r>
              <a:t>        "positive_count": 190,</a:t>
            </a:r>
          </a:p>
          <a:p>
            <a:r>
              <a:t>        "positive_rate": 0.1237785016286645,</a:t>
            </a:r>
          </a:p>
          <a:p>
            <a:r>
              <a:t>        "precision": 0.13963328631875882,</a:t>
            </a:r>
          </a:p>
          <a:p>
            <a:r>
              <a:t>        "recall": 0.5210526315789473,</a:t>
            </a:r>
          </a:p>
          <a:p>
            <a:r>
              <a:t>        "roc_auc": 0.5313989434552925,</a:t>
            </a:r>
          </a:p>
          <a:p>
            <a:r>
              <a:t>        "row_count": 1535,</a:t>
            </a:r>
          </a:p>
          <a:p>
            <a:r>
              <a:t>        "threshold": 0.06</a:t>
            </a:r>
          </a:p>
          <a:p>
            <a:r>
              <a:t>      },</a:t>
            </a:r>
          </a:p>
          <a:p>
            <a:r>
              <a:t>      "test_predictions_sha256": "08bb3a528308f9d9bda0cce112cdad5dd3d359f617564906b40060a09a5b1b17",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-0.10124239513308582,</a:t>
            </a:r>
          </a:p>
          <a:p>
            <a:r>
              <a:t>            -0.02410222052153001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-0.10381096897105711,</a:t>
            </a:r>
          </a:p>
          <a:p>
            <a:r>
              <a:t>            -0.025045384932903363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-0.1235787117567873,</a:t>
            </a:r>
          </a:p>
          <a:p>
            <a:r>
              <a:t>            -0.03826802346856459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0.11013314646059345,</a:t>
            </a:r>
          </a:p>
          <a:p>
            <a:r>
              <a:t>            0.16479921041693663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0.11221221544357568,</a:t>
            </a:r>
          </a:p>
          <a:p>
            <a:r>
              <a:t>            0.167967967487942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0.49008521309257186,</a:t>
            </a:r>
          </a:p>
          <a:p>
            <a:r>
              <a:t>            0.5739226603312293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"answerdotai/ModernBERT-base",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"Wqkv",</a:t>
            </a:r>
          </a:p>
          <a:p>
            <a:r>
              <a:t>            "Wo"</a:t>
            </a:r>
          </a:p>
          <a:p>
            <a:r>
              <a:t>          ],</a:t>
            </a:r>
          </a:p>
          <a:p>
            <a:r>
              <a:t>          "parameters_billions": 0.149,</a:t>
            </a:r>
          </a:p>
          <a:p>
            <a:r>
              <a:t>          "pooling": "mean",</a:t>
            </a:r>
          </a:p>
          <a:p>
            <a:r>
              <a:t>          "profile_vram_gib": [</a:t>
            </a:r>
          </a:p>
          <a:p>
            <a:r>
              <a:t>            16,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"8949b909ec900327062f0ebf497f51aef5e6f0c8"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"frozen/Apache/modernbert/10/e3658a360fe21738/checkpoint"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0.6892508143322476,</a:t>
            </a:r>
          </a:p>
          <a:p>
            <a:r>
              <a:t>        "auc_prc": 0.11673850866307559,</a:t>
            </a:r>
          </a:p>
          <a:p>
            <a:r>
              <a:t>        "average_precision": 0.1201999676966554,</a:t>
            </a:r>
          </a:p>
          <a:p>
            <a:r>
              <a:t>        "balanced_accuracy": 0.6102741528414052,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997,</a:t>
            </a:r>
          </a:p>
          <a:p>
            <a:r>
              <a:t>            420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57,</a:t>
            </a:r>
          </a:p>
          <a:p>
            <a:r>
              <a:t>            61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0.20367278797996663,</a:t>
            </a:r>
          </a:p>
          <a:p>
            <a:r>
              <a:t>        "positive_count": 118,</a:t>
            </a:r>
          </a:p>
          <a:p>
            <a:r>
              <a:t>        "positive_rate": 0.07687296416938111,</a:t>
            </a:r>
          </a:p>
          <a:p>
            <a:r>
              <a:t>        "precision": 0.12681912681912683,</a:t>
            </a:r>
          </a:p>
          <a:p>
            <a:r>
              <a:t>        "recall": 0.5169491525423728,</a:t>
            </a:r>
          </a:p>
          <a:p>
            <a:r>
              <a:t>        "roc_auc": 0.6539358635455665,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"b5aa0f84a349e770a679bc01d9533faf2ccb47e91a3559a3aa92bd4d29781e45",</a:t>
            </a:r>
          </a:p>
          <a:p>
            <a:r>
              <a:t>        "head.safetensors": "7605730394df965b5ec0fc18b2dfa2bc2a91d560481300e5424b4a09556b1f4c",</a:t>
            </a:r>
          </a:p>
          <a:p>
            <a:r>
              <a:t>        "inference.json": "a1228960b8197c6600579ea83adfe068c50974df85062058224af1147cda9d74"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0.07687296416938111,</a:t>
            </a:r>
          </a:p>
          <a:p>
            <a:r>
              <a:t>        "auc_prc": 0.5384364820846905,</a:t>
            </a:r>
          </a:p>
          <a:p>
            <a:r>
              <a:t>        "average_precision": 0.07687296416938111,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1417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0.1427707199032063,</a:t>
            </a:r>
          </a:p>
          <a:p>
            <a:r>
              <a:t>        "positive_count": 118,</a:t>
            </a:r>
          </a:p>
          <a:p>
            <a:r>
              <a:t>        "positive_rate": 0.07687296416938111,</a:t>
            </a:r>
          </a:p>
          <a:p>
            <a:r>
              <a:t>        "precision": 0.07687296416938111,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"modernbert",</a:t>
            </a:r>
          </a:p>
          <a:p>
            <a:r>
              <a:t>      "project": "Apache",</a:t>
            </a:r>
          </a:p>
          <a:p>
            <a:r>
              <a:t>      "selection_sha256": "7bb48f656282cb08961294dedd94ba55c12807e2b9cc8bddf388ff077ea69001",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0.9029315960912052,</a:t>
            </a:r>
          </a:p>
          <a:p>
            <a:r>
              <a:t>        "auc_prc": 0.09410919991815059,</a:t>
            </a:r>
          </a:p>
          <a:p>
            <a:r>
              <a:t>        "average_precision": 0.09570694286412822,</a:t>
            </a:r>
          </a:p>
          <a:p>
            <a:r>
              <a:t>        "balanced_accuracy": 0.49294582730284797,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1385,</a:t>
            </a:r>
          </a:p>
          <a:p>
            <a:r>
              <a:t>            32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117,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0.013245033112582781,</a:t>
            </a:r>
          </a:p>
          <a:p>
            <a:r>
              <a:t>        "positive_count": 118,</a:t>
            </a:r>
          </a:p>
          <a:p>
            <a:r>
              <a:t>        "positive_rate": 0.07687296416938111,</a:t>
            </a:r>
          </a:p>
          <a:p>
            <a:r>
              <a:t>        "precision": 0.030303030303030304,</a:t>
            </a:r>
          </a:p>
          <a:p>
            <a:r>
              <a:t>        "recall": 0.00847457627118644,</a:t>
            </a:r>
          </a:p>
          <a:p>
            <a:r>
              <a:t>        "roc_auc": 0.5969223592454816,</a:t>
            </a:r>
          </a:p>
          <a:p>
            <a:r>
              <a:t>        "row_count": 1535,</a:t>
            </a:r>
          </a:p>
          <a:p>
            <a:r>
              <a:t>        "threshold": 0.09999999999999999</a:t>
            </a:r>
          </a:p>
          <a:p>
            <a:r>
              <a:t>      },</a:t>
            </a:r>
          </a:p>
          <a:p>
            <a:r>
              <a:t>      "test_predictions_sha256": "b8d3668f587ebb5e7fd072b24bc98eb5d729704a92ca30f3b59128a7153bd0fd",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-0.047798703208413514,</a:t>
            </a:r>
          </a:p>
          <a:p>
            <a:r>
              <a:t>            -0.008662628685802726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-0.05030022441623085,</a:t>
            </a:r>
          </a:p>
          <a:p>
            <a:r>
              <a:t>            -0.008776629773136844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-0.08342201881046318,</a:t>
            </a:r>
          </a:p>
          <a:p>
            <a:r>
              <a:t>            -0.03041066066985182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0.07326587848158633,</a:t>
            </a:r>
          </a:p>
          <a:p>
            <a:r>
              <a:t>            0.11899523754176314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0.07570468080239556,</a:t>
            </a:r>
          </a:p>
          <a:p>
            <a:r>
              <a:t>            0.12282008506196963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0.5466045937670281,</a:t>
            </a:r>
          </a:p>
          <a:p>
            <a:r>
              <a:t>            0.6468684711920804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"answerdotai/ModernBERT-base",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"Wqkv",</a:t>
            </a:r>
          </a:p>
          <a:p>
            <a:r>
              <a:t>            "Wo"</a:t>
            </a:r>
          </a:p>
          <a:p>
            <a:r>
              <a:t>          ],</a:t>
            </a:r>
          </a:p>
          <a:p>
            <a:r>
              <a:t>          "parameters_billions": 0.149,</a:t>
            </a:r>
          </a:p>
          <a:p>
            <a:r>
              <a:t>          "pooling": "mean",</a:t>
            </a:r>
          </a:p>
          <a:p>
            <a:r>
              <a:t>          "profile_vram_gib": [</a:t>
            </a:r>
          </a:p>
          <a:p>
            <a:r>
              <a:t>            16,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"8949b909ec900327062f0ebf497f51aef5e6f0c8"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"frozen/Apache/modernbert/15/e3658a360fe21738/checkpoint"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0.641042345276873,</a:t>
            </a:r>
          </a:p>
          <a:p>
            <a:r>
              <a:t>        "auc_prc": 0.0964500311122774,</a:t>
            </a:r>
          </a:p>
          <a:p>
            <a:r>
              <a:t>        "average_precision": 0.09971765671814088,</a:t>
            </a:r>
          </a:p>
          <a:p>
            <a:r>
              <a:t>        "balanced_accuracy": 0.6764566033250123,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926,</a:t>
            </a:r>
          </a:p>
          <a:p>
            <a:r>
              <a:t>            528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23,</a:t>
            </a:r>
          </a:p>
          <a:p>
            <a:r>
              <a:t>            58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0.17391304347826086,</a:t>
            </a:r>
          </a:p>
          <a:p>
            <a:r>
              <a:t>        "positive_count": 81,</a:t>
            </a:r>
          </a:p>
          <a:p>
            <a:r>
              <a:t>        "positive_rate": 0.05276872964169381,</a:t>
            </a:r>
          </a:p>
          <a:p>
            <a:r>
              <a:t>        "precision": 0.09897610921501707,</a:t>
            </a:r>
          </a:p>
          <a:p>
            <a:r>
              <a:t>        "recall": 0.7160493827160493,</a:t>
            </a:r>
          </a:p>
          <a:p>
            <a:r>
              <a:t>        "roc_auc": 0.7046164688301323,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"5def13a06d09a59271b2b69e38b95992296cc0723fdf2bc636c2d91246ec5783",</a:t>
            </a:r>
          </a:p>
          <a:p>
            <a:r>
              <a:t>        "head.safetensors": "5129d533acf226609ee3bab424d2a6aa4fa551d4fa20ec2cf5a0d2b4697062c0",</a:t>
            </a:r>
          </a:p>
          <a:p>
            <a:r>
              <a:t>        "inference.json": "21213fc877d2b57e7df382617e360bf66ea4b229ee9ce57fed5afea18bd17aba"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0.05276872964169381,</a:t>
            </a:r>
          </a:p>
          <a:p>
            <a:r>
              <a:t>        "auc_prc": 0.5263843648208469,</a:t>
            </a:r>
          </a:p>
          <a:p>
            <a:r>
              <a:t>        "average_precision": 0.05276872964169381,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1454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0.10024752475247524,</a:t>
            </a:r>
          </a:p>
          <a:p>
            <a:r>
              <a:t>        "positive_count": 81,</a:t>
            </a:r>
          </a:p>
          <a:p>
            <a:r>
              <a:t>        "positive_rate": 0.05276872964169381,</a:t>
            </a:r>
          </a:p>
          <a:p>
            <a:r>
              <a:t>        "precision": 0.05276872964169381,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"modernbert",</a:t>
            </a:r>
          </a:p>
          <a:p>
            <a:r>
              <a:t>      "project": "Apache",</a:t>
            </a:r>
          </a:p>
          <a:p>
            <a:r>
              <a:t>      "selection_sha256": "26b3e640db21a1141583e6a050653149c2df80092aa57d01e0dc071a64d9e2ee",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0.9433224755700326,</a:t>
            </a:r>
          </a:p>
          <a:p>
            <a:r>
              <a:t>        "auc_prc": 0.08211185457783239,</a:t>
            </a:r>
          </a:p>
          <a:p>
            <a:r>
              <a:t>        "average_precision": 0.08426775786553185,</a:t>
            </a:r>
          </a:p>
          <a:p>
            <a:r>
              <a:t>        "balanced_accuracy": 0.49793672627235214,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1448,</a:t>
            </a:r>
          </a:p>
          <a:p>
            <a:r>
              <a:t>            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81,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81,</a:t>
            </a:r>
          </a:p>
          <a:p>
            <a:r>
              <a:t>        "positive_rate": 0.05276872964169381,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0.6636778915550121,</a:t>
            </a:r>
          </a:p>
          <a:p>
            <a:r>
              <a:t>        "row_count": 1535,</a:t>
            </a:r>
          </a:p>
          <a:p>
            <a:r>
              <a:t>        "threshold": 0.12</a:t>
            </a:r>
          </a:p>
          <a:p>
            <a:r>
              <a:t>      },</a:t>
            </a:r>
          </a:p>
          <a:p>
            <a:r>
              <a:t>      "test_predictions_sha256": "0270ea68c00c71e98e96895aaf1f2dca44da737dc6b6f36a8d9ef565ed96f6d7",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-0.03473245070862306,</a:t>
            </a:r>
          </a:p>
          <a:p>
            <a:r>
              <a:t>            0.004421798822714705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-0.040469527077514285,</a:t>
            </a:r>
          </a:p>
          <a:p>
            <a:r>
              <a:t>            0.0056250581910618795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-0.07769868190283222,</a:t>
            </a:r>
          </a:p>
          <a:p>
            <a:r>
              <a:t>            -0.0020976218475271423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0.060016770797670226,</a:t>
            </a:r>
          </a:p>
          <a:p>
            <a:r>
              <a:t>            0.10966393536920642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0.06295445559293364,</a:t>
            </a:r>
          </a:p>
          <a:p>
            <a:r>
              <a:t>            0.11554732591250337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0.6081596370793244,</a:t>
            </a:r>
          </a:p>
          <a:p>
            <a:r>
              <a:t>            0.7198558202423461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"answerdotai/ModernBERT-base",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"Wqkv",</a:t>
            </a:r>
          </a:p>
          <a:p>
            <a:r>
              <a:t>            "Wo"</a:t>
            </a:r>
          </a:p>
          <a:p>
            <a:r>
              <a:t>          ],</a:t>
            </a:r>
          </a:p>
          <a:p>
            <a:r>
              <a:t>          "parameters_billions": 0.149,</a:t>
            </a:r>
          </a:p>
          <a:p>
            <a:r>
              <a:t>          "pooling": "mean",</a:t>
            </a:r>
          </a:p>
          <a:p>
            <a:r>
              <a:t>          "profile_vram_gib": [</a:t>
            </a:r>
          </a:p>
          <a:p>
            <a:r>
              <a:t>            16,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"8949b909ec900327062f0ebf497f51aef5e6f0c8"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"frozen/Apache/modernbert/20/e3658a360fe21738/checkpoint"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0.6859934853420195,</a:t>
            </a:r>
          </a:p>
          <a:p>
            <a:r>
              <a:t>        "auc_prc": 0.07660777122663817,</a:t>
            </a:r>
          </a:p>
          <a:p>
            <a:r>
              <a:t>        "average_precision": 0.07979742460932318,</a:t>
            </a:r>
          </a:p>
          <a:p>
            <a:r>
              <a:t>        "balanced_accuracy": 0.6658685866519682,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1015,</a:t>
            </a:r>
          </a:p>
          <a:p>
            <a:r>
              <a:t>            461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21,</a:t>
            </a:r>
          </a:p>
          <a:p>
            <a:r>
              <a:t>            38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0.13620071684587814,</a:t>
            </a:r>
          </a:p>
          <a:p>
            <a:r>
              <a:t>        "positive_count": 59,</a:t>
            </a:r>
          </a:p>
          <a:p>
            <a:r>
              <a:t>        "positive_rate": 0.038436482084690554,</a:t>
            </a:r>
          </a:p>
          <a:p>
            <a:r>
              <a:t>        "precision": 0.07615230460921844,</a:t>
            </a:r>
          </a:p>
          <a:p>
            <a:r>
              <a:t>        "recall": 0.6440677966101694,</a:t>
            </a:r>
          </a:p>
          <a:p>
            <a:r>
              <a:t>        "roc_auc": 0.7377761701345827,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"1e5688478c19eee6bd69dd6b1e0e8150d4a0a42c9d59ec5835ad5cf69d725c2e",</a:t>
            </a:r>
          </a:p>
          <a:p>
            <a:r>
              <a:t>        "head.safetensors": "c5fd5afcbb05a6cee9558d0408f871dc0992ec861dd01e79d6e32ed697d8eb31",</a:t>
            </a:r>
          </a:p>
          <a:p>
            <a:r>
              <a:t>        "inference.json": "d7584bf6fc59fe8970ace3ed775e96abefc757c1b5e953f6e52b375783a1077d"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0.038436482084690554,</a:t>
            </a:r>
          </a:p>
          <a:p>
            <a:r>
              <a:t>        "auc_prc": 0.5192182410423453,</a:t>
            </a:r>
          </a:p>
          <a:p>
            <a:r>
              <a:t>        "average_precision": 0.038436482084690554,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1476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59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0.0740276035131744,</a:t>
            </a:r>
          </a:p>
          <a:p>
            <a:r>
              <a:t>        "positive_count": 59,</a:t>
            </a:r>
          </a:p>
          <a:p>
            <a:r>
              <a:t>        "positive_rate": 0.038436482084690554,</a:t>
            </a:r>
          </a:p>
          <a:p>
            <a:r>
              <a:t>        "precision": 0.038436482084690554,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"modernbert",</a:t>
            </a:r>
          </a:p>
          <a:p>
            <a:r>
              <a:t>      "project": "Apache",</a:t>
            </a:r>
          </a:p>
          <a:p>
            <a:r>
              <a:t>      "selection_sha256": "624b009374ee52acd70c2485260432c3c10a085bf3e730b77db931a20a61791f",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0.9596091205211726,</a:t>
            </a:r>
          </a:p>
          <a:p>
            <a:r>
              <a:t>        "auc_prc": 0.057819063834194794,</a:t>
            </a:r>
          </a:p>
          <a:p>
            <a:r>
              <a:t>        "average_precision": 0.05994170814833726,</a:t>
            </a:r>
          </a:p>
          <a:p>
            <a:r>
              <a:t>        "balanced_accuracy": 0.49898373983739835,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1473,</a:t>
            </a:r>
          </a:p>
          <a:p>
            <a:r>
              <a:t>            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59,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59,</a:t>
            </a:r>
          </a:p>
          <a:p>
            <a:r>
              <a:t>        "positive_rate": 0.038436482084690554,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0.6668159478204951,</a:t>
            </a:r>
          </a:p>
          <a:p>
            <a:r>
              <a:t>        "row_count": 1535,</a:t>
            </a:r>
          </a:p>
          <a:p>
            <a:r>
              <a:t>        "threshold": 0.10999999999999999</a:t>
            </a:r>
          </a:p>
          <a:p>
            <a:r>
              <a:t>      },</a:t>
            </a:r>
          </a:p>
          <a:p>
            <a:r>
              <a:t>      "test_predictions_sha256": "a46b82c250b262780ff252e9423b30e24908b5470102819652b17234d2e1e6a8",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-0.040964269424685895,</a:t>
            </a:r>
          </a:p>
          <a:p>
            <a:r>
              <a:t>            -0.00193282874618606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-0.047180166687732186,</a:t>
            </a:r>
          </a:p>
          <a:p>
            <a:r>
              <a:t>            -0.00100443882388862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-0.1174374555604841,</a:t>
            </a:r>
          </a:p>
          <a:p>
            <a:r>
              <a:t>            -0.023381348611462648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0.040676065051556964,</a:t>
            </a:r>
          </a:p>
          <a:p>
            <a:r>
              <a:t>            0.08043688079137473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0.04368093976327245,</a:t>
            </a:r>
          </a:p>
          <a:p>
            <a:r>
              <a:t>            0.08649768085822944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0.6068656672398365,</a:t>
            </a:r>
          </a:p>
          <a:p>
            <a:r>
              <a:t>            0.7216932814935555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hf-20261019-phi-gemma-qwen; report received October 29, 2026.</a:t>
            </a:r>
          </a:p>
          <a:p>
            <a:r>
              <a:t>Source: Tasks/sprint-data-analysis-summary/data/hf-20261019-report.json; SHA256 3bd3ef27dac8a7f476ae341a8e8ef172b3bd3e7f773c13d51875cbd122f07fb6.</a:t>
            </a:r>
          </a:p>
          <a:p>
            <a:r>
              <a:t>Study SHA256 977eda81de5875fca2730c710d220fa47e7f8b8cfcdfa30e27d6f099341d52c0.</a:t>
            </a:r>
          </a:p>
          <a:p>
            <a:r>
              <a:t>Previous report: Tasks/sprint-data-analysis-summary/data/hf-20261008-report.json; SHA256 7698fe31e652cc8d24fb2cc8ff8a443c2c1ec04ac3786cd9bf3dc0e6f4ec006a.</a:t>
            </a:r>
          </a:p>
          <a:p>
            <a:r>
              <a:t>Counts, positive counts, classical metrics/identities and config/source fingerprints match. Historical row membership comes from the frozen data contract; raw predictions were not independently rescored or aligned here. Classical baselines were chosen by validation PR area. Individual 95% AP-gain intervals compare NEW HF to CLASSICAL, not to earlier HF. Paired issue bootstrap uses 2000 resamples, without temporal dependence or multiplicity adjustment. Equal-weight means across 24 cells are descriptive, not pooled predictions. Same retrospective holdout; possible public-Jira pretraining exposure. K means &gt;= K changed words AND at least one relevant text change, not a percentage.</a:t>
            </a:r>
          </a:p>
          <a:p>
            <a:r>
              <a:t>{</a:t>
            </a:r>
          </a:p>
          <a:p>
            <a:r>
              <a:t>  "new":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"finetune/Hyperledger/qwen/5/3fcda3a886efcc78/checkpoint"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0.7240663900414938,</a:t>
            </a:r>
          </a:p>
          <a:p>
            <a:r>
              <a:t>        "auc_prc": 0.260598376632622,</a:t>
            </a:r>
          </a:p>
          <a:p>
            <a:r>
              <a:t>        "average_precision": 0.2645629912456322,</a:t>
            </a:r>
          </a:p>
          <a:p>
            <a:r>
              <a:t>        "balanced_accuracy": 0.5532129672358099,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648,</a:t>
            </a:r>
          </a:p>
          <a:p>
            <a:r>
              <a:t>            140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126,</a:t>
            </a:r>
          </a:p>
          <a:p>
            <a:r>
              <a:t>            50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0.273224043715847,</a:t>
            </a:r>
          </a:p>
          <a:p>
            <a:r>
              <a:t>        "positive_count": 176,</a:t>
            </a:r>
          </a:p>
          <a:p>
            <a:r>
              <a:t>        "positive_rate": 0.1825726141078838,</a:t>
            </a:r>
          </a:p>
          <a:p>
            <a:r>
              <a:t>        "precision": 0.2631578947368421,</a:t>
            </a:r>
          </a:p>
          <a:p>
            <a:r>
              <a:t>        "recall": 0.2840909090909091,</a:t>
            </a:r>
          </a:p>
          <a:p>
            <a:r>
              <a:t>        "roc_auc": 0.6588277284263959,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"dab9fbfa80e08670ab92fcd35b051bd45dea23d5482c0f7a461581b2f22b28db",</a:t>
            </a:r>
          </a:p>
          <a:p>
            <a:r>
              <a:t>        "adapter/README.md": "546522acc2ac6797808e40eb133785c32db5833f0915a183a6a9bcd099cd7d07",</a:t>
            </a:r>
          </a:p>
          <a:p>
            <a:r>
              <a:t>        "adapter/adapter_config.json": "b52269500b7a324500d8b6179cd2a5283ca30ad62527ef1035b95fd0632af572",</a:t>
            </a:r>
          </a:p>
          <a:p>
            <a:r>
              <a:t>        "adapter/adapter_model.safetensors": "3af41242145ec8166367e7ef2ed4479ee302c8b884e82685c8eeec76173357ba",</a:t>
            </a:r>
          </a:p>
          <a:p>
            <a:r>
              <a:t>        "head.safetensors": "83b782918b1a11658c4ae4640fe5a835d172e6a961de2c725de6b919ea3f36c9",</a:t>
            </a:r>
          </a:p>
          <a:p>
            <a:r>
              <a:t>        "inference.json": "e98ddcc48a5c13782d0868241d483383c8de2c7119f063d07774b9de4c8d6410"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0.1825726141078838,</a:t>
            </a:r>
          </a:p>
          <a:p>
            <a:r>
              <a:t>        "auc_prc": 0.5912863070539419,</a:t>
            </a:r>
          </a:p>
          <a:p>
            <a:r>
              <a:t>        "average_precision": 0.1825726141078838,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788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176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0.30877192982456136,</a:t>
            </a:r>
          </a:p>
          <a:p>
            <a:r>
              <a:t>        "positive_count": 176,</a:t>
            </a:r>
          </a:p>
          <a:p>
            <a:r>
              <a:t>        "positive_rate": 0.1825726141078838,</a:t>
            </a:r>
          </a:p>
          <a:p>
            <a:r>
              <a:t>        "precision": 0.1825726141078838,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"qwen",</a:t>
            </a:r>
          </a:p>
          <a:p>
            <a:r>
              <a:t>      "project": "Hyperledger",</a:t>
            </a:r>
          </a:p>
          <a:p>
            <a:r>
              <a:t>      "selection_sha256": "0c76c7e473ea39b20f474dd83ddb7da85427ca7718631fb598663c64ab2ed22b",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0.5591286307053942,</a:t>
            </a:r>
          </a:p>
          <a:p>
            <a:r>
              <a:t>        "auc_prc": 0.2554715431248812,</a:t>
            </a:r>
          </a:p>
          <a:p>
            <a:r>
              <a:t>        "average_precision": 0.2598397802051955,</a:t>
            </a:r>
          </a:p>
          <a:p>
            <a:r>
              <a:t>        "balanced_accuracy": 0.6288359483156438,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409,</a:t>
            </a:r>
          </a:p>
          <a:p>
            <a:r>
              <a:t>            379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46,</a:t>
            </a:r>
          </a:p>
          <a:p>
            <a:r>
              <a:t>            130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0.3795620437956204,</a:t>
            </a:r>
          </a:p>
          <a:p>
            <a:r>
              <a:t>        "positive_count": 176,</a:t>
            </a:r>
          </a:p>
          <a:p>
            <a:r>
              <a:t>        "positive_rate": 0.1825726141078838,</a:t>
            </a:r>
          </a:p>
          <a:p>
            <a:r>
              <a:t>        "precision": 0.2554027504911591,</a:t>
            </a:r>
          </a:p>
          <a:p>
            <a:r>
              <a:t>        "recall": 0.7386363636363636,</a:t>
            </a:r>
          </a:p>
          <a:p>
            <a:r>
              <a:t>        "roc_auc": 0.6560517131979695,</a:t>
            </a:r>
          </a:p>
          <a:p>
            <a:r>
              <a:t>        "row_count": 964,</a:t>
            </a:r>
          </a:p>
          <a:p>
            <a:r>
              <a:t>        "threshold": 0.07</a:t>
            </a:r>
          </a:p>
          <a:p>
            <a:r>
              <a:t>      },</a:t>
            </a:r>
          </a:p>
          <a:p>
            <a:r>
              <a:t>      "test_predictions_sha256": "facdb44a185c4c3cf11720c00a8a88aa79a3477c9e54d467c649169037c9ea40",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-0.05062040685519789,</a:t>
            </a:r>
          </a:p>
          <a:p>
            <a:r>
              <a:t>            0.044661139665194194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-0.05304291297328135,</a:t>
            </a:r>
          </a:p>
          <a:p>
            <a:r>
              <a:t>            0.0459611729454887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-0.04539010595220504,</a:t>
            </a:r>
          </a:p>
          <a:p>
            <a:r>
              <a:t>            0.04147289317801849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0.21291050537985748,</a:t>
            </a:r>
          </a:p>
          <a:p>
            <a:r>
              <a:t>            0.3103325636070891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0.21843895869787042,</a:t>
            </a:r>
          </a:p>
          <a:p>
            <a:r>
              <a:t>            0.3181219413278543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0.6139784120772132,</a:t>
            </a:r>
          </a:p>
          <a:p>
            <a:r>
              <a:t>            0.693743447147291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"frozen/Hyperledger/qwen/10/b5af59d61b59b2b7/checkpoint"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0.8423236514522822,</a:t>
            </a:r>
          </a:p>
          <a:p>
            <a:r>
              <a:t>        "auc_prc": 0.22517241274150118,</a:t>
            </a:r>
          </a:p>
          <a:p>
            <a:r>
              <a:t>        "average_precision": 0.2286345797834445,</a:t>
            </a:r>
          </a:p>
          <a:p>
            <a:r>
              <a:t>        "balanced_accuracy": 0.4968301291936534,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811,</a:t>
            </a:r>
          </a:p>
          <a:p>
            <a:r>
              <a:t>            11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141,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0.012987012987012988,</a:t>
            </a:r>
          </a:p>
          <a:p>
            <a:r>
              <a:t>        "positive_count": 142,</a:t>
            </a:r>
          </a:p>
          <a:p>
            <a:r>
              <a:t>        "positive_rate": 0.14730290456431536,</a:t>
            </a:r>
          </a:p>
          <a:p>
            <a:r>
              <a:t>        "precision": 0.08333333333333333,</a:t>
            </a:r>
          </a:p>
          <a:p>
            <a:r>
              <a:t>        "recall": 0.007042253521126761,</a:t>
            </a:r>
          </a:p>
          <a:p>
            <a:r>
              <a:t>        "roc_auc": 0.6736917857510024,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"7bfcb82f24ad97d6a1acd59511693a913b755671ff6fc1bd93223571d889e851",</a:t>
            </a:r>
          </a:p>
          <a:p>
            <a:r>
              <a:t>        "head.safetensors": "ad41757c38f18b0491713ab4b0e8efba1c25a11405364b8990a6ec72fa6b5d1b",</a:t>
            </a:r>
          </a:p>
          <a:p>
            <a:r>
              <a:t>        "inference.json": "6ffd9cca9d069f82cc63beb196284eca5bb01092b57bbe2b50def1d3897551a2"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0.14730290456431536,</a:t>
            </a:r>
          </a:p>
          <a:p>
            <a:r>
              <a:t>        "auc_prc": 0.5736514522821576,</a:t>
            </a:r>
          </a:p>
          <a:p>
            <a:r>
              <a:t>        "average_precision": 0.14730290456431536,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822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0.2567811934900543,</a:t>
            </a:r>
          </a:p>
          <a:p>
            <a:r>
              <a:t>        "positive_count": 142,</a:t>
            </a:r>
          </a:p>
          <a:p>
            <a:r>
              <a:t>        "positive_rate": 0.14730290456431536,</a:t>
            </a:r>
          </a:p>
          <a:p>
            <a:r>
              <a:t>        "precision": 0.14730290456431536,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"qwen",</a:t>
            </a:r>
          </a:p>
          <a:p>
            <a:r>
              <a:t>      "project": "Hyperledger",</a:t>
            </a:r>
          </a:p>
          <a:p>
            <a:r>
              <a:t>      "selection_sha256": "e72a67cae58fd01a3f4d09e9bdb95a00fedbb438c39cc280181a6c6b6e1a7f49",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0.696058091286307,</a:t>
            </a:r>
          </a:p>
          <a:p>
            <a:r>
              <a:t>        "auc_prc": 0.25128699570632546,</a:t>
            </a:r>
          </a:p>
          <a:p>
            <a:r>
              <a:t>        "average_precision": 0.2555684578147287,</a:t>
            </a:r>
          </a:p>
          <a:p>
            <a:r>
              <a:t>        "balanced_accuracy": 0.614963503649635,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600,</a:t>
            </a:r>
          </a:p>
          <a:p>
            <a:r>
              <a:t>            222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71,</a:t>
            </a:r>
          </a:p>
          <a:p>
            <a:r>
              <a:t>            71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0.32643678160919537,</a:t>
            </a:r>
          </a:p>
          <a:p>
            <a:r>
              <a:t>        "positive_count": 142,</a:t>
            </a:r>
          </a:p>
          <a:p>
            <a:r>
              <a:t>        "positive_rate": 0.14730290456431536,</a:t>
            </a:r>
          </a:p>
          <a:p>
            <a:r>
              <a:t>        "precision": 0.24232081911262798,</a:t>
            </a:r>
          </a:p>
          <a:p>
            <a:r>
              <a:t>        "recall": 0.5,</a:t>
            </a:r>
          </a:p>
          <a:p>
            <a:r>
              <a:t>        "roc_auc": 0.6996333230526712,</a:t>
            </a:r>
          </a:p>
          <a:p>
            <a:r>
              <a:t>        "row_count": 964,</a:t>
            </a:r>
          </a:p>
          <a:p>
            <a:r>
              <a:t>        "threshold": 0.15999999999999998</a:t>
            </a:r>
          </a:p>
          <a:p>
            <a:r>
              <a:t>      },</a:t>
            </a:r>
          </a:p>
          <a:p>
            <a:r>
              <a:t>      "test_predictions_sha256": "74aea438d8fd45d91c994cedbf26c4e8f3d1287da3e23a844abb4c9cbbc218c9",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-0.02358350806007755,</a:t>
            </a:r>
          </a:p>
          <a:p>
            <a:r>
              <a:t>            0.07338119659112707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-0.02574819515570995,</a:t>
            </a:r>
          </a:p>
          <a:p>
            <a:r>
              <a:t>            0.07719089326868196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-0.019508797957327743,</a:t>
            </a:r>
          </a:p>
          <a:p>
            <a:r>
              <a:t>            0.07054223051800475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0.20259250264280215,</a:t>
            </a:r>
          </a:p>
          <a:p>
            <a:r>
              <a:t>            0.3107094164593368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0.20921420334886245,</a:t>
            </a:r>
          </a:p>
          <a:p>
            <a:r>
              <a:t>            0.3211089269033713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0.6569209369207245,</a:t>
            </a:r>
          </a:p>
          <a:p>
            <a:r>
              <a:t>            0.7397574144138557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"finetune/Hyperledger/phi/15/11da968cf4352788/checkpoint"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0.8713692946058091,</a:t>
            </a:r>
          </a:p>
          <a:p>
            <a:r>
              <a:t>        "auc_prc": 0.223368516196756,</a:t>
            </a:r>
          </a:p>
          <a:p>
            <a:r>
              <a:t>        "average_precision": 0.22800782997466426,</a:t>
            </a:r>
          </a:p>
          <a:p>
            <a:r>
              <a:t>        "balanced_accuracy": 0.498812351543943,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840,</a:t>
            </a:r>
          </a:p>
          <a:p>
            <a:r>
              <a:t>            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122,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122,</a:t>
            </a:r>
          </a:p>
          <a:p>
            <a:r>
              <a:t>        "positive_rate": 0.12655601659751037,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0.7150909232506523,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"ec2ee3b147b071a5762edcd37083448e41c2892e778c85dc8b8c8e5ce4b58a65",</a:t>
            </a:r>
          </a:p>
          <a:p>
            <a:r>
              <a:t>        "adapter/README.md": "5e790f340065c0c5c2b21df0a7e9ed72412548a895e90be709c4fdded4767516",</a:t>
            </a:r>
          </a:p>
          <a:p>
            <a:r>
              <a:t>        "adapter/adapter_config.json": "f08a75768893d31c98207205ed2df8d5a40077bf0be92b8fdee6470d4c662784",</a:t>
            </a:r>
          </a:p>
          <a:p>
            <a:r>
              <a:t>        "adapter/adapter_model.safetensors": "24081ff92b39e289187be9b36240d8aaa8b5f96b52ed08c6416f859e5061293a",</a:t>
            </a:r>
          </a:p>
          <a:p>
            <a:r>
              <a:t>        "head.safetensors": "fdf9f83bbec72c74aa063ccb96d6addcf2c7b37eb58abd1f522268836831c4ff",</a:t>
            </a:r>
          </a:p>
          <a:p>
            <a:r>
              <a:t>        "inference.json": "c011c2a44a03fdd3fa1e9f1e6512636f26ed2a517674a17082bef4f6b227a618"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0.12655601659751037,</a:t>
            </a:r>
          </a:p>
          <a:p>
            <a:r>
              <a:t>        "auc_prc": 0.5632780082987552,</a:t>
            </a:r>
          </a:p>
          <a:p>
            <a:r>
              <a:t>        "average_precision": 0.12655601659751037,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842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122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0.22467771639042355,</a:t>
            </a:r>
          </a:p>
          <a:p>
            <a:r>
              <a:t>        "positive_count": 122,</a:t>
            </a:r>
          </a:p>
          <a:p>
            <a:r>
              <a:t>        "positive_rate": 0.12655601659751037,</a:t>
            </a:r>
          </a:p>
          <a:p>
            <a:r>
              <a:t>        "precision": 0.12655601659751037,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"phi",</a:t>
            </a:r>
          </a:p>
          <a:p>
            <a:r>
              <a:t>      "project": "Hyperledger",</a:t>
            </a:r>
          </a:p>
          <a:p>
            <a:r>
              <a:t>      "selection_sha256": "91141c92ca754f8ab7d3061fe6c2d3605281825e2874221cf754fd98c6a99cb2",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0.5020746887966805,</a:t>
            </a:r>
          </a:p>
          <a:p>
            <a:r>
              <a:t>        "auc_prc": 0.20604910500793833,</a:t>
            </a:r>
          </a:p>
          <a:p>
            <a:r>
              <a:t>        "average_precision": 0.21152763793464918,</a:t>
            </a:r>
          </a:p>
          <a:p>
            <a:r>
              <a:t>        "balanced_accuracy": 0.6553872512752619,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379,</a:t>
            </a:r>
          </a:p>
          <a:p>
            <a:r>
              <a:t>            463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17,</a:t>
            </a:r>
          </a:p>
          <a:p>
            <a:r>
              <a:t>            105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0.30434782608695654,</a:t>
            </a:r>
          </a:p>
          <a:p>
            <a:r>
              <a:t>        "positive_count": 122,</a:t>
            </a:r>
          </a:p>
          <a:p>
            <a:r>
              <a:t>        "positive_rate": 0.12655601659751037,</a:t>
            </a:r>
          </a:p>
          <a:p>
            <a:r>
              <a:t>        "precision": 0.18485915492957747,</a:t>
            </a:r>
          </a:p>
          <a:p>
            <a:r>
              <a:t>        "recall": 0.860655737704918,</a:t>
            </a:r>
          </a:p>
          <a:p>
            <a:r>
              <a:t>        "roc_auc": 0.6979284295782875,</a:t>
            </a:r>
          </a:p>
          <a:p>
            <a:r>
              <a:t>        "row_count": 964,</a:t>
            </a:r>
          </a:p>
          <a:p>
            <a:r>
              <a:t>        "threshold": 0.07</a:t>
            </a:r>
          </a:p>
          <a:p>
            <a:r>
              <a:t>      },</a:t>
            </a:r>
          </a:p>
          <a:p>
            <a:r>
              <a:t>      "test_predictions_sha256": "b5f2507647be7d8e50210369ca5deca319a2fb56a348fbe0317b206bffe7e25a",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-0.07012784907257723,</a:t>
            </a:r>
          </a:p>
          <a:p>
            <a:r>
              <a:t>            0.03764256214500655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-0.07338129447637202,</a:t>
            </a:r>
          </a:p>
          <a:p>
            <a:r>
              <a:t>            0.038789529281443934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-0.060763403982345934,</a:t>
            </a:r>
          </a:p>
          <a:p>
            <a:r>
              <a:t>            0.028360566414516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0.1647162474792613,</a:t>
            </a:r>
          </a:p>
          <a:p>
            <a:r>
              <a:t>            0.2633981848471591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0.17096676984989498,</a:t>
            </a:r>
          </a:p>
          <a:p>
            <a:r>
              <a:t>            0.272974537999407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0.6553513014130848,</a:t>
            </a:r>
          </a:p>
          <a:p>
            <a:r>
              <a:t>            0.7366549647006501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"finetune/Hyperledger/phi/20/3fcda3a886efcc78/checkpoint"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0.8817427385892116,</a:t>
            </a:r>
          </a:p>
          <a:p>
            <a:r>
              <a:t>        "auc_prc": 0.22041267956815153,</a:t>
            </a:r>
          </a:p>
          <a:p>
            <a:r>
              <a:t>        "average_precision": 0.22372715809319532,</a:t>
            </a:r>
          </a:p>
          <a:p>
            <a:r>
              <a:t>        "balanced_accuracy": 0.5027037223340041,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849,</a:t>
            </a:r>
          </a:p>
          <a:p>
            <a:r>
              <a:t>            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111,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0.017241379310344824,</a:t>
            </a:r>
          </a:p>
          <a:p>
            <a:r>
              <a:t>        "positive_count": 112,</a:t>
            </a:r>
          </a:p>
          <a:p>
            <a:r>
              <a:t>        "positive_rate": 0.11618257261410789,</a:t>
            </a:r>
          </a:p>
          <a:p>
            <a:r>
              <a:t>        "precision": 0.25,</a:t>
            </a:r>
          </a:p>
          <a:p>
            <a:r>
              <a:t>        "recall": 0.008928571428571428,</a:t>
            </a:r>
          </a:p>
          <a:p>
            <a:r>
              <a:t>        "roc_auc": 0.7296225268276325,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"88cd9c0246afc4b16b3f904784249fa5f8bd23c8dc0a6139b0911ab1b97530f3",</a:t>
            </a:r>
          </a:p>
          <a:p>
            <a:r>
              <a:t>        "adapter/README.md": "5e790f340065c0c5c2b21df0a7e9ed72412548a895e90be709c4fdded4767516",</a:t>
            </a:r>
          </a:p>
          <a:p>
            <a:r>
              <a:t>        "adapter/adapter_config.json": "f08a75768893d31c98207205ed2df8d5a40077bf0be92b8fdee6470d4c662784",</a:t>
            </a:r>
          </a:p>
          <a:p>
            <a:r>
              <a:t>        "adapter/adapter_model.safetensors": "d17c3e4c2af40956ae449ee7e2d404aae23cf6a4c24f6f0e9a777b6b3133203c",</a:t>
            </a:r>
          </a:p>
          <a:p>
            <a:r>
              <a:t>        "head.safetensors": "85b8eda0c665e9416bc0dce1132c492a988e79cf3a0124c3f6d6adb6ab8d0a96",</a:t>
            </a:r>
          </a:p>
          <a:p>
            <a:r>
              <a:t>        "inference.json": "7162b36eeb740d0d256b9e6f88cbb260833f88ef8ad7d4b39153eb538021c0e7"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0.11618257261410789,</a:t>
            </a:r>
          </a:p>
          <a:p>
            <a:r>
              <a:t>        "auc_prc": 0.558091286307054,</a:t>
            </a:r>
          </a:p>
          <a:p>
            <a:r>
              <a:t>        "average_precision": 0.11618257261410789,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0.20817843866171004,</a:t>
            </a:r>
          </a:p>
          <a:p>
            <a:r>
              <a:t>        "positive_count": 112,</a:t>
            </a:r>
          </a:p>
          <a:p>
            <a:r>
              <a:t>        "positive_rate": 0.11618257261410789,</a:t>
            </a:r>
          </a:p>
          <a:p>
            <a:r>
              <a:t>        "precision": 0.11618257261410789,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"phi",</a:t>
            </a:r>
          </a:p>
          <a:p>
            <a:r>
              <a:t>      "project": "Hyperledger",</a:t>
            </a:r>
          </a:p>
          <a:p>
            <a:r>
              <a:t>      "selection_sha256": "5da96e8b1f5b4eb1fe8344e8370b41bfb9f70b325132a1278fd2e947f390bba4",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0.766597510373444,</a:t>
            </a:r>
          </a:p>
          <a:p>
            <a:r>
              <a:t>        "auc_prc": 0.194133104340717,</a:t>
            </a:r>
          </a:p>
          <a:p>
            <a:r>
              <a:t>        "average_precision": 0.1988163987952452,</a:t>
            </a:r>
          </a:p>
          <a:p>
            <a:r>
              <a:t>        "balanced_accuracy": 0.5771504024144869,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702,</a:t>
            </a:r>
          </a:p>
          <a:p>
            <a:r>
              <a:t>            150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75,</a:t>
            </a:r>
          </a:p>
          <a:p>
            <a:r>
              <a:t>            37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0.24749163879598662,</a:t>
            </a:r>
          </a:p>
          <a:p>
            <a:r>
              <a:t>        "positive_count": 112,</a:t>
            </a:r>
          </a:p>
          <a:p>
            <a:r>
              <a:t>        "positive_rate": 0.11618257261410789,</a:t>
            </a:r>
          </a:p>
          <a:p>
            <a:r>
              <a:t>        "precision": 0.19786096256684493,</a:t>
            </a:r>
          </a:p>
          <a:p>
            <a:r>
              <a:t>        "recall": 0.33035714285714285,</a:t>
            </a:r>
          </a:p>
          <a:p>
            <a:r>
              <a:t>        "roc_auc": 0.6956216465459423,</a:t>
            </a:r>
          </a:p>
          <a:p>
            <a:r>
              <a:t>        "row_count": 964,</a:t>
            </a:r>
          </a:p>
          <a:p>
            <a:r>
              <a:t>        "threshold": 0.09</a:t>
            </a:r>
          </a:p>
          <a:p>
            <a:r>
              <a:t>      },</a:t>
            </a:r>
          </a:p>
          <a:p>
            <a:r>
              <a:t>      "test_predictions_sha256": "43d15c95992082236ce85b6a5e92395cabe79bde7c0c1850cb96ba1ae55d7abb",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-0.08169257735318786,</a:t>
            </a:r>
          </a:p>
          <a:p>
            <a:r>
              <a:t>            0.027552638156340722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-0.08180778745360752,</a:t>
            </a:r>
          </a:p>
          <a:p>
            <a:r>
              <a:t>            0.032892944045394966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-0.08392757267209769,</a:t>
            </a:r>
          </a:p>
          <a:p>
            <a:r>
              <a:t>            0.016101459734079046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0.14984198143535385,</a:t>
            </a:r>
          </a:p>
          <a:p>
            <a:r>
              <a:t>            0.24813220757732737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0.156528190130889,</a:t>
            </a:r>
          </a:p>
          <a:p>
            <a:r>
              <a:t>            0.25959707438701934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0.6507311520159583,</a:t>
            </a:r>
          </a:p>
          <a:p>
            <a:r>
              <a:t>            0.7375998088215513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"previous":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"finetune/Hyperledger/qwen_embedding/5/11da968cf4352788/checkpoint"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0.7240663900414938,</a:t>
            </a:r>
          </a:p>
          <a:p>
            <a:r>
              <a:t>        "auc_prc": 0.260598376632622,</a:t>
            </a:r>
          </a:p>
          <a:p>
            <a:r>
              <a:t>        "average_precision": 0.2645629912456322,</a:t>
            </a:r>
          </a:p>
          <a:p>
            <a:r>
              <a:t>        "balanced_accuracy": 0.5532129672358099,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648,</a:t>
            </a:r>
          </a:p>
          <a:p>
            <a:r>
              <a:t>            140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126,</a:t>
            </a:r>
          </a:p>
          <a:p>
            <a:r>
              <a:t>            50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0.273224043715847,</a:t>
            </a:r>
          </a:p>
          <a:p>
            <a:r>
              <a:t>        "positive_count": 176,</a:t>
            </a:r>
          </a:p>
          <a:p>
            <a:r>
              <a:t>        "positive_rate": 0.1825726141078838,</a:t>
            </a:r>
          </a:p>
          <a:p>
            <a:r>
              <a:t>        "precision": 0.2631578947368421,</a:t>
            </a:r>
          </a:p>
          <a:p>
            <a:r>
              <a:t>        "recall": 0.2840909090909091,</a:t>
            </a:r>
          </a:p>
          <a:p>
            <a:r>
              <a:t>        "roc_auc": 0.6588277284263959,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"d1710b3eb5b0003d5228add03eef8437edfb4b07e5a7e55ca9ef3bfcd3073aa3",</a:t>
            </a:r>
          </a:p>
          <a:p>
            <a:r>
              <a:t>        "adapter/README.md": "2b259ec9b5799fd1e7da6813a1a008293163ac0d5b6be0eb53454a512e57e06a",</a:t>
            </a:r>
          </a:p>
          <a:p>
            <a:r>
              <a:t>        "adapter/adapter_config.json": "99fa5eb9f7d31210f53d3d34e75da168eb5316200f9fd08f3c0967ecdad46276",</a:t>
            </a:r>
          </a:p>
          <a:p>
            <a:r>
              <a:t>        "adapter/adapter_model.safetensors": "d578af635855bc33cf86b9ffef3ade5243905a23fc054605e73ae53838875d39",</a:t>
            </a:r>
          </a:p>
          <a:p>
            <a:r>
              <a:t>        "head.safetensors": "62f0250f45845dff1b07eb044566030f801950cc8a09f0d9b77b19639b903358",</a:t>
            </a:r>
          </a:p>
          <a:p>
            <a:r>
              <a:t>        "inference.json": "6bc7cf73c71d1e6755489e0464be35219c227ae59e3000c267b004f7b2ffdf66"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0.1825726141078838,</a:t>
            </a:r>
          </a:p>
          <a:p>
            <a:r>
              <a:t>        "auc_prc": 0.5912863070539419,</a:t>
            </a:r>
          </a:p>
          <a:p>
            <a:r>
              <a:t>        "average_precision": 0.1825726141078838,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788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176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0.30877192982456136,</a:t>
            </a:r>
          </a:p>
          <a:p>
            <a:r>
              <a:t>        "positive_count": 176,</a:t>
            </a:r>
          </a:p>
          <a:p>
            <a:r>
              <a:t>        "positive_rate": 0.1825726141078838,</a:t>
            </a:r>
          </a:p>
          <a:p>
            <a:r>
              <a:t>        "precision": 0.1825726141078838,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"qwen_embedding",</a:t>
            </a:r>
          </a:p>
          <a:p>
            <a:r>
              <a:t>      "project": "Hyperledger",</a:t>
            </a:r>
          </a:p>
          <a:p>
            <a:r>
              <a:t>      "selection_sha256": "66ba60e59785274c1aa7a78069e6257f47083dd2b439d505b0bd7cd179539ab6",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0.6607883817427386,</a:t>
            </a:r>
          </a:p>
          <a:p>
            <a:r>
              <a:t>        "auc_prc": 0.24963297155306446,</a:t>
            </a:r>
          </a:p>
          <a:p>
            <a:r>
              <a:t>        "average_precision": 0.25214436120008654,</a:t>
            </a:r>
          </a:p>
          <a:p>
            <a:r>
              <a:t>        "balanced_accuracy": 0.6160013844023996,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541,</a:t>
            </a:r>
          </a:p>
          <a:p>
            <a:r>
              <a:t>            247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80,</a:t>
            </a:r>
          </a:p>
          <a:p>
            <a:r>
              <a:t>            96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0.3699421965317919,</a:t>
            </a:r>
          </a:p>
          <a:p>
            <a:r>
              <a:t>        "positive_count": 176,</a:t>
            </a:r>
          </a:p>
          <a:p>
            <a:r>
              <a:t>        "positive_rate": 0.1825726141078838,</a:t>
            </a:r>
          </a:p>
          <a:p>
            <a:r>
              <a:t>        "precision": 0.27988338192419826,</a:t>
            </a:r>
          </a:p>
          <a:p>
            <a:r>
              <a:t>        "recall": 0.5454545454545454,</a:t>
            </a:r>
          </a:p>
          <a:p>
            <a:r>
              <a:t>        "roc_auc": 0.6644734944623903,</a:t>
            </a:r>
          </a:p>
          <a:p>
            <a:r>
              <a:t>        "row_count": 964,</a:t>
            </a:r>
          </a:p>
          <a:p>
            <a:r>
              <a:t>        "threshold": 0.08</a:t>
            </a:r>
          </a:p>
          <a:p>
            <a:r>
              <a:t>      },</a:t>
            </a:r>
          </a:p>
          <a:p>
            <a:r>
              <a:t>      "test_predictions_sha256": "596a01cb6a81d28916f654cd2b2ad912ad21050533abc5cfbe7b6ba473084bae",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-0.05621475476997322,</a:t>
            </a:r>
          </a:p>
          <a:p>
            <a:r>
              <a:t>            0.024126723147206625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-0.05991987393414943,</a:t>
            </a:r>
          </a:p>
          <a:p>
            <a:r>
              <a:t>            0.023910054930447042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-0.037398054709317015,</a:t>
            </a:r>
          </a:p>
          <a:p>
            <a:r>
              <a:t>            0.04618943637277467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0.20964616713328127,</a:t>
            </a:r>
          </a:p>
          <a:p>
            <a:r>
              <a:t>            0.29111509667485447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0.21406838296808026,</a:t>
            </a:r>
          </a:p>
          <a:p>
            <a:r>
              <a:t>            0.296729917070817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0.6244539535095549,</a:t>
            </a:r>
          </a:p>
          <a:p>
            <a:r>
              <a:t>            0.70144269693024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"finetune/Hyperledger/qwen_embedding/10/d7f2b3a243beb63f/checkpoint"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0.8423236514522822,</a:t>
            </a:r>
          </a:p>
          <a:p>
            <a:r>
              <a:t>        "auc_prc": 0.22517241274150118,</a:t>
            </a:r>
          </a:p>
          <a:p>
            <a:r>
              <a:t>        "average_precision": 0.2286345797834445,</a:t>
            </a:r>
          </a:p>
          <a:p>
            <a:r>
              <a:t>        "balanced_accuracy": 0.4968301291936534,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811,</a:t>
            </a:r>
          </a:p>
          <a:p>
            <a:r>
              <a:t>            11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141,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0.012987012987012988,</a:t>
            </a:r>
          </a:p>
          <a:p>
            <a:r>
              <a:t>        "positive_count": 142,</a:t>
            </a:r>
          </a:p>
          <a:p>
            <a:r>
              <a:t>        "positive_rate": 0.14730290456431536,</a:t>
            </a:r>
          </a:p>
          <a:p>
            <a:r>
              <a:t>        "precision": 0.08333333333333333,</a:t>
            </a:r>
          </a:p>
          <a:p>
            <a:r>
              <a:t>        "recall": 0.007042253521126761,</a:t>
            </a:r>
          </a:p>
          <a:p>
            <a:r>
              <a:t>        "roc_auc": 0.6736917857510024,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"47ef0e514304a210d5d3ea1f0073d7f3b037e41022182bd4760bf4fa3aba6a0c",</a:t>
            </a:r>
          </a:p>
          <a:p>
            <a:r>
              <a:t>        "adapter/README.md": "2b259ec9b5799fd1e7da6813a1a008293163ac0d5b6be0eb53454a512e57e06a",</a:t>
            </a:r>
          </a:p>
          <a:p>
            <a:r>
              <a:t>        "adapter/adapter_config.json": "99fa5eb9f7d31210f53d3d34e75da168eb5316200f9fd08f3c0967ecdad46276",</a:t>
            </a:r>
          </a:p>
          <a:p>
            <a:r>
              <a:t>        "adapter/adapter_model.safetensors": "a9150351105202c54f23c07525fc0ba57b3da675ef3c0fd54d8ee07e2b907b20",</a:t>
            </a:r>
          </a:p>
          <a:p>
            <a:r>
              <a:t>        "head.safetensors": "26a0c8106a5081253bd566eb971c3bc21c5e4bfa52662cbd386161300c374e13",</a:t>
            </a:r>
          </a:p>
          <a:p>
            <a:r>
              <a:t>        "inference.json": "8c045957f272cf051104d50d223e9d94bb3ea7c93965084aa01d5b3856c016fc"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0.14730290456431536,</a:t>
            </a:r>
          </a:p>
          <a:p>
            <a:r>
              <a:t>        "auc_prc": 0.5736514522821576,</a:t>
            </a:r>
          </a:p>
          <a:p>
            <a:r>
              <a:t>        "average_precision": 0.14730290456431536,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822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0.2567811934900543,</a:t>
            </a:r>
          </a:p>
          <a:p>
            <a:r>
              <a:t>        "positive_count": 142,</a:t>
            </a:r>
          </a:p>
          <a:p>
            <a:r>
              <a:t>        "positive_rate": 0.14730290456431536,</a:t>
            </a:r>
          </a:p>
          <a:p>
            <a:r>
              <a:t>        "precision": 0.14730290456431536,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"qwen_embedding",</a:t>
            </a:r>
          </a:p>
          <a:p>
            <a:r>
              <a:t>      "project": "Hyperledger",</a:t>
            </a:r>
          </a:p>
          <a:p>
            <a:r>
              <a:t>      "selection_sha256": "906043e39b0d6a9cdc681209969e1d29c39a78402d5c853e255942ce122f2bf6",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0.14730290456431536,</a:t>
            </a:r>
          </a:p>
          <a:p>
            <a:r>
              <a:t>        "auc_prc": 0.2257047790047242,</a:t>
            </a:r>
          </a:p>
          <a:p>
            <a:r>
              <a:t>        "average_precision": 0.2286303385830062,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822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0.2567811934900543,</a:t>
            </a:r>
          </a:p>
          <a:p>
            <a:r>
              <a:t>        "positive_count": 142,</a:t>
            </a:r>
          </a:p>
          <a:p>
            <a:r>
              <a:t>        "positive_rate": 0.14730290456431536,</a:t>
            </a:r>
          </a:p>
          <a:p>
            <a:r>
              <a:t>        "precision": 0.14730290456431536,</a:t>
            </a:r>
          </a:p>
          <a:p>
            <a:r>
              <a:t>        "recall": 1.0,</a:t>
            </a:r>
          </a:p>
          <a:p>
            <a:r>
              <a:t>        "roc_auc": 0.6808282786744799,</a:t>
            </a:r>
          </a:p>
          <a:p>
            <a:r>
              <a:t>        "row_count": 964,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"227346f7a75411269ccccf7cc3a0a3aaaa1f9669c1f9c9a32a194b415cf17f06",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-0.03920094157204819,</a:t>
            </a:r>
          </a:p>
          <a:p>
            <a:r>
              <a:t>            0.03683564672925491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-0.0424735848478857,</a:t>
            </a:r>
          </a:p>
          <a:p>
            <a:r>
              <a:t>            0.037776345499121296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-0.03585549993811081,</a:t>
            </a:r>
          </a:p>
          <a:p>
            <a:r>
              <a:t>            0.04935810874944757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0.18474392696807476,</a:t>
            </a:r>
          </a:p>
          <a:p>
            <a:r>
              <a:t>            0.2734960530911399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0.1895904630187923,</a:t>
            </a:r>
          </a:p>
          <a:p>
            <a:r>
              <a:t>            0.280808066691505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0.6359760118672332,</a:t>
            </a:r>
          </a:p>
          <a:p>
            <a:r>
              <a:t>            0.7218107376783415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"finetune/Hyperledger/qwen_embedding/15/d7f2b3a243beb63f/checkpoint"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0.8713692946058091,</a:t>
            </a:r>
          </a:p>
          <a:p>
            <a:r>
              <a:t>        "auc_prc": 0.223368516196756,</a:t>
            </a:r>
          </a:p>
          <a:p>
            <a:r>
              <a:t>        "average_precision": 0.22800782997466426,</a:t>
            </a:r>
          </a:p>
          <a:p>
            <a:r>
              <a:t>        "balanced_accuracy": 0.498812351543943,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840,</a:t>
            </a:r>
          </a:p>
          <a:p>
            <a:r>
              <a:t>            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122,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122,</a:t>
            </a:r>
          </a:p>
          <a:p>
            <a:r>
              <a:t>        "positive_rate": 0.12655601659751037,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0.7150909232506523,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"5e0b79c47bf59ac19953715f64dc05b2db49d5b2de00939b21d3cbb80fffdc42",</a:t>
            </a:r>
          </a:p>
          <a:p>
            <a:r>
              <a:t>        "adapter/README.md": "2b259ec9b5799fd1e7da6813a1a008293163ac0d5b6be0eb53454a512e57e06a",</a:t>
            </a:r>
          </a:p>
          <a:p>
            <a:r>
              <a:t>        "adapter/adapter_config.json": "99fa5eb9f7d31210f53d3d34e75da168eb5316200f9fd08f3c0967ecdad46276",</a:t>
            </a:r>
          </a:p>
          <a:p>
            <a:r>
              <a:t>        "adapter/adapter_model.safetensors": "ff9a6d5d65d0b3d21efd02d49d004bbc5e5ca94e8668e7adfb7f641a987940b1",</a:t>
            </a:r>
          </a:p>
          <a:p>
            <a:r>
              <a:t>        "head.safetensors": "fd50fa9ae24e6dbd0b5f99e6b333ca699d19e89ee531e31e086c801fafe5d280",</a:t>
            </a:r>
          </a:p>
          <a:p>
            <a:r>
              <a:t>        "inference.json": "d90f57ed18faca3258dbde6db1e00f3a6695fbd7190c6679fcae36000b6c3395"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0.12655601659751037,</a:t>
            </a:r>
          </a:p>
          <a:p>
            <a:r>
              <a:t>        "auc_prc": 0.5632780082987552,</a:t>
            </a:r>
          </a:p>
          <a:p>
            <a:r>
              <a:t>        "average_precision": 0.12655601659751037,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842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122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0.22467771639042355,</a:t>
            </a:r>
          </a:p>
          <a:p>
            <a:r>
              <a:t>        "positive_count": 122,</a:t>
            </a:r>
          </a:p>
          <a:p>
            <a:r>
              <a:t>        "positive_rate": 0.12655601659751037,</a:t>
            </a:r>
          </a:p>
          <a:p>
            <a:r>
              <a:t>        "precision": 0.12655601659751037,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"qwen_embedding",</a:t>
            </a:r>
          </a:p>
          <a:p>
            <a:r>
              <a:t>      "project": "Hyperledger",</a:t>
            </a:r>
          </a:p>
          <a:p>
            <a:r>
              <a:t>      "selection_sha256": "37947fb116e37302dcd76385dd1682a9f6fc42e776e14dd68f9114bc733adddc",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0.12655601659751037,</a:t>
            </a:r>
          </a:p>
          <a:p>
            <a:r>
              <a:t>        "auc_prc": 0.21834314457634812,</a:t>
            </a:r>
          </a:p>
          <a:p>
            <a:r>
              <a:t>        "average_precision": 0.2216395556569301,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842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122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0.22467771639042355,</a:t>
            </a:r>
          </a:p>
          <a:p>
            <a:r>
              <a:t>        "positive_count": 122,</a:t>
            </a:r>
          </a:p>
          <a:p>
            <a:r>
              <a:t>        "positive_rate": 0.12655601659751037,</a:t>
            </a:r>
          </a:p>
          <a:p>
            <a:r>
              <a:t>        "precision": 0.12655601659751037,</a:t>
            </a:r>
          </a:p>
          <a:p>
            <a:r>
              <a:t>        "recall": 1.0,</a:t>
            </a:r>
          </a:p>
          <a:p>
            <a:r>
              <a:t>        "roc_auc": 0.7188436976753242,</a:t>
            </a:r>
          </a:p>
          <a:p>
            <a:r>
              <a:t>        "row_count": 964,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"834b902911ea7b5b7e5cf98aebed4b8f51442c230af0f0279672faf8e333cd61",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-0.04939168696951461,</a:t>
            </a:r>
          </a:p>
          <a:p>
            <a:r>
              <a:t>            0.033912713731047525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-0.0533614121898597,</a:t>
            </a:r>
          </a:p>
          <a:p>
            <a:r>
              <a:t>            0.03529835867309059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-0.03688143775632557,</a:t>
            </a:r>
          </a:p>
          <a:p>
            <a:r>
              <a:t>            0.043820755152793864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0.17422467267295422,</a:t>
            </a:r>
          </a:p>
          <a:p>
            <a:r>
              <a:t>            0.26832840306937705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0.1800998793552552,</a:t>
            </a:r>
          </a:p>
          <a:p>
            <a:r>
              <a:t>            0.2756807982927938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0.6756783294846728,</a:t>
            </a:r>
          </a:p>
          <a:p>
            <a:r>
              <a:t>            0.760968107537071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"answerdotai/ModernBERT-base",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"Wqkv",</a:t>
            </a:r>
          </a:p>
          <a:p>
            <a:r>
              <a:t>            "Wo"</a:t>
            </a:r>
          </a:p>
          <a:p>
            <a:r>
              <a:t>          ],</a:t>
            </a:r>
          </a:p>
          <a:p>
            <a:r>
              <a:t>          "parameters_billions": 0.149,</a:t>
            </a:r>
          </a:p>
          <a:p>
            <a:r>
              <a:t>          "pooling": "mean",</a:t>
            </a:r>
          </a:p>
          <a:p>
            <a:r>
              <a:t>          "profile_vram_gib": [</a:t>
            </a:r>
          </a:p>
          <a:p>
            <a:r>
              <a:t>            16,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"8949b909ec900327062f0ebf497f51aef5e6f0c8"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"finetune/Hyperledger/modernbert/20/d7f2b3a243beb63f/checkpoint"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0.8817427385892116,</a:t>
            </a:r>
          </a:p>
          <a:p>
            <a:r>
              <a:t>        "auc_prc": 0.22041267956815153,</a:t>
            </a:r>
          </a:p>
          <a:p>
            <a:r>
              <a:t>        "average_precision": 0.22372715809319532,</a:t>
            </a:r>
          </a:p>
          <a:p>
            <a:r>
              <a:t>        "balanced_accuracy": 0.5027037223340041,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849,</a:t>
            </a:r>
          </a:p>
          <a:p>
            <a:r>
              <a:t>            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111,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0.017241379310344824,</a:t>
            </a:r>
          </a:p>
          <a:p>
            <a:r>
              <a:t>        "positive_count": 112,</a:t>
            </a:r>
          </a:p>
          <a:p>
            <a:r>
              <a:t>        "positive_rate": 0.11618257261410789,</a:t>
            </a:r>
          </a:p>
          <a:p>
            <a:r>
              <a:t>        "precision": 0.25,</a:t>
            </a:r>
          </a:p>
          <a:p>
            <a:r>
              <a:t>        "recall": 0.008928571428571428,</a:t>
            </a:r>
          </a:p>
          <a:p>
            <a:r>
              <a:t>        "roc_auc": 0.7296225268276325,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"64fbafae75e1742a59c80419554c5bf0c05fb78611a1e504084081d5f3af8a82",</a:t>
            </a:r>
          </a:p>
          <a:p>
            <a:r>
              <a:t>        "adapter/README.md": "4cd979bb30fd950c6e3c906d5a27a661b14a46e59c04abef57f2b1801c360fdf",</a:t>
            </a:r>
          </a:p>
          <a:p>
            <a:r>
              <a:t>        "adapter/adapter_config.json": "d623de9a93e07962b5768326da28d794c253b6ee5619f1d5384a61d568b7d296",</a:t>
            </a:r>
          </a:p>
          <a:p>
            <a:r>
              <a:t>        "adapter/adapter_model.safetensors": "ca7955fe439855cd99325f2025cef2d41f7eba5572a77cf2c8b1aa969c37baeb",</a:t>
            </a:r>
          </a:p>
          <a:p>
            <a:r>
              <a:t>        "head.safetensors": "17dd383169e47563e26f24c53ea9c396bb09d32ca20eab83a7005d4c73d40326",</a:t>
            </a:r>
          </a:p>
          <a:p>
            <a:r>
              <a:t>        "inference.json": "b7b89eebdd91a97cb1a04d5bbff3a79b036cdab53238279d0796b45a8cecab41"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0.11618257261410789,</a:t>
            </a:r>
          </a:p>
          <a:p>
            <a:r>
              <a:t>        "auc_prc": 0.558091286307054,</a:t>
            </a:r>
          </a:p>
          <a:p>
            <a:r>
              <a:t>        "average_precision": 0.11618257261410789,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0.20817843866171004,</a:t>
            </a:r>
          </a:p>
          <a:p>
            <a:r>
              <a:t>        "positive_count": 112,</a:t>
            </a:r>
          </a:p>
          <a:p>
            <a:r>
              <a:t>        "positive_rate": 0.11618257261410789,</a:t>
            </a:r>
          </a:p>
          <a:p>
            <a:r>
              <a:t>        "precision": 0.11618257261410789,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"modernbert",</a:t>
            </a:r>
          </a:p>
          <a:p>
            <a:r>
              <a:t>      "project": "Hyperledger",</a:t>
            </a:r>
          </a:p>
          <a:p>
            <a:r>
              <a:t>      "selection_sha256": "28796ecb52091f42d9c5d716e2806cf18e86690dc5006a447b15827e1f1eac9d",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0.11618257261410789,</a:t>
            </a:r>
          </a:p>
          <a:p>
            <a:r>
              <a:t>        "auc_prc": 0.18166439014199798,</a:t>
            </a:r>
          </a:p>
          <a:p>
            <a:r>
              <a:t>        "average_precision": 0.18607202646719873,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0.20817843866171004,</a:t>
            </a:r>
          </a:p>
          <a:p>
            <a:r>
              <a:t>        "positive_count": 112,</a:t>
            </a:r>
          </a:p>
          <a:p>
            <a:r>
              <a:t>        "positive_rate": 0.11618257261410789,</a:t>
            </a:r>
          </a:p>
          <a:p>
            <a:r>
              <a:t>        "precision": 0.11618257261410789,</a:t>
            </a:r>
          </a:p>
          <a:p>
            <a:r>
              <a:t>        "recall": 1.0,</a:t>
            </a:r>
          </a:p>
          <a:p>
            <a:r>
              <a:t>        "roc_auc": 0.6867559523809523,</a:t>
            </a:r>
          </a:p>
          <a:p>
            <a:r>
              <a:t>        "row_count": 964,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"dc793a578e344e88f69cf56b5f4cd1460a85d534dacd1d896f2411174ef38622",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-0.0799811590933763,</a:t>
            </a:r>
          </a:p>
          <a:p>
            <a:r>
              <a:t>            0.001489024447032644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-0.0798274010472102,</a:t>
            </a:r>
          </a:p>
          <a:p>
            <a:r>
              <a:t>            0.006187559277266679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-0.084692714118217,</a:t>
            </a:r>
          </a:p>
          <a:p>
            <a:r>
              <a:t>            0.0008661221314598732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0.14314441426867663,</a:t>
            </a:r>
          </a:p>
          <a:p>
            <a:r>
              <a:t>            0.23276182311537866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0.14963805769342622,</a:t>
            </a:r>
          </a:p>
          <a:p>
            <a:r>
              <a:t>            0.2437588478091327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0.6417100776724592,</a:t>
            </a:r>
          </a:p>
          <a:p>
            <a:r>
              <a:t>            0.7287985478842159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hf-20261019-phi-gemma-qwen; report received October 29, 2026.</a:t>
            </a:r>
          </a:p>
          <a:p>
            <a:r>
              <a:t>Source: Tasks/sprint-data-analysis-summary/data/hf-20261019-report.json; SHA256 3bd3ef27dac8a7f476ae341a8e8ef172b3bd3e7f773c13d51875cbd122f07fb6.</a:t>
            </a:r>
          </a:p>
          <a:p>
            <a:r>
              <a:t>Study SHA256 977eda81de5875fca2730c710d220fa47e7f8b8cfcdfa30e27d6f099341d52c0.</a:t>
            </a:r>
          </a:p>
          <a:p>
            <a:r>
              <a:t>Previous report: Tasks/sprint-data-analysis-summary/data/hf-20261008-report.json; SHA256 7698fe31e652cc8d24fb2cc8ff8a443c2c1ec04ac3786cd9bf3dc0e6f4ec006a.</a:t>
            </a:r>
          </a:p>
          <a:p>
            <a:r>
              <a:t>Counts, positive counts, classical metrics/identities and config/source fingerprints match. Historical row membership comes from the frozen data contract; raw predictions were not independently rescored or aligned here. Classical baselines were chosen by validation PR area. Individual 95% AP-gain intervals compare NEW HF to CLASSICAL, not to earlier HF. Paired issue bootstrap uses 2000 resamples, without temporal dependence or multiplicity adjustment. Equal-weight means across 24 cells are descriptive, not pooled predictions. Same retrospective holdout; possible public-Jira pretraining exposure. K means &gt;= K changed words AND at least one relevant text change, not a percentage.</a:t>
            </a:r>
          </a:p>
          <a:p>
            <a:r>
              <a:t>{</a:t>
            </a:r>
          </a:p>
          <a:p>
            <a:r>
              <a:t>  "new":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"finetune/IntelDAOS/phi/5/41b2a1a2ebdbe083/checkpoint"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0.7904191616766467,</a:t>
            </a:r>
          </a:p>
          <a:p>
            <a:r>
              <a:t>        "auc_prc": 0.15016806535005314,</a:t>
            </a:r>
          </a:p>
          <a:p>
            <a:r>
              <a:t>        "average_precision": 0.16588169254737842,</a:t>
            </a:r>
          </a:p>
          <a:p>
            <a:r>
              <a:t>        "balanced_accuracy": 0.5907491721854304,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253,</a:t>
            </a:r>
          </a:p>
          <a:p>
            <a:r>
              <a:t>            49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21,</a:t>
            </a:r>
          </a:p>
          <a:p>
            <a:r>
              <a:t>            11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0.23913043478260868,</a:t>
            </a:r>
          </a:p>
          <a:p>
            <a:r>
              <a:t>        "positive_count": 32,</a:t>
            </a:r>
          </a:p>
          <a:p>
            <a:r>
              <a:t>        "positive_rate": 0.09580838323353294,</a:t>
            </a:r>
          </a:p>
          <a:p>
            <a:r>
              <a:t>        "precision": 0.18333333333333332,</a:t>
            </a:r>
          </a:p>
          <a:p>
            <a:r>
              <a:t>        "recall": 0.34375,</a:t>
            </a:r>
          </a:p>
          <a:p>
            <a:r>
              <a:t>        "roc_auc": 0.6580091059602649,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"1dca66afba62964c46d56882cc826ca8f51ac28667e0f61fc2ed4db6defd869b",</a:t>
            </a:r>
          </a:p>
          <a:p>
            <a:r>
              <a:t>        "adapter/README.md": "5e790f340065c0c5c2b21df0a7e9ed72412548a895e90be709c4fdded4767516",</a:t>
            </a:r>
          </a:p>
          <a:p>
            <a:r>
              <a:t>        "adapter/adapter_config.json": "f08a75768893d31c98207205ed2df8d5a40077bf0be92b8fdee6470d4c662784",</a:t>
            </a:r>
          </a:p>
          <a:p>
            <a:r>
              <a:t>        "adapter/adapter_model.safetensors": "e41824c6646854f840f82247406133882b18ef60dcaafe96b86863a63570d8cd",</a:t>
            </a:r>
          </a:p>
          <a:p>
            <a:r>
              <a:t>        "head.safetensors": "f9742454a1d5867a84d9532988afbdeae2bde3f6a7654c183f432f30674f0027",</a:t>
            </a:r>
          </a:p>
          <a:p>
            <a:r>
              <a:t>        "inference.json": "d36b5f9ce66ad130ae74ddc6656e89bfba84899ecfeccadfb5df287440f455e1"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0.09580838323353294,</a:t>
            </a:r>
          </a:p>
          <a:p>
            <a:r>
              <a:t>        "auc_prc": 0.5479041916167665,</a:t>
            </a:r>
          </a:p>
          <a:p>
            <a:r>
              <a:t>        "average_precision": 0.09580838323353294,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302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0.17486338797814208,</a:t>
            </a:r>
          </a:p>
          <a:p>
            <a:r>
              <a:t>        "positive_count": 32,</a:t>
            </a:r>
          </a:p>
          <a:p>
            <a:r>
              <a:t>        "positive_rate": 0.09580838323353294,</a:t>
            </a:r>
          </a:p>
          <a:p>
            <a:r>
              <a:t>        "precision": 0.09580838323353294,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"phi",</a:t>
            </a:r>
          </a:p>
          <a:p>
            <a:r>
              <a:t>      "project": "IntelDAOS",</a:t>
            </a:r>
          </a:p>
          <a:p>
            <a:r>
              <a:t>      "selection_sha256": "03f201ca7b7cfcec4d63ed943574163554d657abfb367ec5f33b3101a29504ce",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0.09580838323353294,</a:t>
            </a:r>
          </a:p>
          <a:p>
            <a:r>
              <a:t>        "auc_prc": 0.2845466757177093,</a:t>
            </a:r>
          </a:p>
          <a:p>
            <a:r>
              <a:t>        "average_precision": 0.29515032811853575,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302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0.17486338797814208,</a:t>
            </a:r>
          </a:p>
          <a:p>
            <a:r>
              <a:t>        "positive_count": 32,</a:t>
            </a:r>
          </a:p>
          <a:p>
            <a:r>
              <a:t>        "positive_rate": 0.09580838323353294,</a:t>
            </a:r>
          </a:p>
          <a:p>
            <a:r>
              <a:t>        "precision": 0.09580838323353294,</a:t>
            </a:r>
          </a:p>
          <a:p>
            <a:r>
              <a:t>        "recall": 1.0,</a:t>
            </a:r>
          </a:p>
          <a:p>
            <a:r>
              <a:t>        "roc_auc": 0.7195778145695364,</a:t>
            </a:r>
          </a:p>
          <a:p>
            <a:r>
              <a:t>        "row_count": 334,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"f9052620cfac5d47660a3e77b7db07e26e7ec76b0520f445363015f77d416424",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0.004588940503623832,</a:t>
            </a:r>
          </a:p>
          <a:p>
            <a:r>
              <a:t>            0.2767080153061709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-0.00569223441446052,</a:t>
            </a:r>
          </a:p>
          <a:p>
            <a:r>
              <a:t>            0.26652318692525145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-0.033846730930429274,</a:t>
            </a:r>
          </a:p>
          <a:p>
            <a:r>
              <a:t>            0.1521986210336469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0.14407200178577326,</a:t>
            </a:r>
          </a:p>
          <a:p>
            <a:r>
              <a:t>            0.45083143470284903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0.1676224270987833,</a:t>
            </a:r>
          </a:p>
          <a:p>
            <a:r>
              <a:t>            0.46622300946365813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0.6285075219946848,</a:t>
            </a:r>
          </a:p>
          <a:p>
            <a:r>
              <a:t>            0.8079188282735602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"frozen/IntelDAOS/qwen/10/4472aaa46dad1ea1/checkpoint"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0.7664670658682635,</a:t>
            </a:r>
          </a:p>
          <a:p>
            <a:r>
              <a:t>        "auc_prc": 0.2060907279754762,</a:t>
            </a:r>
          </a:p>
          <a:p>
            <a:r>
              <a:t>        "average_precision": 0.21563174885998476,</a:t>
            </a:r>
          </a:p>
          <a:p>
            <a:r>
              <a:t>        "balanced_accuracy": 0.6224985867721877,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243,</a:t>
            </a:r>
          </a:p>
          <a:p>
            <a:r>
              <a:t>            62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16,</a:t>
            </a:r>
          </a:p>
          <a:p>
            <a:r>
              <a:t>            13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0.25,</a:t>
            </a:r>
          </a:p>
          <a:p>
            <a:r>
              <a:t>        "positive_count": 29,</a:t>
            </a:r>
          </a:p>
          <a:p>
            <a:r>
              <a:t>        "positive_rate": 0.08682634730538923,</a:t>
            </a:r>
          </a:p>
          <a:p>
            <a:r>
              <a:t>        "precision": 0.17333333333333334,</a:t>
            </a:r>
          </a:p>
          <a:p>
            <a:r>
              <a:t>        "recall": 0.4482758620689655,</a:t>
            </a:r>
          </a:p>
          <a:p>
            <a:r>
              <a:t>        "roc_auc": 0.7213114754098361,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"0fcd2ae54724f5b0a18ece71b1fe25a716304a4aaba064018e02c3fbfbead719",</a:t>
            </a:r>
          </a:p>
          <a:p>
            <a:r>
              <a:t>        "head.safetensors": "68c4170f113b813fe100bac8a3f5519e5e3ff4b76ac42600ea56431122d12378",</a:t>
            </a:r>
          </a:p>
          <a:p>
            <a:r>
              <a:t>        "inference.json": "5e80ff6dab569e904f7805d762d226eefaa0a4d81e375a2c08bd05476b058264"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0.08682634730538923,</a:t>
            </a:r>
          </a:p>
          <a:p>
            <a:r>
              <a:t>        "auc_prc": 0.5434131736526946,</a:t>
            </a:r>
          </a:p>
          <a:p>
            <a:r>
              <a:t>        "average_precision": 0.08682634730538923,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305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0.15977961432506887,</a:t>
            </a:r>
          </a:p>
          <a:p>
            <a:r>
              <a:t>        "positive_count": 29,</a:t>
            </a:r>
          </a:p>
          <a:p>
            <a:r>
              <a:t>        "positive_rate": 0.08682634730538923,</a:t>
            </a:r>
          </a:p>
          <a:p>
            <a:r>
              <a:t>        "precision": 0.08682634730538923,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"qwen",</a:t>
            </a:r>
          </a:p>
          <a:p>
            <a:r>
              <a:t>      "project": "IntelDAOS",</a:t>
            </a:r>
          </a:p>
          <a:p>
            <a:r>
              <a:t>      "selection_sha256": "b83f0bdb05b997cac9f686d7b4fae40e2f366f60de4282aea57b24059ab3ee41",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0.6976047904191617,</a:t>
            </a:r>
          </a:p>
          <a:p>
            <a:r>
              <a:t>        "auc_prc": 0.17412466406904953,</a:t>
            </a:r>
          </a:p>
          <a:p>
            <a:r>
              <a:t>        "average_precision": 0.18792580520733687,</a:t>
            </a:r>
          </a:p>
          <a:p>
            <a:r>
              <a:t>        "balanced_accuracy": 0.5847936687394009,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220,</a:t>
            </a:r>
          </a:p>
          <a:p>
            <a:r>
              <a:t>            85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16,</a:t>
            </a:r>
          </a:p>
          <a:p>
            <a:r>
              <a:t>            13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0.2047244094488189,</a:t>
            </a:r>
          </a:p>
          <a:p>
            <a:r>
              <a:t>        "positive_count": 29,</a:t>
            </a:r>
          </a:p>
          <a:p>
            <a:r>
              <a:t>        "positive_rate": 0.08682634730538923,</a:t>
            </a:r>
          </a:p>
          <a:p>
            <a:r>
              <a:t>        "precision": 0.1326530612244898,</a:t>
            </a:r>
          </a:p>
          <a:p>
            <a:r>
              <a:t>        "recall": 0.4482758620689655,</a:t>
            </a:r>
          </a:p>
          <a:p>
            <a:r>
              <a:t>        "roc_auc": 0.6088185415488977,</a:t>
            </a:r>
          </a:p>
          <a:p>
            <a:r>
              <a:t>        "row_count": 334,</a:t>
            </a:r>
          </a:p>
          <a:p>
            <a:r>
              <a:t>        "threshold": 0.62</a:t>
            </a:r>
          </a:p>
          <a:p>
            <a:r>
              <a:t>      },</a:t>
            </a:r>
          </a:p>
          <a:p>
            <a:r>
              <a:t>      "test_predictions_sha256": "9a15dc8b8965cce95735392f2ecb04ddf57174a4eb0112cf5873b68941c7674f",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-0.14825185931541557,</a:t>
            </a:r>
          </a:p>
          <a:p>
            <a:r>
              <a:t>            0.09030860772649942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-0.14280166333668703,</a:t>
            </a:r>
          </a:p>
          <a:p>
            <a:r>
              <a:t>            0.10560404922071098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-0.26457111247985665,</a:t>
            </a:r>
          </a:p>
          <a:p>
            <a:r>
              <a:t>            0.030428509572108204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0.091472715870799,</a:t>
            </a:r>
          </a:p>
          <a:p>
            <a:r>
              <a:t>            0.3030764004265942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0.10752050382294993,</a:t>
            </a:r>
          </a:p>
          <a:p>
            <a:r>
              <a:t>            0.3379478247856373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0.4803831901449979,</a:t>
            </a:r>
          </a:p>
          <a:p>
            <a:r>
              <a:t>            0.7291073110793584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"finetune/IntelDAOS/qwen/15/11da968cf4352788/checkpoint"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0.7485029940119761,</a:t>
            </a:r>
          </a:p>
          <a:p>
            <a:r>
              <a:t>        "auc_prc": 0.24364200589496596,</a:t>
            </a:r>
          </a:p>
          <a:p>
            <a:r>
              <a:t>        "average_precision": 0.2524883734368554,</a:t>
            </a:r>
          </a:p>
          <a:p>
            <a:r>
              <a:t>        "balanced_accuracy": 0.6146505376344086,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239,</a:t>
            </a:r>
          </a:p>
          <a:p>
            <a:r>
              <a:t>            71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13,</a:t>
            </a:r>
          </a:p>
          <a:p>
            <a:r>
              <a:t>            11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0.20754716981132074,</a:t>
            </a:r>
          </a:p>
          <a:p>
            <a:r>
              <a:t>        "positive_count": 24,</a:t>
            </a:r>
          </a:p>
          <a:p>
            <a:r>
              <a:t>        "positive_rate": 0.0718562874251497,</a:t>
            </a:r>
          </a:p>
          <a:p>
            <a:r>
              <a:t>        "precision": 0.13414634146341464,</a:t>
            </a:r>
          </a:p>
          <a:p>
            <a:r>
              <a:t>        "recall": 0.4583333333333333,</a:t>
            </a:r>
          </a:p>
          <a:p>
            <a:r>
              <a:t>        "roc_auc": 0.690994623655914,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"48c79fd4ca6abd30ef2ce756e6d0ccbcab1316af1c1c62147d6cbc15a3aeabbd",</a:t>
            </a:r>
          </a:p>
          <a:p>
            <a:r>
              <a:t>        "adapter/README.md": "546522acc2ac6797808e40eb133785c32db5833f0915a183a6a9bcd099cd7d07",</a:t>
            </a:r>
          </a:p>
          <a:p>
            <a:r>
              <a:t>        "adapter/adapter_config.json": "21d2f55c760cfc0607a13ddce527d48829f1ee6ec05450e3a0bb4b9e01ef1317",</a:t>
            </a:r>
          </a:p>
          <a:p>
            <a:r>
              <a:t>        "adapter/adapter_model.safetensors": "3083efd929d8fafdd058054a86687f85abe199c6414f53bdbf3414eabbd8fa06",</a:t>
            </a:r>
          </a:p>
          <a:p>
            <a:r>
              <a:t>        "head.safetensors": "4e1497ab7559146594c9de8b11db45dc811b0710f26cbd72f8725f01a51899c0",</a:t>
            </a:r>
          </a:p>
          <a:p>
            <a:r>
              <a:t>        "inference.json": "2899c585468c602b0a2db0a120e13a4d2e00d107d87bfde154ff943837b53398"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0.0718562874251497,</a:t>
            </a:r>
          </a:p>
          <a:p>
            <a:r>
              <a:t>        "auc_prc": 0.5359281437125748,</a:t>
            </a:r>
          </a:p>
          <a:p>
            <a:r>
              <a:t>        "average_precision": 0.0718562874251497,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310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0.1340782122905028,</a:t>
            </a:r>
          </a:p>
          <a:p>
            <a:r>
              <a:t>        "positive_count": 24,</a:t>
            </a:r>
          </a:p>
          <a:p>
            <a:r>
              <a:t>        "positive_rate": 0.0718562874251497,</a:t>
            </a:r>
          </a:p>
          <a:p>
            <a:r>
              <a:t>        "precision": 0.0718562874251497,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"qwen",</a:t>
            </a:r>
          </a:p>
          <a:p>
            <a:r>
              <a:t>      "project": "IntelDAOS",</a:t>
            </a:r>
          </a:p>
          <a:p>
            <a:r>
              <a:t>      "selection_sha256": "1b9bc7ffbc3922a140657e23869dd7372546ae85f498fccceb135099d9885af5",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0.47604790419161674,</a:t>
            </a:r>
          </a:p>
          <a:p>
            <a:r>
              <a:t>        "auc_prc": 0.24085473423536816,</a:t>
            </a:r>
          </a:p>
          <a:p>
            <a:r>
              <a:t>        "average_precision": 0.2535460629929718,</a:t>
            </a:r>
          </a:p>
          <a:p>
            <a:r>
              <a:t>        "balanced_accuracy": 0.6216397849462365,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140,</a:t>
            </a:r>
          </a:p>
          <a:p>
            <a:r>
              <a:t>            170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5,</a:t>
            </a:r>
          </a:p>
          <a:p>
            <a:r>
              <a:t>            19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0.17840375586854457,</a:t>
            </a:r>
          </a:p>
          <a:p>
            <a:r>
              <a:t>        "positive_count": 24,</a:t>
            </a:r>
          </a:p>
          <a:p>
            <a:r>
              <a:t>        "positive_rate": 0.0718562874251497,</a:t>
            </a:r>
          </a:p>
          <a:p>
            <a:r>
              <a:t>        "precision": 0.10052910052910052,</a:t>
            </a:r>
          </a:p>
          <a:p>
            <a:r>
              <a:t>        "recall": 0.7916666666666666,</a:t>
            </a:r>
          </a:p>
          <a:p>
            <a:r>
              <a:t>        "roc_auc": 0.7353494623655914,</a:t>
            </a:r>
          </a:p>
          <a:p>
            <a:r>
              <a:t>        "row_count": 334,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"705035c526ab9a3717b88a504a8238058a4f13aaa1b0fd78afce49e95fe9b5b4",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-0.18510862131705558,</a:t>
            </a:r>
          </a:p>
          <a:p>
            <a:r>
              <a:t>            0.17624571355197868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-0.16765223461912754,</a:t>
            </a:r>
          </a:p>
          <a:p>
            <a:r>
              <a:t>            0.1829655091986581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-0.11340164846278321,</a:t>
            </a:r>
          </a:p>
          <a:p>
            <a:r>
              <a:t>            0.19907881674957037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0.10304827780352664,</a:t>
            </a:r>
          </a:p>
          <a:p>
            <a:r>
              <a:t>            0.4226583049236331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0.1207804666106167,</a:t>
            </a:r>
          </a:p>
          <a:p>
            <a:r>
              <a:t>            0.4461320447963717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0.6324139933243761,</a:t>
            </a:r>
          </a:p>
          <a:p>
            <a:r>
              <a:t>            0.8318511104966341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"frozen/IntelDAOS/phi/20/4472aaa46dad1ea1/checkpoint"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0.9341317365269461,</a:t>
            </a:r>
          </a:p>
          <a:p>
            <a:r>
              <a:t>        "auc_prc": 0.10267715858007523,</a:t>
            </a:r>
          </a:p>
          <a:p>
            <a:r>
              <a:t>        "average_precision": 0.12024835361654783,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312,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22,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22,</a:t>
            </a:r>
          </a:p>
          <a:p>
            <a:r>
              <a:t>        "positive_rate": 0.0658682634730539,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0.6401515151515151,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"6d4426411ab25e1999a8498138b4fd7d2cbb4bf5c06af1793752745caed9255a",</a:t>
            </a:r>
          </a:p>
          <a:p>
            <a:r>
              <a:t>        "head.safetensors": "ed8f7c2ae6f585bff0d315b458f0c03b2afbeab28a893a4fd1bb7cb6b7017ead",</a:t>
            </a:r>
          </a:p>
          <a:p>
            <a:r>
              <a:t>        "inference.json": "ab978a87f372083b979984f513b70d274e1987b8644c8940fb74c3c1120fc8ff"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0.0658682634730539,</a:t>
            </a:r>
          </a:p>
          <a:p>
            <a:r>
              <a:t>        "auc_prc": 0.5329341317365269,</a:t>
            </a:r>
          </a:p>
          <a:p>
            <a:r>
              <a:t>        "average_precision": 0.0658682634730539,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312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0.12359550561797754,</a:t>
            </a:r>
          </a:p>
          <a:p>
            <a:r>
              <a:t>        "positive_count": 22,</a:t>
            </a:r>
          </a:p>
          <a:p>
            <a:r>
              <a:t>        "positive_rate": 0.0658682634730539,</a:t>
            </a:r>
          </a:p>
          <a:p>
            <a:r>
              <a:t>        "precision": 0.0658682634730539,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"phi",</a:t>
            </a:r>
          </a:p>
          <a:p>
            <a:r>
              <a:t>      "project": "IntelDAOS",</a:t>
            </a:r>
          </a:p>
          <a:p>
            <a:r>
              <a:t>      "selection_sha256": "d813e616c46f578aaa45b9779e2978a10056f3c549bdafa39c4c2dbd25bcf46b",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0.8473053892215568,</a:t>
            </a:r>
          </a:p>
          <a:p>
            <a:r>
              <a:t>        "auc_prc": 0.09170655130308569,</a:t>
            </a:r>
          </a:p>
          <a:p>
            <a:r>
              <a:t>        "average_precision": 0.10029835145415074,</a:t>
            </a:r>
          </a:p>
          <a:p>
            <a:r>
              <a:t>        "balanced_accuracy": 0.5380244755244755,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279,</a:t>
            </a:r>
          </a:p>
          <a:p>
            <a:r>
              <a:t>            33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18,</a:t>
            </a:r>
          </a:p>
          <a:p>
            <a:r>
              <a:t>            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0.13559322033898308,</a:t>
            </a:r>
          </a:p>
          <a:p>
            <a:r>
              <a:t>        "positive_count": 22,</a:t>
            </a:r>
          </a:p>
          <a:p>
            <a:r>
              <a:t>        "positive_rate": 0.0658682634730539,</a:t>
            </a:r>
          </a:p>
          <a:p>
            <a:r>
              <a:t>        "precision": 0.10810810810810811,</a:t>
            </a:r>
          </a:p>
          <a:p>
            <a:r>
              <a:t>        "recall": 0.18181818181818182,</a:t>
            </a:r>
          </a:p>
          <a:p>
            <a:r>
              <a:t>        "roc_auc": 0.6212121212121212,</a:t>
            </a:r>
          </a:p>
          <a:p>
            <a:r>
              <a:t>        "row_count": 334,</a:t>
            </a:r>
          </a:p>
          <a:p>
            <a:r>
              <a:t>        "threshold": 0.6599999999999999</a:t>
            </a:r>
          </a:p>
          <a:p>
            <a:r>
              <a:t>      },</a:t>
            </a:r>
          </a:p>
          <a:p>
            <a:r>
              <a:t>      "test_predictions_sha256": "e5afeaf2cd8d790ca09839bd795d854cfa1cbcffe09585498a78e0eca854ee6f",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-0.1371723007538452,</a:t>
            </a:r>
          </a:p>
          <a:p>
            <a:r>
              <a:t>            0.05814159896299011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-0.1536422502678724,</a:t>
            </a:r>
          </a:p>
          <a:p>
            <a:r>
              <a:t>            0.07573612016918091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-0.1975229741019215,</a:t>
            </a:r>
          </a:p>
          <a:p>
            <a:r>
              <a:t>            0.14874591832621134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0.05026715228415976,</a:t>
            </a:r>
          </a:p>
          <a:p>
            <a:r>
              <a:t>            0.1586281190211233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0.05957652628971393,</a:t>
            </a:r>
          </a:p>
          <a:p>
            <a:r>
              <a:t>            0.19404766515428137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0.5064952716060311,</a:t>
            </a:r>
          </a:p>
          <a:p>
            <a:r>
              <a:t>            0.7323935006600806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"previous":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"finetune/IntelDAOS/qwen_embedding/5/d7f2b3a243beb63f/checkpoint"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0.7904191616766467,</a:t>
            </a:r>
          </a:p>
          <a:p>
            <a:r>
              <a:t>        "auc_prc": 0.15016806535005314,</a:t>
            </a:r>
          </a:p>
          <a:p>
            <a:r>
              <a:t>        "average_precision": 0.16588169254737842,</a:t>
            </a:r>
          </a:p>
          <a:p>
            <a:r>
              <a:t>        "balanced_accuracy": 0.5907491721854304,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253,</a:t>
            </a:r>
          </a:p>
          <a:p>
            <a:r>
              <a:t>            49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21,</a:t>
            </a:r>
          </a:p>
          <a:p>
            <a:r>
              <a:t>            11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0.23913043478260868,</a:t>
            </a:r>
          </a:p>
          <a:p>
            <a:r>
              <a:t>        "positive_count": 32,</a:t>
            </a:r>
          </a:p>
          <a:p>
            <a:r>
              <a:t>        "positive_rate": 0.09580838323353294,</a:t>
            </a:r>
          </a:p>
          <a:p>
            <a:r>
              <a:t>        "precision": 0.18333333333333332,</a:t>
            </a:r>
          </a:p>
          <a:p>
            <a:r>
              <a:t>        "recall": 0.34375,</a:t>
            </a:r>
          </a:p>
          <a:p>
            <a:r>
              <a:t>        "roc_auc": 0.6580091059602649,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"4155de39efcf634f52c82769413adbc2451615be1db2d2060c5a7b0ed7a0a339",</a:t>
            </a:r>
          </a:p>
          <a:p>
            <a:r>
              <a:t>        "adapter/README.md": "2b259ec9b5799fd1e7da6813a1a008293163ac0d5b6be0eb53454a512e57e06a",</a:t>
            </a:r>
          </a:p>
          <a:p>
            <a:r>
              <a:t>        "adapter/adapter_config.json": "f9c37606194b9d62e9151d9f50c2f6fac77daaf8d9ea61bae29743d490553856",</a:t>
            </a:r>
          </a:p>
          <a:p>
            <a:r>
              <a:t>        "adapter/adapter_model.safetensors": "6a269a8f03b7d5d187cedff1c2cefef03012625ba4dfef7c50474318367555b3",</a:t>
            </a:r>
          </a:p>
          <a:p>
            <a:r>
              <a:t>        "head.safetensors": "9af65fc6cd22f0ed694af682f28c62b8770a8fae450036d7a7d396acca97a2eb",</a:t>
            </a:r>
          </a:p>
          <a:p>
            <a:r>
              <a:t>        "inference.json": "ce052232b59ef7898a3d8035906d0175cb136667c9e3ddede27ef94e11e36150"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0.09580838323353294,</a:t>
            </a:r>
          </a:p>
          <a:p>
            <a:r>
              <a:t>        "auc_prc": 0.5479041916167665,</a:t>
            </a:r>
          </a:p>
          <a:p>
            <a:r>
              <a:t>        "average_precision": 0.09580838323353294,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302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0.17486338797814208,</a:t>
            </a:r>
          </a:p>
          <a:p>
            <a:r>
              <a:t>        "positive_count": 32,</a:t>
            </a:r>
          </a:p>
          <a:p>
            <a:r>
              <a:t>        "positive_rate": 0.09580838323353294,</a:t>
            </a:r>
          </a:p>
          <a:p>
            <a:r>
              <a:t>        "precision": 0.09580838323353294,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"qwen_embedding",</a:t>
            </a:r>
          </a:p>
          <a:p>
            <a:r>
              <a:t>      "project": "IntelDAOS",</a:t>
            </a:r>
          </a:p>
          <a:p>
            <a:r>
              <a:t>      "selection_sha256": "f0dcc67cf962726a5e7309db3b68018dab0d679150b7d85219d9140e4e69e11d",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0.7934131736526946,</a:t>
            </a:r>
          </a:p>
          <a:p>
            <a:r>
              <a:t>        "auc_prc": 0.27026694300575455,</a:t>
            </a:r>
          </a:p>
          <a:p>
            <a:r>
              <a:t>        "average_precision": 0.2887378003502482,</a:t>
            </a:r>
          </a:p>
          <a:p>
            <a:r>
              <a:t>        "balanced_accuracy": 0.6622516556291391,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249,</a:t>
            </a:r>
          </a:p>
          <a:p>
            <a:r>
              <a:t>            53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16,</a:t>
            </a:r>
          </a:p>
          <a:p>
            <a:r>
              <a:t>            16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0.31683168316831684,</a:t>
            </a:r>
          </a:p>
          <a:p>
            <a:r>
              <a:t>        "positive_count": 32,</a:t>
            </a:r>
          </a:p>
          <a:p>
            <a:r>
              <a:t>        "positive_rate": 0.09580838323353294,</a:t>
            </a:r>
          </a:p>
          <a:p>
            <a:r>
              <a:t>        "precision": 0.2318840579710145,</a:t>
            </a:r>
          </a:p>
          <a:p>
            <a:r>
              <a:t>        "recall": 0.5,</a:t>
            </a:r>
          </a:p>
          <a:p>
            <a:r>
              <a:t>        "roc_auc": 0.7228373344370861,</a:t>
            </a:r>
          </a:p>
          <a:p>
            <a:r>
              <a:t>        "row_count": 334,</a:t>
            </a:r>
          </a:p>
          <a:p>
            <a:r>
              <a:t>        "threshold": 0.27999999999999997</a:t>
            </a:r>
          </a:p>
          <a:p>
            <a:r>
              <a:t>      },</a:t>
            </a:r>
          </a:p>
          <a:p>
            <a:r>
              <a:t>      "test_predictions_sha256": "20bbd37e745659222630375324d9fed9ad0c0502ac34485e7879d80f5bea524c",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-0.007632962762468631,</a:t>
            </a:r>
          </a:p>
          <a:p>
            <a:r>
              <a:t>            0.2795260388752509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-0.013101984990284862,</a:t>
            </a:r>
          </a:p>
          <a:p>
            <a:r>
              <a:t>            0.2777739319096881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-0.03444336569579285,</a:t>
            </a:r>
          </a:p>
          <a:p>
            <a:r>
              <a:t>            0.1616651884743988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0.14693600673478466,</a:t>
            </a:r>
          </a:p>
          <a:p>
            <a:r>
              <a:t>            0.4512649903118119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0.1688063455564027,</a:t>
            </a:r>
          </a:p>
          <a:p>
            <a:r>
              <a:t>            0.46348576393804747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0.6279235754704566,</a:t>
            </a:r>
          </a:p>
          <a:p>
            <a:r>
              <a:t>            0.8143372208353159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"frozen/IntelDAOS/qwen_embedding/10/4472aaa46dad1ea1/checkpoint"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0.7664670658682635,</a:t>
            </a:r>
          </a:p>
          <a:p>
            <a:r>
              <a:t>        "auc_prc": 0.2060907279754762,</a:t>
            </a:r>
          </a:p>
          <a:p>
            <a:r>
              <a:t>        "average_precision": 0.21563174885998476,</a:t>
            </a:r>
          </a:p>
          <a:p>
            <a:r>
              <a:t>        "balanced_accuracy": 0.6224985867721877,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243,</a:t>
            </a:r>
          </a:p>
          <a:p>
            <a:r>
              <a:t>            62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16,</a:t>
            </a:r>
          </a:p>
          <a:p>
            <a:r>
              <a:t>            13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0.25,</a:t>
            </a:r>
          </a:p>
          <a:p>
            <a:r>
              <a:t>        "positive_count": 29,</a:t>
            </a:r>
          </a:p>
          <a:p>
            <a:r>
              <a:t>        "positive_rate": 0.08682634730538923,</a:t>
            </a:r>
          </a:p>
          <a:p>
            <a:r>
              <a:t>        "precision": 0.17333333333333334,</a:t>
            </a:r>
          </a:p>
          <a:p>
            <a:r>
              <a:t>        "recall": 0.4482758620689655,</a:t>
            </a:r>
          </a:p>
          <a:p>
            <a:r>
              <a:t>        "roc_auc": 0.7213114754098361,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"ffc8fafa13ea9f677e0cc9556b8021ab2fca4d72703e1e46312158ebb225dc83",</a:t>
            </a:r>
          </a:p>
          <a:p>
            <a:r>
              <a:t>        "head.safetensors": "a4db8df6f7d15c5e8016e2cfdf969d6eb0d6095555b8ac74b0a1347b76609c51",</a:t>
            </a:r>
          </a:p>
          <a:p>
            <a:r>
              <a:t>        "inference.json": "53e75ab8ff642c5652f8bac61b1a998707be024af63027d373f28a7aee39bd3f"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0.08682634730538923,</a:t>
            </a:r>
          </a:p>
          <a:p>
            <a:r>
              <a:t>        "auc_prc": 0.5434131736526946,</a:t>
            </a:r>
          </a:p>
          <a:p>
            <a:r>
              <a:t>        "average_precision": 0.08682634730538923,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305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0.15977961432506887,</a:t>
            </a:r>
          </a:p>
          <a:p>
            <a:r>
              <a:t>        "positive_count": 29,</a:t>
            </a:r>
          </a:p>
          <a:p>
            <a:r>
              <a:t>        "positive_rate": 0.08682634730538923,</a:t>
            </a:r>
          </a:p>
          <a:p>
            <a:r>
              <a:t>        "precision": 0.08682634730538923,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"qwen_embedding",</a:t>
            </a:r>
          </a:p>
          <a:p>
            <a:r>
              <a:t>      "project": "IntelDAOS",</a:t>
            </a:r>
          </a:p>
          <a:p>
            <a:r>
              <a:t>      "selection_sha256": "a513dec6316263801f41cfba27750a232d49208f7f4b4aa094c54c8c029b4b97",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0.6796407185628742,</a:t>
            </a:r>
          </a:p>
          <a:p>
            <a:r>
              <a:t>        "auc_prc": 0.09708720606675181,</a:t>
            </a:r>
          </a:p>
          <a:p>
            <a:r>
              <a:t>        "average_precision": 0.10328342338207525,</a:t>
            </a:r>
          </a:p>
          <a:p>
            <a:r>
              <a:t>        "balanced_accuracy": 0.5281514980214811,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217,</a:t>
            </a:r>
          </a:p>
          <a:p>
            <a:r>
              <a:t>            88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19,</a:t>
            </a:r>
          </a:p>
          <a:p>
            <a:r>
              <a:t>            10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0.15748031496062995,</a:t>
            </a:r>
          </a:p>
          <a:p>
            <a:r>
              <a:t>        "positive_count": 29,</a:t>
            </a:r>
          </a:p>
          <a:p>
            <a:r>
              <a:t>        "positive_rate": 0.08682634730538923,</a:t>
            </a:r>
          </a:p>
          <a:p>
            <a:r>
              <a:t>        "precision": 0.10204081632653061,</a:t>
            </a:r>
          </a:p>
          <a:p>
            <a:r>
              <a:t>        "recall": 0.3448275862068966,</a:t>
            </a:r>
          </a:p>
          <a:p>
            <a:r>
              <a:t>        "roc_auc": 0.5700395703787451,</a:t>
            </a:r>
          </a:p>
          <a:p>
            <a:r>
              <a:t>        "row_count": 334,</a:t>
            </a:r>
          </a:p>
          <a:p>
            <a:r>
              <a:t>        "threshold": 0.5199999999999999</a:t>
            </a:r>
          </a:p>
          <a:p>
            <a:r>
              <a:t>      },</a:t>
            </a:r>
          </a:p>
          <a:p>
            <a:r>
              <a:t>      "test_predictions_sha256": "2a14f547da82c83a05e422fad28a3f7931ca7f3fd0bce0993065cfdabc1a76df",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-0.22690827630365393,</a:t>
            </a:r>
          </a:p>
          <a:p>
            <a:r>
              <a:t>            -0.02845720944658694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-0.22912841536594974,</a:t>
            </a:r>
          </a:p>
          <a:p>
            <a:r>
              <a:t>            -0.030048898643007884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-0.26062972305900467,</a:t>
            </a:r>
          </a:p>
          <a:p>
            <a:r>
              <a:t>            -0.043312046590574936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0.06057133360552632,</a:t>
            </a:r>
          </a:p>
          <a:p>
            <a:r>
              <a:t>            0.15208239976821616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0.06808997291902331,</a:t>
            </a:r>
          </a:p>
          <a:p>
            <a:r>
              <a:t>            0.17062340315281166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0.471171955624355,</a:t>
            </a:r>
          </a:p>
          <a:p>
            <a:r>
              <a:t>            0.6695452916933701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"frozen/IntelDAOS/qwen_embedding/15/4472aaa46dad1ea1/checkpoint"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0.7485029940119761,</a:t>
            </a:r>
          </a:p>
          <a:p>
            <a:r>
              <a:t>        "auc_prc": 0.24364200589496596,</a:t>
            </a:r>
          </a:p>
          <a:p>
            <a:r>
              <a:t>        "average_precision": 0.2524883734368554,</a:t>
            </a:r>
          </a:p>
          <a:p>
            <a:r>
              <a:t>        "balanced_accuracy": 0.6146505376344086,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239,</a:t>
            </a:r>
          </a:p>
          <a:p>
            <a:r>
              <a:t>            71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13,</a:t>
            </a:r>
          </a:p>
          <a:p>
            <a:r>
              <a:t>            11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0.20754716981132074,</a:t>
            </a:r>
          </a:p>
          <a:p>
            <a:r>
              <a:t>        "positive_count": 24,</a:t>
            </a:r>
          </a:p>
          <a:p>
            <a:r>
              <a:t>        "positive_rate": 0.0718562874251497,</a:t>
            </a:r>
          </a:p>
          <a:p>
            <a:r>
              <a:t>        "precision": 0.13414634146341464,</a:t>
            </a:r>
          </a:p>
          <a:p>
            <a:r>
              <a:t>        "recall": 0.4583333333333333,</a:t>
            </a:r>
          </a:p>
          <a:p>
            <a:r>
              <a:t>        "roc_auc": 0.690994623655914,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"6582aa1a3b0bd2d604a5612ed231a8c222a02f6273743f05464e543a8b9370ef",</a:t>
            </a:r>
          </a:p>
          <a:p>
            <a:r>
              <a:t>        "head.safetensors": "994d28fc0c3b802275b55ac4ed33e9d4825a10c1923d3485b2b370f871540e58",</a:t>
            </a:r>
          </a:p>
          <a:p>
            <a:r>
              <a:t>        "inference.json": "4239878fe085b271905a5b6ac363158edeae7694e19df0d41fce106c69238cfa"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0.0718562874251497,</a:t>
            </a:r>
          </a:p>
          <a:p>
            <a:r>
              <a:t>        "auc_prc": 0.5359281437125748,</a:t>
            </a:r>
          </a:p>
          <a:p>
            <a:r>
              <a:t>        "average_precision": 0.0718562874251497,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310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0.1340782122905028,</a:t>
            </a:r>
          </a:p>
          <a:p>
            <a:r>
              <a:t>        "positive_count": 24,</a:t>
            </a:r>
          </a:p>
          <a:p>
            <a:r>
              <a:t>        "positive_rate": 0.0718562874251497,</a:t>
            </a:r>
          </a:p>
          <a:p>
            <a:r>
              <a:t>        "precision": 0.0718562874251497,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"qwen_embedding",</a:t>
            </a:r>
          </a:p>
          <a:p>
            <a:r>
              <a:t>      "project": "IntelDAOS",</a:t>
            </a:r>
          </a:p>
          <a:p>
            <a:r>
              <a:t>      "selection_sha256": "c62b036b59009d024ae490a1a542302dd6ef71a5957b758cf68c13813b974693",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0.7904191616766467,</a:t>
            </a:r>
          </a:p>
          <a:p>
            <a:r>
              <a:t>        "auc_prc": 0.08825267951039667,</a:t>
            </a:r>
          </a:p>
          <a:p>
            <a:r>
              <a:t>        "average_precision": 0.09522466895436131,</a:t>
            </a:r>
          </a:p>
          <a:p>
            <a:r>
              <a:t>        "balanced_accuracy": 0.5219086021505376,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259,</a:t>
            </a:r>
          </a:p>
          <a:p>
            <a:r>
              <a:t>            51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19,</a:t>
            </a:r>
          </a:p>
          <a:p>
            <a:r>
              <a:t>            5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0.125,</a:t>
            </a:r>
          </a:p>
          <a:p>
            <a:r>
              <a:t>        "positive_count": 24,</a:t>
            </a:r>
          </a:p>
          <a:p>
            <a:r>
              <a:t>        "positive_rate": 0.0718562874251497,</a:t>
            </a:r>
          </a:p>
          <a:p>
            <a:r>
              <a:t>        "precision": 0.08928571428571429,</a:t>
            </a:r>
          </a:p>
          <a:p>
            <a:r>
              <a:t>        "recall": 0.20833333333333334,</a:t>
            </a:r>
          </a:p>
          <a:p>
            <a:r>
              <a:t>        "roc_auc": 0.5790322580645161,</a:t>
            </a:r>
          </a:p>
          <a:p>
            <a:r>
              <a:t>        "row_count": 334,</a:t>
            </a:r>
          </a:p>
          <a:p>
            <a:r>
              <a:t>        "threshold": 0.62</a:t>
            </a:r>
          </a:p>
          <a:p>
            <a:r>
              <a:t>      },</a:t>
            </a:r>
          </a:p>
          <a:p>
            <a:r>
              <a:t>      "test_predictions_sha256": "0eb750b4438f31f1f714a9a547d2c8edfbbf443d97610153a8e20fbfa3cd9a65",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-0.322567918806113,</a:t>
            </a:r>
          </a:p>
          <a:p>
            <a:r>
              <a:t>            -0.026031495761039195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-0.32075746628897783,</a:t>
            </a:r>
          </a:p>
          <a:p>
            <a:r>
              <a:t>            -0.030265828079000686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-0.2750867415924475,</a:t>
            </a:r>
          </a:p>
          <a:p>
            <a:r>
              <a:t>            0.032990521841647934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0.0502134755047628,</a:t>
            </a:r>
          </a:p>
          <a:p>
            <a:r>
              <a:t>            0.14668805290151857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0.057564036805210224,</a:t>
            </a:r>
          </a:p>
          <a:p>
            <a:r>
              <a:t>            0.16867714376702425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0.46434555597534366,</a:t>
            </a:r>
          </a:p>
          <a:p>
            <a:r>
              <a:t>            0.6918137181032751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"frozen/IntelDAOS/qwen_embedding/20/b9d1876b234d8d9e/checkpoint"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0.9341317365269461,</a:t>
            </a:r>
          </a:p>
          <a:p>
            <a:r>
              <a:t>        "auc_prc": 0.10267715858007523,</a:t>
            </a:r>
          </a:p>
          <a:p>
            <a:r>
              <a:t>        "average_precision": 0.12024835361654783,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312,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22,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22,</a:t>
            </a:r>
          </a:p>
          <a:p>
            <a:r>
              <a:t>        "positive_rate": 0.0658682634730539,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0.6401515151515151,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"6b197c248f9db577d60ac90f05e10ac6b4ffb5f9a420c15de7ec9b2ba5f06851",</a:t>
            </a:r>
          </a:p>
          <a:p>
            <a:r>
              <a:t>        "head.safetensors": "b5b1f8bc0301db1ffb254d47fad498f295b3108c391cfa933e9bf90b7f4ac259",</a:t>
            </a:r>
          </a:p>
          <a:p>
            <a:r>
              <a:t>        "inference.json": "a8df03ab3c294b0c181f2d3f4a2272276cf5c44b0b0b758ad96183220c7aa817"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0.0658682634730539,</a:t>
            </a:r>
          </a:p>
          <a:p>
            <a:r>
              <a:t>        "auc_prc": 0.5329341317365269,</a:t>
            </a:r>
          </a:p>
          <a:p>
            <a:r>
              <a:t>        "average_precision": 0.0658682634730539,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312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0.12359550561797754,</a:t>
            </a:r>
          </a:p>
          <a:p>
            <a:r>
              <a:t>        "positive_count": 22,</a:t>
            </a:r>
          </a:p>
          <a:p>
            <a:r>
              <a:t>        "positive_rate": 0.0658682634730539,</a:t>
            </a:r>
          </a:p>
          <a:p>
            <a:r>
              <a:t>        "precision": 0.0658682634730539,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"qwen_embedding",</a:t>
            </a:r>
          </a:p>
          <a:p>
            <a:r>
              <a:t>      "project": "IntelDAOS",</a:t>
            </a:r>
          </a:p>
          <a:p>
            <a:r>
              <a:t>      "selection_sha256": "5c0eb7733a957198f68a2fabc62aeb9cfc5cc7b2bff23969ab122f08e652e460",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0.9341317365269461,</a:t>
            </a:r>
          </a:p>
          <a:p>
            <a:r>
              <a:t>        "auc_prc": 0.11494928997175463,</a:t>
            </a:r>
          </a:p>
          <a:p>
            <a:r>
              <a:t>        "average_precision": 0.12334783891373455,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312,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22,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22,</a:t>
            </a:r>
          </a:p>
          <a:p>
            <a:r>
              <a:t>        "positive_rate": 0.0658682634730539,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0.6968240093240093,</a:t>
            </a:r>
          </a:p>
          <a:p>
            <a:r>
              <a:t>        "row_count": 334,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"def42608ac6a7e282d51f007679452b91f0c8e4d223a801f893e1e609b04653d",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-0.09158380500851294,</a:t>
            </a:r>
          </a:p>
          <a:p>
            <a:r>
              <a:t>            0.05824737823476053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-0.09708775702227004,</a:t>
            </a:r>
          </a:p>
          <a:p>
            <a:r>
              <a:t>            0.06361078566100851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-0.06570651294498381,</a:t>
            </a:r>
          </a:p>
          <a:p>
            <a:r>
              <a:t>            0.1850542427793133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0.06545551813638606,</a:t>
            </a:r>
          </a:p>
          <a:p>
            <a:r>
              <a:t>            0.18641564902080518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0.07547770494635613,</a:t>
            </a:r>
          </a:p>
          <a:p>
            <a:r>
              <a:t>            0.2096993703375439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0.5887292389042996,</a:t>
            </a:r>
          </a:p>
          <a:p>
            <a:r>
              <a:t>            0.7970090962229854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hf-20261019-phi-gemma-qwen; report received October 29, 2026.</a:t>
            </a:r>
          </a:p>
          <a:p>
            <a:r>
              <a:t>Source: Tasks/sprint-data-analysis-summary/data/hf-20261019-report.json; SHA256 3bd3ef27dac8a7f476ae341a8e8ef172b3bd3e7f773c13d51875cbd122f07fb6.</a:t>
            </a:r>
          </a:p>
          <a:p>
            <a:r>
              <a:t>Study SHA256 977eda81de5875fca2730c710d220fa47e7f8b8cfcdfa30e27d6f099341d52c0.</a:t>
            </a:r>
          </a:p>
          <a:p>
            <a:r>
              <a:t>Previous report: Tasks/sprint-data-analysis-summary/data/hf-20261008-report.json; SHA256 7698fe31e652cc8d24fb2cc8ff8a443c2c1ec04ac3786cd9bf3dc0e6f4ec006a.</a:t>
            </a:r>
          </a:p>
          <a:p>
            <a:r>
              <a:t>Counts, positive counts, classical metrics/identities and config/source fingerprints match. Historical row membership comes from the frozen data contract; raw predictions were not independently rescored or aligned here. Classical baselines were chosen by validation PR area. Individual 95% AP-gain intervals compare NEW HF to CLASSICAL, not to earlier HF. Paired issue bootstrap uses 2000 resamples, without temporal dependence or multiplicity adjustment. Equal-weight means across 24 cells are descriptive, not pooled predictions. Same retrospective holdout; possible public-Jira pretraining exposure. K means &gt;= K changed words AND at least one relevant text change, not a percentage.</a:t>
            </a:r>
          </a:p>
          <a:p>
            <a:r>
              <a:t>{</a:t>
            </a:r>
          </a:p>
          <a:p>
            <a:r>
              <a:t>  "new":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"frozen/Jira/qwen/5/960e0f5859a4a3fd/checkpoint"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0.5221518987341772,</a:t>
            </a:r>
          </a:p>
          <a:p>
            <a:r>
              <a:t>        "auc_prc": 0.5753418831841499,</a:t>
            </a:r>
          </a:p>
          <a:p>
            <a:r>
              <a:t>        "average_precision": 0.5790822636139572,</a:t>
            </a:r>
          </a:p>
          <a:p>
            <a:r>
              <a:t>        "balanced_accuracy": 0.5326752618855761,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98,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103,</a:t>
            </a:r>
          </a:p>
          <a:p>
            <a:r>
              <a:t>            67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0.47017543859649125,</a:t>
            </a:r>
          </a:p>
          <a:p>
            <a:r>
              <a:t>        "positive_count": 170,</a:t>
            </a:r>
          </a:p>
          <a:p>
            <a:r>
              <a:t>        "positive_rate": 0.5379746835443038,</a:t>
            </a:r>
          </a:p>
          <a:p>
            <a:r>
              <a:t>        "precision": 0.5826086956521739,</a:t>
            </a:r>
          </a:p>
          <a:p>
            <a:r>
              <a:t>        "recall": 0.3941176470588235,</a:t>
            </a:r>
          </a:p>
          <a:p>
            <a:r>
              <a:t>        "roc_auc": 0.6402095084609186,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"6d1480daf082ab4100370001b2ee4d9a419657b0c67ac465b4fe45e8bf4a98e3",</a:t>
            </a:r>
          </a:p>
          <a:p>
            <a:r>
              <a:t>        "head.safetensors": "4f82102e662360653193961e6add756884806a828cc96f8c50dae573a1d9e2fa",</a:t>
            </a:r>
          </a:p>
          <a:p>
            <a:r>
              <a:t>        "inference.json": "43c2644b0d73c02168fd3a8211206d32844623dea29de75537b3771164cb528e"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0.5379746835443038,</a:t>
            </a:r>
          </a:p>
          <a:p>
            <a:r>
              <a:t>        "auc_prc": 0.7689873417721519,</a:t>
            </a:r>
          </a:p>
          <a:p>
            <a:r>
              <a:t>        "average_precision": 0.5379746835443038,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170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0.6995884773662552,</a:t>
            </a:r>
          </a:p>
          <a:p>
            <a:r>
              <a:t>        "positive_count": 170,</a:t>
            </a:r>
          </a:p>
          <a:p>
            <a:r>
              <a:t>        "positive_rate": 0.5379746835443038,</a:t>
            </a:r>
          </a:p>
          <a:p>
            <a:r>
              <a:t>        "precision": 0.5379746835443038,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true,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"qwen",</a:t>
            </a:r>
          </a:p>
          <a:p>
            <a:r>
              <a:t>      "project": "Jira",</a:t>
            </a:r>
          </a:p>
          <a:p>
            <a:r>
              <a:t>      "selection_sha256": "b21531d8f5fd9e04a5b63162246093ab1fa2ee468b2179a07bbc302d4726a681",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0.4525316455696203,</a:t>
            </a:r>
          </a:p>
          <a:p>
            <a:r>
              <a:t>        "auc_prc": 0.5642034792673198,</a:t>
            </a:r>
          </a:p>
          <a:p>
            <a:r>
              <a:t>        "average_precision": 0.5676999374237698,</a:t>
            </a:r>
          </a:p>
          <a:p>
            <a:r>
              <a:t>        "balanced_accuracy": 0.4742546333601934,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111,</a:t>
            </a:r>
          </a:p>
          <a:p>
            <a:r>
              <a:t>            35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138,</a:t>
            </a:r>
          </a:p>
          <a:p>
            <a:r>
              <a:t>            32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0.270042194092827,</a:t>
            </a:r>
          </a:p>
          <a:p>
            <a:r>
              <a:t>        "positive_count": 170,</a:t>
            </a:r>
          </a:p>
          <a:p>
            <a:r>
              <a:t>        "positive_rate": 0.5379746835443038,</a:t>
            </a:r>
          </a:p>
          <a:p>
            <a:r>
              <a:t>        "precision": 0.47761194029850745,</a:t>
            </a:r>
          </a:p>
          <a:p>
            <a:r>
              <a:t>        "recall": 0.18823529411764706,</a:t>
            </a:r>
          </a:p>
          <a:p>
            <a:r>
              <a:t>        "roc_auc": 0.6155922643029814,</a:t>
            </a:r>
          </a:p>
          <a:p>
            <a:r>
              <a:t>        "row_count": 316,</a:t>
            </a:r>
          </a:p>
          <a:p>
            <a:r>
              <a:t>        "threshold": 0.33999999999999997</a:t>
            </a:r>
          </a:p>
          <a:p>
            <a:r>
              <a:t>      },</a:t>
            </a:r>
          </a:p>
          <a:p>
            <a:r>
              <a:t>      "test_predictions_sha256": "d54f50a26ac25722da7503ff6b8f3232cb9de92ca4d28439e7c92e474a9f5a18",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-0.04056994952491105,</a:t>
            </a:r>
          </a:p>
          <a:p>
            <a:r>
              <a:t>            0.018457081317000995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-0.03987686253723433,</a:t>
            </a:r>
          </a:p>
          <a:p>
            <a:r>
              <a:t>            0.017272251754108688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-0.05942953791283756,</a:t>
            </a:r>
          </a:p>
          <a:p>
            <a:r>
              <a:t>            0.009996494391025618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0.49446316071283175,</a:t>
            </a:r>
          </a:p>
          <a:p>
            <a:r>
              <a:t>            0.6452776202687377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0.5009806134604202,</a:t>
            </a:r>
          </a:p>
          <a:p>
            <a:r>
              <a:t>            0.6517523632122252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0.5457353579320121,</a:t>
            </a:r>
          </a:p>
          <a:p>
            <a:r>
              <a:t>            0.6840167366363522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"frozen/Jira/qwen/10/38814b7cd5ea6942/checkpoint"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0.5158227848101266,</a:t>
            </a:r>
          </a:p>
          <a:p>
            <a:r>
              <a:t>        "auc_prc": 0.5661166448407884,</a:t>
            </a:r>
          </a:p>
          <a:p>
            <a:r>
              <a:t>        "average_precision": 0.5759045306249805,</a:t>
            </a:r>
          </a:p>
          <a:p>
            <a:r>
              <a:t>        "balanced_accuracy": 0.52102053915276,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100,</a:t>
            </a:r>
          </a:p>
          <a:p>
            <a:r>
              <a:t>            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101,</a:t>
            </a:r>
          </a:p>
          <a:p>
            <a:r>
              <a:t>            63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0.45161290322580644,</a:t>
            </a:r>
          </a:p>
          <a:p>
            <a:r>
              <a:t>        "positive_count": 164,</a:t>
            </a:r>
          </a:p>
          <a:p>
            <a:r>
              <a:t>        "positive_rate": 0.5189873417721519,</a:t>
            </a:r>
          </a:p>
          <a:p>
            <a:r>
              <a:t>        "precision": 0.5478260869565217,</a:t>
            </a:r>
          </a:p>
          <a:p>
            <a:r>
              <a:t>        "recall": 0.38414634146341464,</a:t>
            </a:r>
          </a:p>
          <a:p>
            <a:r>
              <a:t>        "roc_auc": 0.6604621309370988,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"d23ddac1e72d2ae3a3a719f6e97889f39b18358c27faee5594410e21c214b863",</a:t>
            </a:r>
          </a:p>
          <a:p>
            <a:r>
              <a:t>        "head.safetensors": "e45b79dba46d0ac55ca5761baaafdf6d0c4278cad84fc68be4f5cac541e49a00",</a:t>
            </a:r>
          </a:p>
          <a:p>
            <a:r>
              <a:t>        "inference.json": "3f758f79814863fa339d8f2714d2bd9ca16f192932fbe2935b9b068022c8f18a"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0.5189873417721519,</a:t>
            </a:r>
          </a:p>
          <a:p>
            <a:r>
              <a:t>        "auc_prc": 0.759493670886076,</a:t>
            </a:r>
          </a:p>
          <a:p>
            <a:r>
              <a:t>        "average_precision": 0.5189873417721519,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164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0.6833333333333332,</a:t>
            </a:r>
          </a:p>
          <a:p>
            <a:r>
              <a:t>        "positive_count": 164,</a:t>
            </a:r>
          </a:p>
          <a:p>
            <a:r>
              <a:t>        "positive_rate": 0.5189873417721519,</a:t>
            </a:r>
          </a:p>
          <a:p>
            <a:r>
              <a:t>        "precision": 0.5189873417721519,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true,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"qwen",</a:t>
            </a:r>
          </a:p>
          <a:p>
            <a:r>
              <a:t>      "project": "Jira",</a:t>
            </a:r>
          </a:p>
          <a:p>
            <a:r>
              <a:t>      "selection_sha256": "3192b48ad94211806792baab70842e01aa71c069b7cedd025ce042f4460b6a07",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0.6139240506329114,</a:t>
            </a:r>
          </a:p>
          <a:p>
            <a:r>
              <a:t>        "auc_prc": 0.5636069096405443,</a:t>
            </a:r>
          </a:p>
          <a:p>
            <a:r>
              <a:t>        "average_precision": 0.5672895566813578,</a:t>
            </a:r>
          </a:p>
          <a:p>
            <a:r>
              <a:t>        "balanced_accuracy": 0.6138478818998716,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93,</a:t>
            </a:r>
          </a:p>
          <a:p>
            <a:r>
              <a:t>            59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63,</a:t>
            </a:r>
          </a:p>
          <a:p>
            <a:r>
              <a:t>            101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0.6234567901234568,</a:t>
            </a:r>
          </a:p>
          <a:p>
            <a:r>
              <a:t>        "positive_count": 164,</a:t>
            </a:r>
          </a:p>
          <a:p>
            <a:r>
              <a:t>        "positive_rate": 0.5189873417721519,</a:t>
            </a:r>
          </a:p>
          <a:p>
            <a:r>
              <a:t>        "precision": 0.63125,</a:t>
            </a:r>
          </a:p>
          <a:p>
            <a:r>
              <a:t>        "recall": 0.6158536585365854,</a:t>
            </a:r>
          </a:p>
          <a:p>
            <a:r>
              <a:t>        "roc_auc": 0.6417281771501926,</a:t>
            </a:r>
          </a:p>
          <a:p>
            <a:r>
              <a:t>        "row_count": 316,</a:t>
            </a:r>
          </a:p>
          <a:p>
            <a:r>
              <a:t>        "threshold": 0.22999999999999998</a:t>
            </a:r>
          </a:p>
          <a:p>
            <a:r>
              <a:t>      },</a:t>
            </a:r>
          </a:p>
          <a:p>
            <a:r>
              <a:t>      "test_predictions_sha256": "fffec577c1cf20d8ecda787f1f6ea015ac7fab9702536f92ed6fe5284a393169",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-0.02733040020357936,</a:t>
            </a:r>
          </a:p>
          <a:p>
            <a:r>
              <a:t>            0.02542954989034859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-0.03214698150343279,</a:t>
            </a:r>
          </a:p>
          <a:p>
            <a:r>
              <a:t>            0.018930951814363814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-0.04635744848283556,</a:t>
            </a:r>
          </a:p>
          <a:p>
            <a:r>
              <a:t>            0.008579704082114446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0.49091901083053874,</a:t>
            </a:r>
          </a:p>
          <a:p>
            <a:r>
              <a:t>            0.6477551079142854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0.49707595280037764,</a:t>
            </a:r>
          </a:p>
          <a:p>
            <a:r>
              <a:t>            0.6548452065020742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0.5727959844534495,</a:t>
            </a:r>
          </a:p>
          <a:p>
            <a:r>
              <a:t>            0.7088514756171154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"frozen/Jira/qwen/15/38814b7cd5ea6942/checkpoint"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0.5,</a:t>
            </a:r>
          </a:p>
          <a:p>
            <a:r>
              <a:t>        "auc_prc": 0.5472892979370305,</a:t>
            </a:r>
          </a:p>
          <a:p>
            <a:r>
              <a:t>        "average_precision": 0.5521474289143389,</a:t>
            </a:r>
          </a:p>
          <a:p>
            <a:r>
              <a:t>        "balanced_accuracy": 0.5022435897435897,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106,</a:t>
            </a:r>
          </a:p>
          <a:p>
            <a:r>
              <a:t>            50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108,</a:t>
            </a:r>
          </a:p>
          <a:p>
            <a:r>
              <a:t>            52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0.39694656488549623,</a:t>
            </a:r>
          </a:p>
          <a:p>
            <a:r>
              <a:t>        "positive_count": 160,</a:t>
            </a:r>
          </a:p>
          <a:p>
            <a:r>
              <a:t>        "positive_rate": 0.5063291139240507,</a:t>
            </a:r>
          </a:p>
          <a:p>
            <a:r>
              <a:t>        "precision": 0.5098039215686274,</a:t>
            </a:r>
          </a:p>
          <a:p>
            <a:r>
              <a:t>        "recall": 0.325,</a:t>
            </a:r>
          </a:p>
          <a:p>
            <a:r>
              <a:t>        "roc_auc": 0.6557892628205129,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"179e74735eca86b804860b94d1827bca702e4e75269ffc786819f650a9b04c23",</a:t>
            </a:r>
          </a:p>
          <a:p>
            <a:r>
              <a:t>        "head.safetensors": "06b81c3ccbd49dcf871a100ec20439223149d50b9f715350830f748d5fe577cb",</a:t>
            </a:r>
          </a:p>
          <a:p>
            <a:r>
              <a:t>        "inference.json": "74833d158f4fd95365411b238fc2b3d6d676da901231bafdc41b846d589d29fc"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0.5063291139240507,</a:t>
            </a:r>
          </a:p>
          <a:p>
            <a:r>
              <a:t>        "auc_prc": 0.7531645569620253,</a:t>
            </a:r>
          </a:p>
          <a:p>
            <a:r>
              <a:t>        "average_precision": 0.5063291139240507,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156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160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0.6722689075630253,</a:t>
            </a:r>
          </a:p>
          <a:p>
            <a:r>
              <a:t>        "positive_count": 160,</a:t>
            </a:r>
          </a:p>
          <a:p>
            <a:r>
              <a:t>        "positive_rate": 0.5063291139240507,</a:t>
            </a:r>
          </a:p>
          <a:p>
            <a:r>
              <a:t>        "precision": 0.5063291139240507,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true,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"qwen",</a:t>
            </a:r>
          </a:p>
          <a:p>
            <a:r>
              <a:t>      "project": "Jira",</a:t>
            </a:r>
          </a:p>
          <a:p>
            <a:r>
              <a:t>      "selection_sha256": "50532beb8f016fb9662dfd95263b6ca853fe03925c06e663efcdf74cd571399a",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0.4620253164556962,</a:t>
            </a:r>
          </a:p>
          <a:p>
            <a:r>
              <a:t>        "auc_prc": 0.5385807099594677,</a:t>
            </a:r>
          </a:p>
          <a:p>
            <a:r>
              <a:t>        "average_precision": 0.5422738831057338,</a:t>
            </a:r>
          </a:p>
          <a:p>
            <a:r>
              <a:t>        "balanced_accuracy": 0.4657051282051282,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118,</a:t>
            </a:r>
          </a:p>
          <a:p>
            <a:r>
              <a:t>            38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132,</a:t>
            </a:r>
          </a:p>
          <a:p>
            <a:r>
              <a:t>            28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0.247787610619469,</a:t>
            </a:r>
          </a:p>
          <a:p>
            <a:r>
              <a:t>        "positive_count": 160,</a:t>
            </a:r>
          </a:p>
          <a:p>
            <a:r>
              <a:t>        "positive_rate": 0.5063291139240507,</a:t>
            </a:r>
          </a:p>
          <a:p>
            <a:r>
              <a:t>        "precision": 0.42424242424242425,</a:t>
            </a:r>
          </a:p>
          <a:p>
            <a:r>
              <a:t>        "recall": 0.175,</a:t>
            </a:r>
          </a:p>
          <a:p>
            <a:r>
              <a:t>        "roc_auc": 0.6212339743589743,</a:t>
            </a:r>
          </a:p>
          <a:p>
            <a:r>
              <a:t>        "row_count": 316,</a:t>
            </a:r>
          </a:p>
          <a:p>
            <a:r>
              <a:t>        "threshold": 0.6599999999999999</a:t>
            </a:r>
          </a:p>
          <a:p>
            <a:r>
              <a:t>      },</a:t>
            </a:r>
          </a:p>
          <a:p>
            <a:r>
              <a:t>      "test_predictions_sha256": "7b27228e250d830cbc31eef86a8844d7894095c1fe9fbd6fb4fa05409ced6e5e",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-0.03956131067114249,</a:t>
            </a:r>
          </a:p>
          <a:p>
            <a:r>
              <a:t>            0.022235257292915287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-0.040130756997870956,</a:t>
            </a:r>
          </a:p>
          <a:p>
            <a:r>
              <a:t>            0.020310979548163362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-0.07097122082745314,</a:t>
            </a:r>
          </a:p>
          <a:p>
            <a:r>
              <a:t>            0.002302736182178685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0.46548632241883225,</a:t>
            </a:r>
          </a:p>
          <a:p>
            <a:r>
              <a:t>            0.6190827645996486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0.4729072010551388,</a:t>
            </a:r>
          </a:p>
          <a:p>
            <a:r>
              <a:t>            0.6262406709773132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0.551330558490393,</a:t>
            </a:r>
          </a:p>
          <a:p>
            <a:r>
              <a:t>            0.6870427440073535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"frozen/Jira/qwen/20/e9dfa96dd64fd63b/checkpoint"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0.870253164556962,</a:t>
            </a:r>
          </a:p>
          <a:p>
            <a:r>
              <a:t>        "auc_prc": 0.19499981723367565,</a:t>
            </a:r>
          </a:p>
          <a:p>
            <a:r>
              <a:t>        "average_precision": 0.2075819328647004,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275,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41,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41,</a:t>
            </a:r>
          </a:p>
          <a:p>
            <a:r>
              <a:t>        "positive_rate": 0.12974683544303797,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0.5887361419068736,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"de11f884c2cf74597e2b9c6b310552247b97a31950d9bcfcc6e79fbb37524256",</a:t>
            </a:r>
          </a:p>
          <a:p>
            <a:r>
              <a:t>        "head.safetensors": "b7a160c1fc50e8298cd3381b1162018d7d5fcb65d002ed1d4c6d7542b83739e3",</a:t>
            </a:r>
          </a:p>
          <a:p>
            <a:r>
              <a:t>        "inference.json": "b54ae03f5938318dede6695cc301aa2e5bd6fecdb0682b3c8ccfda1ef07c37dc"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0.12974683544303797,</a:t>
            </a:r>
          </a:p>
          <a:p>
            <a:r>
              <a:t>        "auc_prc": 0.564873417721519,</a:t>
            </a:r>
          </a:p>
          <a:p>
            <a:r>
              <a:t>        "average_precision": 0.12974683544303797,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275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41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0.22969187675070027,</a:t>
            </a:r>
          </a:p>
          <a:p>
            <a:r>
              <a:t>        "positive_count": 41,</a:t>
            </a:r>
          </a:p>
          <a:p>
            <a:r>
              <a:t>        "positive_rate": 0.12974683544303797,</a:t>
            </a:r>
          </a:p>
          <a:p>
            <a:r>
              <a:t>        "precision": 0.12974683544303797,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"qwen",</a:t>
            </a:r>
          </a:p>
          <a:p>
            <a:r>
              <a:t>      "project": "Jira",</a:t>
            </a:r>
          </a:p>
          <a:p>
            <a:r>
              <a:t>      "selection_sha256": "2f9190ff7d73d5c3e87a17369f47f222f9242d7cdecd66ff4c62841e6a6b1176",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0.8575949367088608,</a:t>
            </a:r>
          </a:p>
          <a:p>
            <a:r>
              <a:t>        "auc_prc": 0.24489448032560635,</a:t>
            </a:r>
          </a:p>
          <a:p>
            <a:r>
              <a:t>        "average_precision": 0.2519276328644493,</a:t>
            </a:r>
          </a:p>
          <a:p>
            <a:r>
              <a:t>        "balanced_accuracy": 0.5446119733924613,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266,</a:t>
            </a:r>
          </a:p>
          <a:p>
            <a:r>
              <a:t>            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36,</a:t>
            </a:r>
          </a:p>
          <a:p>
            <a:r>
              <a:t>            5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0.18181818181818182,</a:t>
            </a:r>
          </a:p>
          <a:p>
            <a:r>
              <a:t>        "positive_count": 41,</a:t>
            </a:r>
          </a:p>
          <a:p>
            <a:r>
              <a:t>        "positive_rate": 0.12974683544303797,</a:t>
            </a:r>
          </a:p>
          <a:p>
            <a:r>
              <a:t>        "precision": 0.35714285714285715,</a:t>
            </a:r>
          </a:p>
          <a:p>
            <a:r>
              <a:t>        "recall": 0.12195121951219512,</a:t>
            </a:r>
          </a:p>
          <a:p>
            <a:r>
              <a:t>        "roc_auc": 0.5848337028824834,</a:t>
            </a:r>
          </a:p>
          <a:p>
            <a:r>
              <a:t>        "row_count": 316,</a:t>
            </a:r>
          </a:p>
          <a:p>
            <a:r>
              <a:t>        "threshold": 0.6699999999999999</a:t>
            </a:r>
          </a:p>
          <a:p>
            <a:r>
              <a:t>      },</a:t>
            </a:r>
          </a:p>
          <a:p>
            <a:r>
              <a:t>      "test_predictions_sha256": "e2a5e83bed3a9da7e496903ae274a943921a5fe1ef9c3f68ad3ec492c0246164",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-0.03381425681234807,</a:t>
            </a:r>
          </a:p>
          <a:p>
            <a:r>
              <a:t>            0.12090852163537717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-0.04317946874944359,</a:t>
            </a:r>
          </a:p>
          <a:p>
            <a:r>
              <a:t>            0.1145205508791594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-0.06021234045935969,</a:t>
            </a:r>
          </a:p>
          <a:p>
            <a:r>
              <a:t>            0.047643213088615105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0.13496715690116845,</a:t>
            </a:r>
          </a:p>
          <a:p>
            <a:r>
              <a:t>            0.3707803319271391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0.14696553836119955,</a:t>
            </a:r>
          </a:p>
          <a:p>
            <a:r>
              <a:t>            0.3831824761722064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0.4845250382114084,</a:t>
            </a:r>
          </a:p>
          <a:p>
            <a:r>
              <a:t>            0.6879284272760746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"previous":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"frozen/Jira/qwen_embedding/5/960e0f5859a4a3fd/checkpoint"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0.5221518987341772,</a:t>
            </a:r>
          </a:p>
          <a:p>
            <a:r>
              <a:t>        "auc_prc": 0.5753418831841499,</a:t>
            </a:r>
          </a:p>
          <a:p>
            <a:r>
              <a:t>        "average_precision": 0.5790822636139572,</a:t>
            </a:r>
          </a:p>
          <a:p>
            <a:r>
              <a:t>        "balanced_accuracy": 0.5326752618855761,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98,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103,</a:t>
            </a:r>
          </a:p>
          <a:p>
            <a:r>
              <a:t>            67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0.47017543859649125,</a:t>
            </a:r>
          </a:p>
          <a:p>
            <a:r>
              <a:t>        "positive_count": 170,</a:t>
            </a:r>
          </a:p>
          <a:p>
            <a:r>
              <a:t>        "positive_rate": 0.5379746835443038,</a:t>
            </a:r>
          </a:p>
          <a:p>
            <a:r>
              <a:t>        "precision": 0.5826086956521739,</a:t>
            </a:r>
          </a:p>
          <a:p>
            <a:r>
              <a:t>        "recall": 0.3941176470588235,</a:t>
            </a:r>
          </a:p>
          <a:p>
            <a:r>
              <a:t>        "roc_auc": 0.6402095084609186,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"6d080608560867beb44a9dcd3bbc33ab111686d430cb9a1d1b231d91b64a5f6b",</a:t>
            </a:r>
          </a:p>
          <a:p>
            <a:r>
              <a:t>        "head.safetensors": "66b8b101cc945a2adefe402b956c746810de3d04426448e45c2966acd513ee41",</a:t>
            </a:r>
          </a:p>
          <a:p>
            <a:r>
              <a:t>        "inference.json": "20d8dc071e7823d12aa6e4bf185c27e5ab7a8d4e2ee416744061f454db5345f4"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0.5379746835443038,</a:t>
            </a:r>
          </a:p>
          <a:p>
            <a:r>
              <a:t>        "auc_prc": 0.7689873417721519,</a:t>
            </a:r>
          </a:p>
          <a:p>
            <a:r>
              <a:t>        "average_precision": 0.5379746835443038,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170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0.6995884773662552,</a:t>
            </a:r>
          </a:p>
          <a:p>
            <a:r>
              <a:t>        "positive_count": 170,</a:t>
            </a:r>
          </a:p>
          <a:p>
            <a:r>
              <a:t>        "positive_rate": 0.5379746835443038,</a:t>
            </a:r>
          </a:p>
          <a:p>
            <a:r>
              <a:t>        "precision": 0.5379746835443038,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true,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"qwen_embedding",</a:t>
            </a:r>
          </a:p>
          <a:p>
            <a:r>
              <a:t>      "project": "Jira",</a:t>
            </a:r>
          </a:p>
          <a:p>
            <a:r>
              <a:t>      "selection_sha256": "e02337de599196f92c40ed09945d10845e9ae7b3e0b6f374b5bca77191ee3e72",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0.569620253164557,</a:t>
            </a:r>
          </a:p>
          <a:p>
            <a:r>
              <a:t>        "auc_prc": 0.5645963940223742,</a:t>
            </a:r>
          </a:p>
          <a:p>
            <a:r>
              <a:t>        "average_precision": 0.5680404912933061,</a:t>
            </a:r>
          </a:p>
          <a:p>
            <a:r>
              <a:t>        "balanced_accuracy": 0.5763094278807414,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97,</a:t>
            </a:r>
          </a:p>
          <a:p>
            <a:r>
              <a:t>            49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87,</a:t>
            </a:r>
          </a:p>
          <a:p>
            <a:r>
              <a:t>            83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0.5496688741721855,</a:t>
            </a:r>
          </a:p>
          <a:p>
            <a:r>
              <a:t>        "positive_count": 170,</a:t>
            </a:r>
          </a:p>
          <a:p>
            <a:r>
              <a:t>        "positive_rate": 0.5379746835443038,</a:t>
            </a:r>
          </a:p>
          <a:p>
            <a:r>
              <a:t>        "precision": 0.6287878787878788,</a:t>
            </a:r>
          </a:p>
          <a:p>
            <a:r>
              <a:t>        "recall": 0.48823529411764705,</a:t>
            </a:r>
          </a:p>
          <a:p>
            <a:r>
              <a:t>        "roc_auc": 0.6177276390008059,</a:t>
            </a:r>
          </a:p>
          <a:p>
            <a:r>
              <a:t>        "row_count": 316,</a:t>
            </a:r>
          </a:p>
          <a:p>
            <a:r>
              <a:t>        "threshold": 0.15999999999999998</a:t>
            </a:r>
          </a:p>
          <a:p>
            <a:r>
              <a:t>      },</a:t>
            </a:r>
          </a:p>
          <a:p>
            <a:r>
              <a:t>      "test_predictions_sha256": "72dfd21ecbdadbfca6b9c2b29ceb6d48f91c74e6a1b2642fbbaa19fea04d05e4",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-0.03837579252754468,</a:t>
            </a:r>
          </a:p>
          <a:p>
            <a:r>
              <a:t>            0.019918360064478297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-0.03802276696804885,</a:t>
            </a:r>
          </a:p>
          <a:p>
            <a:r>
              <a:t>            0.018875612983334147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-0.05634362599206351,</a:t>
            </a:r>
          </a:p>
          <a:p>
            <a:r>
              <a:t>            0.010774457661023848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0.4937389804959244,</a:t>
            </a:r>
          </a:p>
          <a:p>
            <a:r>
              <a:t>            0.6429221748418934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0.5005655799004934,</a:t>
            </a:r>
          </a:p>
          <a:p>
            <a:r>
              <a:t>            0.6493495199762099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0.5478989489627788,</a:t>
            </a:r>
          </a:p>
          <a:p>
            <a:r>
              <a:t>            0.6883378556059183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"frozen/Jira/qwen_embedding/10/38814b7cd5ea6942/checkpoint"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0.5158227848101266,</a:t>
            </a:r>
          </a:p>
          <a:p>
            <a:r>
              <a:t>        "auc_prc": 0.5661166448407884,</a:t>
            </a:r>
          </a:p>
          <a:p>
            <a:r>
              <a:t>        "average_precision": 0.5759045306249805,</a:t>
            </a:r>
          </a:p>
          <a:p>
            <a:r>
              <a:t>        "balanced_accuracy": 0.52102053915276,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100,</a:t>
            </a:r>
          </a:p>
          <a:p>
            <a:r>
              <a:t>            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101,</a:t>
            </a:r>
          </a:p>
          <a:p>
            <a:r>
              <a:t>            63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0.45161290322580644,</a:t>
            </a:r>
          </a:p>
          <a:p>
            <a:r>
              <a:t>        "positive_count": 164,</a:t>
            </a:r>
          </a:p>
          <a:p>
            <a:r>
              <a:t>        "positive_rate": 0.5189873417721519,</a:t>
            </a:r>
          </a:p>
          <a:p>
            <a:r>
              <a:t>        "precision": 0.5478260869565217,</a:t>
            </a:r>
          </a:p>
          <a:p>
            <a:r>
              <a:t>        "recall": 0.38414634146341464,</a:t>
            </a:r>
          </a:p>
          <a:p>
            <a:r>
              <a:t>        "roc_auc": 0.6604621309370988,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"a4a9732e24df32de177cb48788977881a4d4d96246abe1e3ec1715e083b0517e",</a:t>
            </a:r>
          </a:p>
          <a:p>
            <a:r>
              <a:t>        "head.safetensors": "a5739666b0bce5aacd2ff90988510d40cd00fb618066af690bdc605ccea0107d",</a:t>
            </a:r>
          </a:p>
          <a:p>
            <a:r>
              <a:t>        "inference.json": "d62cd5c058bf2b6ca136bdca76ee3d0467d1d94f96dc571475bdb8e0273708ef"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0.5189873417721519,</a:t>
            </a:r>
          </a:p>
          <a:p>
            <a:r>
              <a:t>        "auc_prc": 0.759493670886076,</a:t>
            </a:r>
          </a:p>
          <a:p>
            <a:r>
              <a:t>        "average_precision": 0.5189873417721519,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164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0.6833333333333332,</a:t>
            </a:r>
          </a:p>
          <a:p>
            <a:r>
              <a:t>        "positive_count": 164,</a:t>
            </a:r>
          </a:p>
          <a:p>
            <a:r>
              <a:t>        "positive_rate": 0.5189873417721519,</a:t>
            </a:r>
          </a:p>
          <a:p>
            <a:r>
              <a:t>        "precision": 0.5189873417721519,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true,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"qwen_embedding",</a:t>
            </a:r>
          </a:p>
          <a:p>
            <a:r>
              <a:t>      "project": "Jira",</a:t>
            </a:r>
          </a:p>
          <a:p>
            <a:r>
              <a:t>      "selection_sha256": "8abc7ee4ba7bef72abdb588423e8f771020f7f7a23189ceb672da15e2b69df99",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0.5854430379746836,</a:t>
            </a:r>
          </a:p>
          <a:p>
            <a:r>
              <a:t>        "auc_prc": 0.562723736183248,</a:t>
            </a:r>
          </a:p>
          <a:p>
            <a:r>
              <a:t>        "average_precision": 0.566368823511834,</a:t>
            </a:r>
          </a:p>
          <a:p>
            <a:r>
              <a:t>        "balanced_accuracy": 0.5873716302952503,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97,</a:t>
            </a:r>
          </a:p>
          <a:p>
            <a:r>
              <a:t>            55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76,</a:t>
            </a:r>
          </a:p>
          <a:p>
            <a:r>
              <a:t>            88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0.5732899022801303,</a:t>
            </a:r>
          </a:p>
          <a:p>
            <a:r>
              <a:t>        "positive_count": 164,</a:t>
            </a:r>
          </a:p>
          <a:p>
            <a:r>
              <a:t>        "positive_rate": 0.5189873417721519,</a:t>
            </a:r>
          </a:p>
          <a:p>
            <a:r>
              <a:t>        "precision": 0.6153846153846154,</a:t>
            </a:r>
          </a:p>
          <a:p>
            <a:r>
              <a:t>        "recall": 0.5365853658536586,</a:t>
            </a:r>
          </a:p>
          <a:p>
            <a:r>
              <a:t>        "roc_auc": 0.6426107188703466,</a:t>
            </a:r>
          </a:p>
          <a:p>
            <a:r>
              <a:t>        "row_count": 316,</a:t>
            </a:r>
          </a:p>
          <a:p>
            <a:r>
              <a:t>        "threshold": 0.29</a:t>
            </a:r>
          </a:p>
          <a:p>
            <a:r>
              <a:t>      },</a:t>
            </a:r>
          </a:p>
          <a:p>
            <a:r>
              <a:t>      "test_predictions_sha256": "f78e0dcd26c5b43ed6c43db33ccbadca704f2602e3b87f3a57874f6fcdd4f43a",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-0.028640716891451173,</a:t>
            </a:r>
          </a:p>
          <a:p>
            <a:r>
              <a:t>            0.02448880594874722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-0.03414914751427385,</a:t>
            </a:r>
          </a:p>
          <a:p>
            <a:r>
              <a:t>            0.01809255078585122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-0.04613401113881181,</a:t>
            </a:r>
          </a:p>
          <a:p>
            <a:r>
              <a:t>            0.008834948498719476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0.49039198506428533,</a:t>
            </a:r>
          </a:p>
          <a:p>
            <a:r>
              <a:t>            0.6425727505352442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0.4974031013297973,</a:t>
            </a:r>
          </a:p>
          <a:p>
            <a:r>
              <a:t>            0.6489790730699891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0.5728468782717587,</a:t>
            </a:r>
          </a:p>
          <a:p>
            <a:r>
              <a:t>            0.7100189093961665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"frozen/Jira/qwen_embedding/15/960e0f5859a4a3fd/checkpoint"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0.5,</a:t>
            </a:r>
          </a:p>
          <a:p>
            <a:r>
              <a:t>        "auc_prc": 0.5472892979370305,</a:t>
            </a:r>
          </a:p>
          <a:p>
            <a:r>
              <a:t>        "average_precision": 0.5521474289143389,</a:t>
            </a:r>
          </a:p>
          <a:p>
            <a:r>
              <a:t>        "balanced_accuracy": 0.5022435897435897,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106,</a:t>
            </a:r>
          </a:p>
          <a:p>
            <a:r>
              <a:t>            50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108,</a:t>
            </a:r>
          </a:p>
          <a:p>
            <a:r>
              <a:t>            52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0.39694656488549623,</a:t>
            </a:r>
          </a:p>
          <a:p>
            <a:r>
              <a:t>        "positive_count": 160,</a:t>
            </a:r>
          </a:p>
          <a:p>
            <a:r>
              <a:t>        "positive_rate": 0.5063291139240507,</a:t>
            </a:r>
          </a:p>
          <a:p>
            <a:r>
              <a:t>        "precision": 0.5098039215686274,</a:t>
            </a:r>
          </a:p>
          <a:p>
            <a:r>
              <a:t>        "recall": 0.325,</a:t>
            </a:r>
          </a:p>
          <a:p>
            <a:r>
              <a:t>        "roc_auc": 0.6557892628205129,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"ec633c85596252bd398b33c122fbf7650356744b9fed46af85c52fabbb1711f5",</a:t>
            </a:r>
          </a:p>
          <a:p>
            <a:r>
              <a:t>        "head.safetensors": "eb9bc784692da619aefd81c9a073c9d81642e804fe9a6b48893eaf8fd529582c",</a:t>
            </a:r>
          </a:p>
          <a:p>
            <a:r>
              <a:t>        "inference.json": "d455a6e5da8f643c4c99723838c8f07a648523c3f54f022f8f711a636d765bf5"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0.5063291139240507,</a:t>
            </a:r>
          </a:p>
          <a:p>
            <a:r>
              <a:t>        "auc_prc": 0.7531645569620253,</a:t>
            </a:r>
          </a:p>
          <a:p>
            <a:r>
              <a:t>        "average_precision": 0.5063291139240507,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156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160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0.6722689075630253,</a:t>
            </a:r>
          </a:p>
          <a:p>
            <a:r>
              <a:t>        "positive_count": 160,</a:t>
            </a:r>
          </a:p>
          <a:p>
            <a:r>
              <a:t>        "positive_rate": 0.5063291139240507,</a:t>
            </a:r>
          </a:p>
          <a:p>
            <a:r>
              <a:t>        "precision": 0.5063291139240507,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true,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"qwen_embedding",</a:t>
            </a:r>
          </a:p>
          <a:p>
            <a:r>
              <a:t>      "project": "Jira",</a:t>
            </a:r>
          </a:p>
          <a:p>
            <a:r>
              <a:t>      "selection_sha256": "9d68a3f01f59f95c13f19e7deba5d181e4043d3af2d0fc6873a92ace8c36b5f6",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0.509493670886076,</a:t>
            </a:r>
          </a:p>
          <a:p>
            <a:r>
              <a:t>        "auc_prc": 0.5402581361162972,</a:t>
            </a:r>
          </a:p>
          <a:p>
            <a:r>
              <a:t>        "average_precision": 0.543939097345407,</a:t>
            </a:r>
          </a:p>
          <a:p>
            <a:r>
              <a:t>        "balanced_accuracy": 0.5120192307692308,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111,</a:t>
            </a:r>
          </a:p>
          <a:p>
            <a:r>
              <a:t>            45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110,</a:t>
            </a:r>
          </a:p>
          <a:p>
            <a:r>
              <a:t>            50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0.39215686274509803,</a:t>
            </a:r>
          </a:p>
          <a:p>
            <a:r>
              <a:t>        "positive_count": 160,</a:t>
            </a:r>
          </a:p>
          <a:p>
            <a:r>
              <a:t>        "positive_rate": 0.5063291139240507,</a:t>
            </a:r>
          </a:p>
          <a:p>
            <a:r>
              <a:t>        "precision": 0.5263157894736842,</a:t>
            </a:r>
          </a:p>
          <a:p>
            <a:r>
              <a:t>        "recall": 0.3125,</a:t>
            </a:r>
          </a:p>
          <a:p>
            <a:r>
              <a:t>        "roc_auc": 0.6260817307692308,</a:t>
            </a:r>
          </a:p>
          <a:p>
            <a:r>
              <a:t>        "row_count": 316,</a:t>
            </a:r>
          </a:p>
          <a:p>
            <a:r>
              <a:t>        "threshold": 0.24</a:t>
            </a:r>
          </a:p>
          <a:p>
            <a:r>
              <a:t>      },</a:t>
            </a:r>
          </a:p>
          <a:p>
            <a:r>
              <a:t>      "test_predictions_sha256": "9a4149e2edc30fb7c8e5656078d4b0473770e5418e9b32e40c9bdb37c22d3607",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-0.037327270015001204,</a:t>
            </a:r>
          </a:p>
          <a:p>
            <a:r>
              <a:t>            0.023177270883799762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-0.038723701887904007,</a:t>
            </a:r>
          </a:p>
          <a:p>
            <a:r>
              <a:t>            0.02153041242961811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-0.06631963133920966,</a:t>
            </a:r>
          </a:p>
          <a:p>
            <a:r>
              <a:t>            0.0071226360288861095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0.46794741299378373,</a:t>
            </a:r>
          </a:p>
          <a:p>
            <a:r>
              <a:t>            0.6199007222484768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0.4744906167949574,</a:t>
            </a:r>
          </a:p>
          <a:p>
            <a:r>
              <a:t>            0.6275850410816877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0.5571181720847526,</a:t>
            </a:r>
          </a:p>
          <a:p>
            <a:r>
              <a:t>            0.692174226374508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"answerdotai/ModernBERT-base",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"Wqkv",</a:t>
            </a:r>
          </a:p>
          <a:p>
            <a:r>
              <a:t>            "Wo"</a:t>
            </a:r>
          </a:p>
          <a:p>
            <a:r>
              <a:t>          ],</a:t>
            </a:r>
          </a:p>
          <a:p>
            <a:r>
              <a:t>          "parameters_billions": 0.149,</a:t>
            </a:r>
          </a:p>
          <a:p>
            <a:r>
              <a:t>          "pooling": "mean",</a:t>
            </a:r>
          </a:p>
          <a:p>
            <a:r>
              <a:t>          "profile_vram_gib": [</a:t>
            </a:r>
          </a:p>
          <a:p>
            <a:r>
              <a:t>            16,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"8949b909ec900327062f0ebf497f51aef5e6f0c8"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"frozen/Jira/modernbert/20/e9dfa96dd64fd63b/checkpoint"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0.870253164556962,</a:t>
            </a:r>
          </a:p>
          <a:p>
            <a:r>
              <a:t>        "auc_prc": 0.19499981723367565,</a:t>
            </a:r>
          </a:p>
          <a:p>
            <a:r>
              <a:t>        "average_precision": 0.2075819328647004,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275,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41,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41,</a:t>
            </a:r>
          </a:p>
          <a:p>
            <a:r>
              <a:t>        "positive_rate": 0.12974683544303797,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0.5887361419068736,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"f368747a08e43ab62a2408b190552f37d7fba51d95e006a4a18551afec678012",</a:t>
            </a:r>
          </a:p>
          <a:p>
            <a:r>
              <a:t>        "head.safetensors": "489ae15c097bead9d2dec4ef4c437ccf816d196673bb6313d611445db8032e7c",</a:t>
            </a:r>
          </a:p>
          <a:p>
            <a:r>
              <a:t>        "inference.json": "3f95115483b8e89d4ccf4cd396b8c0373ab3b91b5d6ac0bcd0bf155c8ad30f59"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0.12974683544303797,</a:t>
            </a:r>
          </a:p>
          <a:p>
            <a:r>
              <a:t>        "auc_prc": 0.564873417721519,</a:t>
            </a:r>
          </a:p>
          <a:p>
            <a:r>
              <a:t>        "average_precision": 0.12974683544303797,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275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41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0.22969187675070027,</a:t>
            </a:r>
          </a:p>
          <a:p>
            <a:r>
              <a:t>        "positive_count": 41,</a:t>
            </a:r>
          </a:p>
          <a:p>
            <a:r>
              <a:t>        "positive_rate": 0.12974683544303797,</a:t>
            </a:r>
          </a:p>
          <a:p>
            <a:r>
              <a:t>        "precision": 0.12974683544303797,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"modernbert",</a:t>
            </a:r>
          </a:p>
          <a:p>
            <a:r>
              <a:t>      "project": "Jira",</a:t>
            </a:r>
          </a:p>
          <a:p>
            <a:r>
              <a:t>      "selection_sha256": "c43fe3e7d53d09f2b0e4ab8ac83c84daa1c5dc4be578b6221c3e21bb89dcbc79",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0.7689873417721519,</a:t>
            </a:r>
          </a:p>
          <a:p>
            <a:r>
              <a:t>        "auc_prc": 0.2440756527180699,</a:t>
            </a:r>
          </a:p>
          <a:p>
            <a:r>
              <a:t>        "average_precision": 0.2509927972478988,</a:t>
            </a:r>
          </a:p>
          <a:p>
            <a:r>
              <a:t>        "balanced_accuracy": 0.5974722838137472,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228,</a:t>
            </a:r>
          </a:p>
          <a:p>
            <a:r>
              <a:t>            47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26,</a:t>
            </a:r>
          </a:p>
          <a:p>
            <a:r>
              <a:t>            15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0.29126213592233013,</a:t>
            </a:r>
          </a:p>
          <a:p>
            <a:r>
              <a:t>        "positive_count": 41,</a:t>
            </a:r>
          </a:p>
          <a:p>
            <a:r>
              <a:t>        "positive_rate": 0.12974683544303797,</a:t>
            </a:r>
          </a:p>
          <a:p>
            <a:r>
              <a:t>        "precision": 0.24193548387096775,</a:t>
            </a:r>
          </a:p>
          <a:p>
            <a:r>
              <a:t>        "recall": 0.36585365853658536,</a:t>
            </a:r>
          </a:p>
          <a:p>
            <a:r>
              <a:t>        "roc_auc": 0.5882926829268292,</a:t>
            </a:r>
          </a:p>
          <a:p>
            <a:r>
              <a:t>        "row_count": 316,</a:t>
            </a:r>
          </a:p>
          <a:p>
            <a:r>
              <a:t>        "threshold": 0.41999999999999993</a:t>
            </a:r>
          </a:p>
          <a:p>
            <a:r>
              <a:t>      },</a:t>
            </a:r>
          </a:p>
          <a:p>
            <a:r>
              <a:t>      "test_predictions_sha256": "e13bb8d73952280ac971852d73fc4def6e0cbb677c62772f3f83ffb2994aa96a",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-0.03261842410714551,</a:t>
            </a:r>
          </a:p>
          <a:p>
            <a:r>
              <a:t>            0.12064147173970617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-0.0426867018590512,</a:t>
            </a:r>
          </a:p>
          <a:p>
            <a:r>
              <a:t>            0.11069404313997173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-0.05536604666980598,</a:t>
            </a:r>
          </a:p>
          <a:p>
            <a:r>
              <a:t>            0.05072066262534533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0.1347676647092901,</a:t>
            </a:r>
          </a:p>
          <a:p>
            <a:r>
              <a:t>            0.36818606667319603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0.14734950343371972,</a:t>
            </a:r>
          </a:p>
          <a:p>
            <a:r>
              <a:t>            0.38017307040886544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0.4877580783080386,</a:t>
            </a:r>
          </a:p>
          <a:p>
            <a:r>
              <a:t>            0.6901408001396183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hf-20261019-phi-gemma-qwen; report received October 29, 2026.</a:t>
            </a:r>
          </a:p>
          <a:p>
            <a:r>
              <a:t>Source: Tasks/sprint-data-analysis-summary/data/hf-20261019-report.json; SHA256 3bd3ef27dac8a7f476ae341a8e8ef172b3bd3e7f773c13d51875cbd122f07fb6.</a:t>
            </a:r>
          </a:p>
          <a:p>
            <a:r>
              <a:t>Study SHA256 977eda81de5875fca2730c710d220fa47e7f8b8cfcdfa30e27d6f099341d52c0.</a:t>
            </a:r>
          </a:p>
          <a:p>
            <a:r>
              <a:t>Previous report: Tasks/sprint-data-analysis-summary/data/hf-20261008-report.json; SHA256 7698fe31e652cc8d24fb2cc8ff8a443c2c1ec04ac3786cd9bf3dc0e6f4ec006a.</a:t>
            </a:r>
          </a:p>
          <a:p>
            <a:r>
              <a:t>Counts, positive counts, classical metrics/identities and config/source fingerprints match. Historical row membership comes from the frozen data contract; raw predictions were not independently rescored or aligned here. Classical baselines were chosen by validation PR area. Individual 95% AP-gain intervals compare NEW HF to CLASSICAL, not to earlier HF. Paired issue bootstrap uses 2000 resamples, without temporal dependence or multiplicity adjustment. Equal-weight means across 24 cells are descriptive, not pooled predictions. Same retrospective holdout; possible public-Jira pretraining exposure. K means &gt;= K changed words AND at least one relevant text change, not a percentage.</a:t>
            </a:r>
          </a:p>
          <a:p>
            <a:r>
              <a:t>{</a:t>
            </a:r>
          </a:p>
          <a:p>
            <a:r>
              <a:t>  "new":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"E2B is effective size, not stored size. Profile complete multimodal loading and language-only adapters.",</a:t>
            </a:r>
          </a:p>
          <a:p>
            <a:r>
              <a:t>          "id": "google/gemma-4-E2B-it",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5.1,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"3e22461f65e89153144f8adb70e3b8c2cc9845a7"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"frozen/MariaDB/gemma/5/4472aaa46dad1ea1/checkpoint"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0.8467336683417085,</a:t>
            </a:r>
          </a:p>
          <a:p>
            <a:r>
              <a:t>        "auc_prc": 0.19484574838475716,</a:t>
            </a:r>
          </a:p>
          <a:p>
            <a:r>
              <a:t>        "average_precision": 0.20505354435535234,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337,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61,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61,</a:t>
            </a:r>
          </a:p>
          <a:p>
            <a:r>
              <a:t>        "positive_rate": 0.15326633165829145,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0.5828914724911223,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"182947e829eff10f70e9252b9afaa8bd90fb17715b154396f2a562524a8683df",</a:t>
            </a:r>
          </a:p>
          <a:p>
            <a:r>
              <a:t>        "head.safetensors": "adca344c92a2e686686add8ceb8dff82eef7851a3b89dc9a882560faeeca0cde",</a:t>
            </a:r>
          </a:p>
          <a:p>
            <a:r>
              <a:t>        "inference.json": "27cf3e69876b3be082ed44c8fb4fcb8cff57f6a2044fee60befe982b029480cf"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0.15326633165829145,</a:t>
            </a:r>
          </a:p>
          <a:p>
            <a:r>
              <a:t>        "auc_prc": 0.5766331658291457,</a:t>
            </a:r>
          </a:p>
          <a:p>
            <a:r>
              <a:t>        "average_precision": 0.15326633165829145,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337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61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0.2657952069716776,</a:t>
            </a:r>
          </a:p>
          <a:p>
            <a:r>
              <a:t>        "positive_count": 61,</a:t>
            </a:r>
          </a:p>
          <a:p>
            <a:r>
              <a:t>        "positive_rate": 0.15326633165829145,</a:t>
            </a:r>
          </a:p>
          <a:p>
            <a:r>
              <a:t>        "precision": 0.15326633165829145,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"gemma",</a:t>
            </a:r>
          </a:p>
          <a:p>
            <a:r>
              <a:t>      "project": "MariaDB",</a:t>
            </a:r>
          </a:p>
          <a:p>
            <a:r>
              <a:t>      "selection_sha256": "6e2240de7b718235d5cb8306665a98135b1470f0100b9f6f27fd1058bc9bc31b",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0.8140703517587939,</a:t>
            </a:r>
          </a:p>
          <a:p>
            <a:r>
              <a:t>        "auc_prc": 0.20475874873738037,</a:t>
            </a:r>
          </a:p>
          <a:p>
            <a:r>
              <a:t>        "average_precision": 0.2147691094589405,</a:t>
            </a:r>
          </a:p>
          <a:p>
            <a:r>
              <a:t>        "balanced_accuracy": 0.520990416889624,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318,</a:t>
            </a:r>
          </a:p>
          <a:p>
            <a:r>
              <a:t>            19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55,</a:t>
            </a:r>
          </a:p>
          <a:p>
            <a:r>
              <a:t>            6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0.13953488372093023,</a:t>
            </a:r>
          </a:p>
          <a:p>
            <a:r>
              <a:t>        "positive_count": 61,</a:t>
            </a:r>
          </a:p>
          <a:p>
            <a:r>
              <a:t>        "positive_rate": 0.15326633165829145,</a:t>
            </a:r>
          </a:p>
          <a:p>
            <a:r>
              <a:t>        "precision": 0.24,</a:t>
            </a:r>
          </a:p>
          <a:p>
            <a:r>
              <a:t>        "recall": 0.09836065573770492,</a:t>
            </a:r>
          </a:p>
          <a:p>
            <a:r>
              <a:t>        "roc_auc": 0.6164810040375541,</a:t>
            </a:r>
          </a:p>
          <a:p>
            <a:r>
              <a:t>        "row_count": 398,</a:t>
            </a:r>
          </a:p>
          <a:p>
            <a:r>
              <a:t>        "threshold": 0.6</a:t>
            </a:r>
          </a:p>
          <a:p>
            <a:r>
              <a:t>      },</a:t>
            </a:r>
          </a:p>
          <a:p>
            <a:r>
              <a:t>      "test_predictions_sha256": "e9372bd0bf0051578a740a50ea3c542f874ebfcc4a86f8da325f6b8ff11ccf28",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-0.07121843569865285,</a:t>
            </a:r>
          </a:p>
          <a:p>
            <a:r>
              <a:t>            0.08113144398417581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-0.07135053408477177,</a:t>
            </a:r>
          </a:p>
          <a:p>
            <a:r>
              <a:t>            0.08377270565992744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-0.05297271794943342,</a:t>
            </a:r>
          </a:p>
          <a:p>
            <a:r>
              <a:t>            0.1194861516750199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0.14671825970265068,</a:t>
            </a:r>
          </a:p>
          <a:p>
            <a:r>
              <a:t>            0.2926445420547158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0.15754212171984783,</a:t>
            </a:r>
          </a:p>
          <a:p>
            <a:r>
              <a:t>            0.30867930397791976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0.5458697140017105,</a:t>
            </a:r>
          </a:p>
          <a:p>
            <a:r>
              <a:t>            0.684938368257382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"frozen/MariaDB/phi/10/b5af59d61b59b2b7/checkpoint"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0.8894472361809045,</a:t>
            </a:r>
          </a:p>
          <a:p>
            <a:r>
              <a:t>        "auc_prc": 0.155084524931062,</a:t>
            </a:r>
          </a:p>
          <a:p>
            <a:r>
              <a:t>        "average_precision": 0.16548126800780694,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354,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44,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44,</a:t>
            </a:r>
          </a:p>
          <a:p>
            <a:r>
              <a:t>        "positive_rate": 0.11055276381909548,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0.6271828454031844,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"a4dba8387fad8704458636157a8b497beb438b27d7fa39f105609cde3fe212ea",</a:t>
            </a:r>
          </a:p>
          <a:p>
            <a:r>
              <a:t>        "head.safetensors": "ebc06d59298372a243dcf20e49cd5c818564453019dce34c6b675c18605bb2a1",</a:t>
            </a:r>
          </a:p>
          <a:p>
            <a:r>
              <a:t>        "inference.json": "c1a89d39d105438148c721277ddce190902564a932a6fe96b1d7caef8fd87286"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0.11055276381909548,</a:t>
            </a:r>
          </a:p>
          <a:p>
            <a:r>
              <a:t>        "auc_prc": 0.5552763819095478,</a:t>
            </a:r>
          </a:p>
          <a:p>
            <a:r>
              <a:t>        "average_precision": 0.11055276381909548,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354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44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0.1990950226244344,</a:t>
            </a:r>
          </a:p>
          <a:p>
            <a:r>
              <a:t>        "positive_count": 44,</a:t>
            </a:r>
          </a:p>
          <a:p>
            <a:r>
              <a:t>        "positive_rate": 0.11055276381909548,</a:t>
            </a:r>
          </a:p>
          <a:p>
            <a:r>
              <a:t>        "precision": 0.11055276381909548,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"phi",</a:t>
            </a:r>
          </a:p>
          <a:p>
            <a:r>
              <a:t>      "project": "MariaDB",</a:t>
            </a:r>
          </a:p>
          <a:p>
            <a:r>
              <a:t>      "selection_sha256": "9573bf2cdd094ddece6e60f6c29f9b1b30c2ddb9425ccb590f1694f1a1dce33a",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0.871859296482412,</a:t>
            </a:r>
          </a:p>
          <a:p>
            <a:r>
              <a:t>        "auc_prc": 0.18392399131539444,</a:t>
            </a:r>
          </a:p>
          <a:p>
            <a:r>
              <a:t>        "average_precision": 0.19508599983535763,</a:t>
            </a:r>
          </a:p>
          <a:p>
            <a:r>
              <a:t>        "balanced_accuracy": 0.5199666153055984,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344,</a:t>
            </a:r>
          </a:p>
          <a:p>
            <a:r>
              <a:t>            10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41,</a:t>
            </a:r>
          </a:p>
          <a:p>
            <a:r>
              <a:t>            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0.10526315789473682,</a:t>
            </a:r>
          </a:p>
          <a:p>
            <a:r>
              <a:t>        "positive_count": 44,</a:t>
            </a:r>
          </a:p>
          <a:p>
            <a:r>
              <a:t>        "positive_rate": 0.11055276381909548,</a:t>
            </a:r>
          </a:p>
          <a:p>
            <a:r>
              <a:t>        "precision": 0.23076923076923078,</a:t>
            </a:r>
          </a:p>
          <a:p>
            <a:r>
              <a:t>        "recall": 0.06818181818181818,</a:t>
            </a:r>
          </a:p>
          <a:p>
            <a:r>
              <a:t>        "roc_auc": 0.667116076014381,</a:t>
            </a:r>
          </a:p>
          <a:p>
            <a:r>
              <a:t>        "row_count": 398,</a:t>
            </a:r>
          </a:p>
          <a:p>
            <a:r>
              <a:t>        "threshold": 0.13999999999999999</a:t>
            </a:r>
          </a:p>
          <a:p>
            <a:r>
              <a:t>      },</a:t>
            </a:r>
          </a:p>
          <a:p>
            <a:r>
              <a:t>      "test_predictions_sha256": "a3c2807c36b4e1c72df74054aebe4a5cad574ae2a33840722fbdf17aaadb6f0b",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-0.06281399748593933,</a:t>
            </a:r>
          </a:p>
          <a:p>
            <a:r>
              <a:t>            0.12702847098388279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-0.07793172574361977,</a:t>
            </a:r>
          </a:p>
          <a:p>
            <a:r>
              <a:t>            0.13806857154097724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-0.07120121962180039,</a:t>
            </a:r>
          </a:p>
          <a:p>
            <a:r>
              <a:t>            0.13844656866596528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0.11941017034392197,</a:t>
            </a:r>
          </a:p>
          <a:p>
            <a:r>
              <a:t>            0.2862956807899424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0.13143587857708686,</a:t>
            </a:r>
          </a:p>
          <a:p>
            <a:r>
              <a:t>            0.3103998653007235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0.585830865333947,</a:t>
            </a:r>
          </a:p>
          <a:p>
            <a:r>
              <a:t>            0.7430260223434993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"finetune/MariaDB/phi/15/466584f839d07889/checkpoint"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0.8442211055276382,</a:t>
            </a:r>
          </a:p>
          <a:p>
            <a:r>
              <a:t>        "auc_prc": 0.10881496705402251,</a:t>
            </a:r>
          </a:p>
          <a:p>
            <a:r>
              <a:t>        "average_precision": 0.11289825475418147,</a:t>
            </a:r>
          </a:p>
          <a:p>
            <a:r>
              <a:t>        "balanced_accuracy": 0.5154005811540059,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332,</a:t>
            </a:r>
          </a:p>
          <a:p>
            <a:r>
              <a:t>            33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29,</a:t>
            </a:r>
          </a:p>
          <a:p>
            <a:r>
              <a:t>            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0.11428571428571428,</a:t>
            </a:r>
          </a:p>
          <a:p>
            <a:r>
              <a:t>        "positive_count": 33,</a:t>
            </a:r>
          </a:p>
          <a:p>
            <a:r>
              <a:t>        "positive_rate": 0.0829145728643216,</a:t>
            </a:r>
          </a:p>
          <a:p>
            <a:r>
              <a:t>        "precision": 0.10810810810810811,</a:t>
            </a:r>
          </a:p>
          <a:p>
            <a:r>
              <a:t>        "recall": 0.12121212121212122,</a:t>
            </a:r>
          </a:p>
          <a:p>
            <a:r>
              <a:t>        "roc_auc": 0.4899128268991283,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"NN",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"8557f69902402f647b01e4c0c55a5c61ebd0ff3a160548b3e8e27c60c4234e38",</a:t>
            </a:r>
          </a:p>
          <a:p>
            <a:r>
              <a:t>        "adapter/README.md": "5e790f340065c0c5c2b21df0a7e9ed72412548a895e90be709c4fdded4767516",</a:t>
            </a:r>
          </a:p>
          <a:p>
            <a:r>
              <a:t>        "adapter/adapter_config.json": "f08a75768893d31c98207205ed2df8d5a40077bf0be92b8fdee6470d4c662784",</a:t>
            </a:r>
          </a:p>
          <a:p>
            <a:r>
              <a:t>        "adapter/adapter_model.safetensors": "7904cfc8db896d515e7c9270291b78ee92d1247d531ee2837e2e8f952be2a9d0",</a:t>
            </a:r>
          </a:p>
          <a:p>
            <a:r>
              <a:t>        "head.safetensors": "f23490b5d28b3e7eff777712d8a745151d095fafdd5ac88282972a8db16088d8",</a:t>
            </a:r>
          </a:p>
          <a:p>
            <a:r>
              <a:t>        "inference.json": "f8408b53c166cc8e7474a73bf2d108d09c31ec65ee0b919bd83eecef2412802f"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0.0829145728643216,</a:t>
            </a:r>
          </a:p>
          <a:p>
            <a:r>
              <a:t>        "auc_prc": 0.5414572864321608,</a:t>
            </a:r>
          </a:p>
          <a:p>
            <a:r>
              <a:t>        "average_precision": 0.0829145728643216,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365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0.1531322505800464,</a:t>
            </a:r>
          </a:p>
          <a:p>
            <a:r>
              <a:t>        "positive_count": 33,</a:t>
            </a:r>
          </a:p>
          <a:p>
            <a:r>
              <a:t>        "positive_rate": 0.0829145728643216,</a:t>
            </a:r>
          </a:p>
          <a:p>
            <a:r>
              <a:t>        "precision": 0.0829145728643216,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"phi",</a:t>
            </a:r>
          </a:p>
          <a:p>
            <a:r>
              <a:t>      "project": "MariaDB",</a:t>
            </a:r>
          </a:p>
          <a:p>
            <a:r>
              <a:t>      "selection_sha256": "1ada4be67887738dc33636ac09eef9726ca39905496037a2ef143545e844e80c",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0.914572864321608,</a:t>
            </a:r>
          </a:p>
          <a:p>
            <a:r>
              <a:t>        "auc_prc": 0.16397397811568482,</a:t>
            </a:r>
          </a:p>
          <a:p>
            <a:r>
              <a:t>        "average_precision": 0.1755219110322162,</a:t>
            </a:r>
          </a:p>
          <a:p>
            <a:r>
              <a:t>        "balanced_accuracy": 0.4986301369863014,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364,</a:t>
            </a:r>
          </a:p>
          <a:p>
            <a:r>
              <a:t>            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33,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33,</a:t>
            </a:r>
          </a:p>
          <a:p>
            <a:r>
              <a:t>        "positive_rate": 0.0829145728643216,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0.733582399335824,</a:t>
            </a:r>
          </a:p>
          <a:p>
            <a:r>
              <a:t>        "row_count": 398,</a:t>
            </a:r>
          </a:p>
          <a:p>
            <a:r>
              <a:t>        "threshold": 0.09999999999999999</a:t>
            </a:r>
          </a:p>
          <a:p>
            <a:r>
              <a:t>      },</a:t>
            </a:r>
          </a:p>
          <a:p>
            <a:r>
              <a:t>      "test_predictions_sha256": "28d69bd3d718d6a585264efb4849b2f5302e6d346484dd1fe7a41fb7abdfc2fb",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-0.04241171240482184,</a:t>
            </a:r>
          </a:p>
          <a:p>
            <a:r>
              <a:t>            0.1568824134788002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-0.03326566283433103,</a:t>
            </a:r>
          </a:p>
          <a:p>
            <a:r>
              <a:t>            0.17856326685033552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0.1385612416550643,</a:t>
            </a:r>
          </a:p>
          <a:p>
            <a:r>
              <a:t>            0.3450949224643683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0.09951381663833411,</a:t>
            </a:r>
          </a:p>
          <a:p>
            <a:r>
              <a:t>            0.26072892773545286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0.11228250868016511,</a:t>
            </a:r>
          </a:p>
          <a:p>
            <a:r>
              <a:t>            0.29449868434811866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0.6629679544773884,</a:t>
            </a:r>
          </a:p>
          <a:p>
            <a:r>
              <a:t>            0.8010615035610441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"E2B is effective size, not stored size. Profile complete multimodal loading and language-only adapters.",</a:t>
            </a:r>
          </a:p>
          <a:p>
            <a:r>
              <a:t>          "id": "google/gemma-4-E2B-it",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5.1,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"3e22461f65e89153144f8adb70e3b8c2cc9845a7"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"frozen/MariaDB/gemma/20/960e0f5859a4a3fd/checkpoint"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0.9296482412060302,</a:t>
            </a:r>
          </a:p>
          <a:p>
            <a:r>
              <a:t>        "auc_prc": 0.12182267085738707,</a:t>
            </a:r>
          </a:p>
          <a:p>
            <a:r>
              <a:t>        "average_precision": 0.133107696306499,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370,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28,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28,</a:t>
            </a:r>
          </a:p>
          <a:p>
            <a:r>
              <a:t>        "positive_rate": 0.07035175879396985,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0.6720559845559846,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"82d8f1190a33e06d7ad8d25a5974115f029cf133df8f06a591c4ac317ed8c500",</a:t>
            </a:r>
          </a:p>
          <a:p>
            <a:r>
              <a:t>        "head.safetensors": "f262f9f86c90c141769eef262eda6d113ec82a43680d63b29c96f72448e5459a",</a:t>
            </a:r>
          </a:p>
          <a:p>
            <a:r>
              <a:t>        "inference.json": "5ec80062babe1385422d7e72e2935a777fc3a1f0f79a02e9c8a328de5a871c3f"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0.07035175879396985,</a:t>
            </a:r>
          </a:p>
          <a:p>
            <a:r>
              <a:t>        "auc_prc": 0.535175879396985,</a:t>
            </a:r>
          </a:p>
          <a:p>
            <a:r>
              <a:t>        "average_precision": 0.07035175879396985,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370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0.13145539906103285,</a:t>
            </a:r>
          </a:p>
          <a:p>
            <a:r>
              <a:t>        "positive_count": 28,</a:t>
            </a:r>
          </a:p>
          <a:p>
            <a:r>
              <a:t>        "positive_rate": 0.07035175879396985,</a:t>
            </a:r>
          </a:p>
          <a:p>
            <a:r>
              <a:t>        "precision": 0.07035175879396985,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"gemma",</a:t>
            </a:r>
          </a:p>
          <a:p>
            <a:r>
              <a:t>      "project": "MariaDB",</a:t>
            </a:r>
          </a:p>
          <a:p>
            <a:r>
              <a:t>      "selection_sha256": "7d2fd12c797bf892c1d1247c77c90b4566717112aab91dca54b06d6a69cecf87",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0.8065326633165829,</a:t>
            </a:r>
          </a:p>
          <a:p>
            <a:r>
              <a:t>        "auc_prc": 0.17551260575664268,</a:t>
            </a:r>
          </a:p>
          <a:p>
            <a:r>
              <a:t>        "average_precision": 0.19476409426439395,</a:t>
            </a:r>
          </a:p>
          <a:p>
            <a:r>
              <a:t>        "balanced_accuracy": 0.5823359073359073,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312,</a:t>
            </a:r>
          </a:p>
          <a:p>
            <a:r>
              <a:t>            58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19,</a:t>
            </a:r>
          </a:p>
          <a:p>
            <a:r>
              <a:t>            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0.18947368421052632,</a:t>
            </a:r>
          </a:p>
          <a:p>
            <a:r>
              <a:t>        "positive_count": 28,</a:t>
            </a:r>
          </a:p>
          <a:p>
            <a:r>
              <a:t>        "positive_rate": 0.07035175879396985,</a:t>
            </a:r>
          </a:p>
          <a:p>
            <a:r>
              <a:t>        "precision": 0.13432835820895522,</a:t>
            </a:r>
          </a:p>
          <a:p>
            <a:r>
              <a:t>        "recall": 0.32142857142857145,</a:t>
            </a:r>
          </a:p>
          <a:p>
            <a:r>
              <a:t>        "roc_auc": 0.7206563706563707,</a:t>
            </a:r>
          </a:p>
          <a:p>
            <a:r>
              <a:t>        "row_count": 398,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"33343b229446022c1e9cc6e94eb08dbf062c85b015a5699c3aa6751c54d42a1f",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-0.03217743257092842,</a:t>
            </a:r>
          </a:p>
          <a:p>
            <a:r>
              <a:t>            0.1881610029118641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-0.04602978851529797,</a:t>
            </a:r>
          </a:p>
          <a:p>
            <a:r>
              <a:t>            0.1840995702543285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-0.042051899874238755,</a:t>
            </a:r>
          </a:p>
          <a:p>
            <a:r>
              <a:t>            0.1358760942295083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0.08900833602723783,</a:t>
            </a:r>
          </a:p>
          <a:p>
            <a:r>
              <a:t>            0.3321201084632732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0.10525174910050654,</a:t>
            </a:r>
          </a:p>
          <a:p>
            <a:r>
              <a:t>            0.3532964352478104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0.6356650233824095,</a:t>
            </a:r>
          </a:p>
          <a:p>
            <a:r>
              <a:t>            0.798411837806763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"previous":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"frozen/MariaDB/qwen_embedding/5/4168c89e8b6b1cd5/checkpoint"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0.8467336683417085,</a:t>
            </a:r>
          </a:p>
          <a:p>
            <a:r>
              <a:t>        "auc_prc": 0.19484574838475716,</a:t>
            </a:r>
          </a:p>
          <a:p>
            <a:r>
              <a:t>        "average_precision": 0.20505354435535234,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337,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61,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61,</a:t>
            </a:r>
          </a:p>
          <a:p>
            <a:r>
              <a:t>        "positive_rate": 0.15326633165829145,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0.5828914724911223,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"b9ca36f369be99ff385fad934f47c6aa709c5b52817b1b9aec1f36fcf88567f4",</a:t>
            </a:r>
          </a:p>
          <a:p>
            <a:r>
              <a:t>        "head.safetensors": "b3ab2f908220bee3e1a810e73aeaf6e831936225da99548c77d9b84789180b16",</a:t>
            </a:r>
          </a:p>
          <a:p>
            <a:r>
              <a:t>        "inference.json": "5c6c9ec7542eaee0b2dc975f8775e3db14f2d612cd0033e5cbbc1e1adf1ee532"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0.15326633165829145,</a:t>
            </a:r>
          </a:p>
          <a:p>
            <a:r>
              <a:t>        "auc_prc": 0.5766331658291457,</a:t>
            </a:r>
          </a:p>
          <a:p>
            <a:r>
              <a:t>        "average_precision": 0.15326633165829145,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337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61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0.2657952069716776,</a:t>
            </a:r>
          </a:p>
          <a:p>
            <a:r>
              <a:t>        "positive_count": 61,</a:t>
            </a:r>
          </a:p>
          <a:p>
            <a:r>
              <a:t>        "positive_rate": 0.15326633165829145,</a:t>
            </a:r>
          </a:p>
          <a:p>
            <a:r>
              <a:t>        "precision": 0.15326633165829145,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"qwen_embedding",</a:t>
            </a:r>
          </a:p>
          <a:p>
            <a:r>
              <a:t>      "project": "MariaDB",</a:t>
            </a:r>
          </a:p>
          <a:p>
            <a:r>
              <a:t>      "selection_sha256": "ea8613eae93340412a6d1f6dd7bf97ca4e79c07ea0410db1d745b13bcbecef77",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0.7386934673366834,</a:t>
            </a:r>
          </a:p>
          <a:p>
            <a:r>
              <a:t>        "auc_prc": 0.17224802731147648,</a:t>
            </a:r>
          </a:p>
          <a:p>
            <a:r>
              <a:t>        "average_precision": 0.17898146033852855,</a:t>
            </a:r>
          </a:p>
          <a:p>
            <a:r>
              <a:t>        "balanced_accuracy": 0.49661915649170596,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285,</a:t>
            </a:r>
          </a:p>
          <a:p>
            <a:r>
              <a:t>            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52,</a:t>
            </a:r>
          </a:p>
          <a:p>
            <a:r>
              <a:t>            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0.14754098360655737,</a:t>
            </a:r>
          </a:p>
          <a:p>
            <a:r>
              <a:t>        "positive_count": 61,</a:t>
            </a:r>
          </a:p>
          <a:p>
            <a:r>
              <a:t>        "positive_rate": 0.15326633165829145,</a:t>
            </a:r>
          </a:p>
          <a:p>
            <a:r>
              <a:t>        "precision": 0.14754098360655737,</a:t>
            </a:r>
          </a:p>
          <a:p>
            <a:r>
              <a:t>        "recall": 0.14754098360655737,</a:t>
            </a:r>
          </a:p>
          <a:p>
            <a:r>
              <a:t>        "roc_auc": 0.542151092085421,</a:t>
            </a:r>
          </a:p>
          <a:p>
            <a:r>
              <a:t>        "row_count": 398,</a:t>
            </a:r>
          </a:p>
          <a:p>
            <a:r>
              <a:t>        "threshold": 0.48999999999999994</a:t>
            </a:r>
          </a:p>
          <a:p>
            <a:r>
              <a:t>      },</a:t>
            </a:r>
          </a:p>
          <a:p>
            <a:r>
              <a:t>      "test_predictions_sha256": "bbc7000a1aae5164bc361585de1cb0d82100167c8a0b3513dc0b55bc60ed4d3d",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-0.09719879757920633,</a:t>
            </a:r>
          </a:p>
          <a:p>
            <a:r>
              <a:t>            0.033430449203013496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-0.10024187603180736,</a:t>
            </a:r>
          </a:p>
          <a:p>
            <a:r>
              <a:t>            0.035777854878510804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-0.13661909089540666,</a:t>
            </a:r>
          </a:p>
          <a:p>
            <a:r>
              <a:t>            0.05853150992676257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0.12394252483232751,</a:t>
            </a:r>
          </a:p>
          <a:p>
            <a:r>
              <a:t>            0.24359575899054053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0.1319648785910342,</a:t>
            </a:r>
          </a:p>
          <a:p>
            <a:r>
              <a:t>            0.26020904622021634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0.465700948616549,</a:t>
            </a:r>
          </a:p>
          <a:p>
            <a:r>
              <a:t>            0.6242777795210251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"finetune/MariaDB/qwen_embedding/10/92ad5a79985a51fb/checkpoint"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0.8894472361809045,</a:t>
            </a:r>
          </a:p>
          <a:p>
            <a:r>
              <a:t>        "auc_prc": 0.155084524931062,</a:t>
            </a:r>
          </a:p>
          <a:p>
            <a:r>
              <a:t>        "average_precision": 0.16548126800780694,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354,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44,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44,</a:t>
            </a:r>
          </a:p>
          <a:p>
            <a:r>
              <a:t>        "positive_rate": 0.11055276381909548,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0.6271828454031844,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"53f4ffe7c04f3137cb8ccac9a68df5cf80fcde38be178734cbde41eba90bb8b6",</a:t>
            </a:r>
          </a:p>
          <a:p>
            <a:r>
              <a:t>        "adapter/README.md": "2b259ec9b5799fd1e7da6813a1a008293163ac0d5b6be0eb53454a512e57e06a",</a:t>
            </a:r>
          </a:p>
          <a:p>
            <a:r>
              <a:t>        "adapter/adapter_config.json": "99fa5eb9f7d31210f53d3d34e75da168eb5316200f9fd08f3c0967ecdad46276",</a:t>
            </a:r>
          </a:p>
          <a:p>
            <a:r>
              <a:t>        "adapter/adapter_model.safetensors": "ca5aa71873a13ee0a257776f0a6086ed2b2bea61ca3e5f016af404e0227e7123",</a:t>
            </a:r>
          </a:p>
          <a:p>
            <a:r>
              <a:t>        "head.safetensors": "f370a4435de0be1b3f2e019720bab495ef014721568b9375e027c6289588c1d0",</a:t>
            </a:r>
          </a:p>
          <a:p>
            <a:r>
              <a:t>        "inference.json": "61403c6871050f090dbd58c340cc6bf1ef5a4b7b165dc3f0b50fd31fb3990502"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0.11055276381909548,</a:t>
            </a:r>
          </a:p>
          <a:p>
            <a:r>
              <a:t>        "auc_prc": 0.5552763819095478,</a:t>
            </a:r>
          </a:p>
          <a:p>
            <a:r>
              <a:t>        "average_precision": 0.11055276381909548,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354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44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0.1990950226244344,</a:t>
            </a:r>
          </a:p>
          <a:p>
            <a:r>
              <a:t>        "positive_count": 44,</a:t>
            </a:r>
          </a:p>
          <a:p>
            <a:r>
              <a:t>        "positive_rate": 0.11055276381909548,</a:t>
            </a:r>
          </a:p>
          <a:p>
            <a:r>
              <a:t>        "precision": 0.11055276381909548,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"qwen_embedding",</a:t>
            </a:r>
          </a:p>
          <a:p>
            <a:r>
              <a:t>      "project": "MariaDB",</a:t>
            </a:r>
          </a:p>
          <a:p>
            <a:r>
              <a:t>      "selection_sha256": "1f4b00f41e0beed130a0f30667899212eaa8ebe8bde81b8755683bf723fce380",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0.8442211055276382,</a:t>
            </a:r>
          </a:p>
          <a:p>
            <a:r>
              <a:t>        "auc_prc": 0.1973851461124036,</a:t>
            </a:r>
          </a:p>
          <a:p>
            <a:r>
              <a:t>        "average_precision": 0.20288695245090116,</a:t>
            </a:r>
          </a:p>
          <a:p>
            <a:r>
              <a:t>        "balanced_accuracy": 0.48452747817154596,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335,</a:t>
            </a:r>
          </a:p>
          <a:p>
            <a:r>
              <a:t>            19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43,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0.03125000000000001,</a:t>
            </a:r>
          </a:p>
          <a:p>
            <a:r>
              <a:t>        "positive_count": 44,</a:t>
            </a:r>
          </a:p>
          <a:p>
            <a:r>
              <a:t>        "positive_rate": 0.11055276381909548,</a:t>
            </a:r>
          </a:p>
          <a:p>
            <a:r>
              <a:t>        "precision": 0.05,</a:t>
            </a:r>
          </a:p>
          <a:p>
            <a:r>
              <a:t>        "recall": 0.022727272727272728,</a:t>
            </a:r>
          </a:p>
          <a:p>
            <a:r>
              <a:t>        "roc_auc": 0.6836800205444273,</a:t>
            </a:r>
          </a:p>
          <a:p>
            <a:r>
              <a:t>        "row_count": 398,</a:t>
            </a:r>
          </a:p>
          <a:p>
            <a:r>
              <a:t>        "threshold": 0.06</a:t>
            </a:r>
          </a:p>
          <a:p>
            <a:r>
              <a:t>      },</a:t>
            </a:r>
          </a:p>
          <a:p>
            <a:r>
              <a:t>      "test_predictions_sha256": "e142588b65ca8307de9a87bf068235bfd768a3d0b752e3eff8ee14ba227428b9",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-0.03765389019560562,</a:t>
            </a:r>
          </a:p>
          <a:p>
            <a:r>
              <a:t>            0.1095432255686863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-0.05268205953481223,</a:t>
            </a:r>
          </a:p>
          <a:p>
            <a:r>
              <a:t>            0.10679253074226538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-0.001312812579360736,</a:t>
            </a:r>
          </a:p>
          <a:p>
            <a:r>
              <a:t>            0.11331291694183628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0.12528601082804086,</a:t>
            </a:r>
          </a:p>
          <a:p>
            <a:r>
              <a:t>            0.28879254245764946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0.13479110102534186,</a:t>
            </a:r>
          </a:p>
          <a:p>
            <a:r>
              <a:t>            0.30064446213338664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0.6096036515679898,</a:t>
            </a:r>
          </a:p>
          <a:p>
            <a:r>
              <a:t>            0.7543912432539737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"frozen/MariaDB/qwen_embedding/15/38814b7cd5ea6942/checkpoint"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0.8442211055276382,</a:t>
            </a:r>
          </a:p>
          <a:p>
            <a:r>
              <a:t>        "auc_prc": 0.10881496705402251,</a:t>
            </a:r>
          </a:p>
          <a:p>
            <a:r>
              <a:t>        "average_precision": 0.11289825475418147,</a:t>
            </a:r>
          </a:p>
          <a:p>
            <a:r>
              <a:t>        "balanced_accuracy": 0.5154005811540059,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332,</a:t>
            </a:r>
          </a:p>
          <a:p>
            <a:r>
              <a:t>            33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29,</a:t>
            </a:r>
          </a:p>
          <a:p>
            <a:r>
              <a:t>            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0.11428571428571428,</a:t>
            </a:r>
          </a:p>
          <a:p>
            <a:r>
              <a:t>        "positive_count": 33,</a:t>
            </a:r>
          </a:p>
          <a:p>
            <a:r>
              <a:t>        "positive_rate": 0.0829145728643216,</a:t>
            </a:r>
          </a:p>
          <a:p>
            <a:r>
              <a:t>        "precision": 0.10810810810810811,</a:t>
            </a:r>
          </a:p>
          <a:p>
            <a:r>
              <a:t>        "recall": 0.12121212121212122,</a:t>
            </a:r>
          </a:p>
          <a:p>
            <a:r>
              <a:t>        "roc_auc": 0.4899128268991283,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"NN",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"126b5f067a6261501a42990a518a7686a7e5a6ed7f9070569944dac9bb988392",</a:t>
            </a:r>
          </a:p>
          <a:p>
            <a:r>
              <a:t>        "head.safetensors": "69d0ff51540dedaa4bfd8bb23d2c9ba2d3af216b220195c512918bd1067dc2e5",</a:t>
            </a:r>
          </a:p>
          <a:p>
            <a:r>
              <a:t>        "inference.json": "fd523f63c27f536a507420e696134fa9036d2e65c4e80b28f53b550051df6280"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0.0829145728643216,</a:t>
            </a:r>
          </a:p>
          <a:p>
            <a:r>
              <a:t>        "auc_prc": 0.5414572864321608,</a:t>
            </a:r>
          </a:p>
          <a:p>
            <a:r>
              <a:t>        "average_precision": 0.0829145728643216,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365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0.1531322505800464,</a:t>
            </a:r>
          </a:p>
          <a:p>
            <a:r>
              <a:t>        "positive_count": 33,</a:t>
            </a:r>
          </a:p>
          <a:p>
            <a:r>
              <a:t>        "positive_rate": 0.0829145728643216,</a:t>
            </a:r>
          </a:p>
          <a:p>
            <a:r>
              <a:t>        "precision": 0.0829145728643216,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"qwen_embedding",</a:t>
            </a:r>
          </a:p>
          <a:p>
            <a:r>
              <a:t>      "project": "MariaDB",</a:t>
            </a:r>
          </a:p>
          <a:p>
            <a:r>
              <a:t>      "selection_sha256": "c211432f8e92f0c853a9d0cf0a8df1f7f6748bd12f144d5954605408cbe2d0ef",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0.6809045226130653,</a:t>
            </a:r>
          </a:p>
          <a:p>
            <a:r>
              <a:t>        "auc_prc": 0.13460626189726138,</a:t>
            </a:r>
          </a:p>
          <a:p>
            <a:r>
              <a:t>        "average_precision": 0.1462048489230392,</a:t>
            </a:r>
          </a:p>
          <a:p>
            <a:r>
              <a:t>        "balanced_accuracy": 0.6330842673308428,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252,</a:t>
            </a:r>
          </a:p>
          <a:p>
            <a:r>
              <a:t>            113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14,</a:t>
            </a:r>
          </a:p>
          <a:p>
            <a:r>
              <a:t>            19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0.23030303030303034,</a:t>
            </a:r>
          </a:p>
          <a:p>
            <a:r>
              <a:t>        "positive_count": 33,</a:t>
            </a:r>
          </a:p>
          <a:p>
            <a:r>
              <a:t>        "positive_rate": 0.0829145728643216,</a:t>
            </a:r>
          </a:p>
          <a:p>
            <a:r>
              <a:t>        "precision": 0.14393939393939395,</a:t>
            </a:r>
          </a:p>
          <a:p>
            <a:r>
              <a:t>        "recall": 0.5757575757575758,</a:t>
            </a:r>
          </a:p>
          <a:p>
            <a:r>
              <a:t>        "roc_auc": 0.6503113325031133,</a:t>
            </a:r>
          </a:p>
          <a:p>
            <a:r>
              <a:t>        "row_count": 398,</a:t>
            </a:r>
          </a:p>
          <a:p>
            <a:r>
              <a:t>        "threshold": 0.22999999999999998</a:t>
            </a:r>
          </a:p>
          <a:p>
            <a:r>
              <a:t>      },</a:t>
            </a:r>
          </a:p>
          <a:p>
            <a:r>
              <a:t>      "test_predictions_sha256": "5d6df11a6ae3bc54d294a45d21693bf44665829b73d8a810a9799ec7b59d51e2",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-0.048469636987044054,</a:t>
            </a:r>
          </a:p>
          <a:p>
            <a:r>
              <a:t>            0.11105694411136025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-0.03877521175802753,</a:t>
            </a:r>
          </a:p>
          <a:p>
            <a:r>
              <a:t>            0.13127442509976026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0.08682725985585978,</a:t>
            </a:r>
          </a:p>
          <a:p>
            <a:r>
              <a:t>            0.24001765127846597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0.08150119157441411,</a:t>
            </a:r>
          </a:p>
          <a:p>
            <a:r>
              <a:t>            0.23037020130150426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0.09178246909229279,</a:t>
            </a:r>
          </a:p>
          <a:p>
            <a:r>
              <a:t>            0.258447368827194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0.55125,</a:t>
            </a:r>
          </a:p>
          <a:p>
            <a:r>
              <a:t>            0.7423885507408234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"frozen/MariaDB/qwen_embedding/20/960e0f5859a4a3fd/checkpoint"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0.9296482412060302,</a:t>
            </a:r>
          </a:p>
          <a:p>
            <a:r>
              <a:t>        "auc_prc": 0.12182267085738707,</a:t>
            </a:r>
          </a:p>
          <a:p>
            <a:r>
              <a:t>        "average_precision": 0.133107696306499,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370,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28,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28,</a:t>
            </a:r>
          </a:p>
          <a:p>
            <a:r>
              <a:t>        "positive_rate": 0.07035175879396985,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0.6720559845559846,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"4fa0a9977de2c8d2c3a0fa6c84f44b5bbdfd066f31c8e05c295192f8820a9dc1",</a:t>
            </a:r>
          </a:p>
          <a:p>
            <a:r>
              <a:t>        "head.safetensors": "801b81e69684c586a76f563898ad0e8609fb18a8b6f1da81c084f89f1fbb55d1",</a:t>
            </a:r>
          </a:p>
          <a:p>
            <a:r>
              <a:t>        "inference.json": "e341ba58913363120efc2281f3c005812706bb815c3b07db99e629b15a22aa59"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0.07035175879396985,</a:t>
            </a:r>
          </a:p>
          <a:p>
            <a:r>
              <a:t>        "auc_prc": 0.535175879396985,</a:t>
            </a:r>
          </a:p>
          <a:p>
            <a:r>
              <a:t>        "average_precision": 0.07035175879396985,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370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0.13145539906103285,</a:t>
            </a:r>
          </a:p>
          <a:p>
            <a:r>
              <a:t>        "positive_count": 28,</a:t>
            </a:r>
          </a:p>
          <a:p>
            <a:r>
              <a:t>        "positive_rate": 0.07035175879396985,</a:t>
            </a:r>
          </a:p>
          <a:p>
            <a:r>
              <a:t>        "precision": 0.07035175879396985,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"qwen_embedding",</a:t>
            </a:r>
          </a:p>
          <a:p>
            <a:r>
              <a:t>      "project": "MariaDB",</a:t>
            </a:r>
          </a:p>
          <a:p>
            <a:r>
              <a:t>      "selection_sha256": "0a23b3d08999e9d4fbe36be3c6da5b502a31f60a7888bd59e8bc522ceae474e9",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0.7914572864321608,</a:t>
            </a:r>
          </a:p>
          <a:p>
            <a:r>
              <a:t>        "auc_prc": 0.1833078226395442,</a:t>
            </a:r>
          </a:p>
          <a:p>
            <a:r>
              <a:t>        "average_precision": 0.20318727651072696,</a:t>
            </a:r>
          </a:p>
          <a:p>
            <a:r>
              <a:t>        "balanced_accuracy": 0.5907335907335908,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305,</a:t>
            </a:r>
          </a:p>
          <a:p>
            <a:r>
              <a:t>            65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18,</a:t>
            </a:r>
          </a:p>
          <a:p>
            <a:r>
              <a:t>            10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0.19417475728155337,</a:t>
            </a:r>
          </a:p>
          <a:p>
            <a:r>
              <a:t>        "positive_count": 28,</a:t>
            </a:r>
          </a:p>
          <a:p>
            <a:r>
              <a:t>        "positive_rate": 0.07035175879396985,</a:t>
            </a:r>
          </a:p>
          <a:p>
            <a:r>
              <a:t>        "precision": 0.13333333333333333,</a:t>
            </a:r>
          </a:p>
          <a:p>
            <a:r>
              <a:t>        "recall": 0.35714285714285715,</a:t>
            </a:r>
          </a:p>
          <a:p>
            <a:r>
              <a:t>        "roc_auc": 0.7377413127413127,</a:t>
            </a:r>
          </a:p>
          <a:p>
            <a:r>
              <a:t>        "row_count": 398,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"51c3c7c893d10e6eb5fdf365f47102bf5c0d9a31467e21837d80a3fd31b022a0",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-0.021968740152905505,</a:t>
            </a:r>
          </a:p>
          <a:p>
            <a:r>
              <a:t>            0.19680681996154412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-0.032996225107459906,</a:t>
            </a:r>
          </a:p>
          <a:p>
            <a:r>
              <a:t>            0.19865410115030177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-0.01535299806576396,</a:t>
            </a:r>
          </a:p>
          <a:p>
            <a:r>
              <a:t>            0.1423322261685521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0.09850997634521859,</a:t>
            </a:r>
          </a:p>
          <a:p>
            <a:r>
              <a:t>            0.3454877464882493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0.11505529471063236,</a:t>
            </a:r>
          </a:p>
          <a:p>
            <a:r>
              <a:t>            0.37286718808514663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0.6506093854341509,</a:t>
            </a:r>
          </a:p>
          <a:p>
            <a:r>
              <a:t>            0.8189320011028985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hf-20261019-phi-gemma-qwen; report received October 29, 2026.</a:t>
            </a:r>
          </a:p>
          <a:p>
            <a:r>
              <a:t>Source: Tasks/sprint-data-analysis-summary/data/hf-20261019-report.json; SHA256 3bd3ef27dac8a7f476ae341a8e8ef172b3bd3e7f773c13d51875cbd122f07fb6.</a:t>
            </a:r>
          </a:p>
          <a:p>
            <a:r>
              <a:t>Study SHA256 977eda81de5875fca2730c710d220fa47e7f8b8cfcdfa30e27d6f099341d52c0.</a:t>
            </a:r>
          </a:p>
          <a:p>
            <a:r>
              <a:t>Previous report: Tasks/sprint-data-analysis-summary/data/hf-20261008-report.json; SHA256 7698fe31e652cc8d24fb2cc8ff8a443c2c1ec04ac3786cd9bf3dc0e6f4ec006a.</a:t>
            </a:r>
          </a:p>
          <a:p>
            <a:r>
              <a:t>Counts, positive counts, classical metrics/identities and config/source fingerprints match. Historical row membership comes from the frozen data contract; raw predictions were not independently rescored or aligned here. Classical baselines were chosen by validation PR area. Individual 95% AP-gain intervals compare NEW HF to CLASSICAL, not to earlier HF. Paired issue bootstrap uses 2000 resamples, without temporal dependence or multiplicity adjustment. Equal-weight means across 24 cells are descriptive, not pooled predictions. Same retrospective holdout; possible public-Jira pretraining exposure. K means &gt;= K changed words AND at least one relevant text change, not a percentage.</a:t>
            </a:r>
          </a:p>
          <a:p>
            <a:r>
              <a:t>{</a:t>
            </a:r>
          </a:p>
          <a:p>
            <a:r>
              <a:t>  "new":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"finetune/Qt/qwen/5/2e1295572d1afaca/checkpoint"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0.9035159443990188,</a:t>
            </a:r>
          </a:p>
          <a:p>
            <a:r>
              <a:t>        "auc_prc": 0.18974342862675092,</a:t>
            </a:r>
          </a:p>
          <a:p>
            <a:r>
              <a:t>        "average_precision": 0.1949165780791524,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1105,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118,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118,</a:t>
            </a:r>
          </a:p>
          <a:p>
            <a:r>
              <a:t>        "positive_rate": 0.0964840556009812,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0.689911036122402,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"c9927482a80491a1a87568acc01ffa882ed89bac60f1875d611d993fc1bf8f70",</a:t>
            </a:r>
          </a:p>
          <a:p>
            <a:r>
              <a:t>        "adapter/README.md": "546522acc2ac6797808e40eb133785c32db5833f0915a183a6a9bcd099cd7d07",</a:t>
            </a:r>
          </a:p>
          <a:p>
            <a:r>
              <a:t>        "adapter/adapter_config.json": "8a70d019d1ecbf850c26f4c089c712f8bead7083a859595b150fb212e69462a9",</a:t>
            </a:r>
          </a:p>
          <a:p>
            <a:r>
              <a:t>        "adapter/adapter_model.safetensors": "6a5eedf64690af08b93dfa632ac49e1edf456cf0114738cee7980a5234c9abd7",</a:t>
            </a:r>
          </a:p>
          <a:p>
            <a:r>
              <a:t>        "head.safetensors": "14cde49ccbea94e6ea16edac95a2a96b9e4a3cc81fe26d390cd0e1655c19197c",</a:t>
            </a:r>
          </a:p>
          <a:p>
            <a:r>
              <a:t>        "inference.json": "a407ee77bd055fb7d787c639b9a6c4da330dc1db35d07153e598965534c5af12"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0.0964840556009812,</a:t>
            </a:r>
          </a:p>
          <a:p>
            <a:r>
              <a:t>        "auc_prc": 0.5482420278004906,</a:t>
            </a:r>
          </a:p>
          <a:p>
            <a:r>
              <a:t>        "average_precision": 0.0964840556009812,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1105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0.17598806860551827,</a:t>
            </a:r>
          </a:p>
          <a:p>
            <a:r>
              <a:t>        "positive_count": 118,</a:t>
            </a:r>
          </a:p>
          <a:p>
            <a:r>
              <a:t>        "positive_rate": 0.0964840556009812,</a:t>
            </a:r>
          </a:p>
          <a:p>
            <a:r>
              <a:t>        "precision": 0.0964840556009812,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"qwen",</a:t>
            </a:r>
          </a:p>
          <a:p>
            <a:r>
              <a:t>      "project": "Qt",</a:t>
            </a:r>
          </a:p>
          <a:p>
            <a:r>
              <a:t>      "selection_sha256": "250f25a08dd4564c773f4b025b9dbc661712d03805d6dfeb08f0d796f84eea5b",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0.9043336058871627,</a:t>
            </a:r>
          </a:p>
          <a:p>
            <a:r>
              <a:t>        "auc_prc": 0.24149256439731454,</a:t>
            </a:r>
          </a:p>
          <a:p>
            <a:r>
              <a:t>        "average_precision": 0.24447724069381285,</a:t>
            </a:r>
          </a:p>
          <a:p>
            <a:r>
              <a:t>        "balanced_accuracy": 0.5420852826136974,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1095,</a:t>
            </a:r>
          </a:p>
          <a:p>
            <a:r>
              <a:t>            10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107,</a:t>
            </a:r>
          </a:p>
          <a:p>
            <a:r>
              <a:t>            11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0.15827338129496404,</a:t>
            </a:r>
          </a:p>
          <a:p>
            <a:r>
              <a:t>        "positive_count": 118,</a:t>
            </a:r>
          </a:p>
          <a:p>
            <a:r>
              <a:t>        "positive_rate": 0.0964840556009812,</a:t>
            </a:r>
          </a:p>
          <a:p>
            <a:r>
              <a:t>        "precision": 0.5238095238095238,</a:t>
            </a:r>
          </a:p>
          <a:p>
            <a:r>
              <a:t>        "recall": 0.09322033898305085,</a:t>
            </a:r>
          </a:p>
          <a:p>
            <a:r>
              <a:t>        "roc_auc": 0.6946621673441215,</a:t>
            </a:r>
          </a:p>
          <a:p>
            <a:r>
              <a:t>        "row_count": 1223,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"6583e67ef0ba6c365baeb86fe2c3ff57fbd5b580a7d343d22bf495f95fe6967e",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-0.011045452627057048,</a:t>
            </a:r>
          </a:p>
          <a:p>
            <a:r>
              <a:t>            0.11428650626468688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-0.013877411380504103,</a:t>
            </a:r>
          </a:p>
          <a:p>
            <a:r>
              <a:t>            0.10941767908850536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-0.03575310077250491,</a:t>
            </a:r>
          </a:p>
          <a:p>
            <a:r>
              <a:t>            0.04590961521720196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0.17116200272352092,</a:t>
            </a:r>
          </a:p>
          <a:p>
            <a:r>
              <a:t>            0.31697321497896613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0.17700233337128332,</a:t>
            </a:r>
          </a:p>
          <a:p>
            <a:r>
              <a:t>            0.32202946600356824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0.6485191052156231,</a:t>
            </a:r>
          </a:p>
          <a:p>
            <a:r>
              <a:t>            0.7406258947559538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"finetune/Qt/qwen/10/8bd6563dc53d12f9/checkpoint"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0.7931316434995912,</a:t>
            </a:r>
          </a:p>
          <a:p>
            <a:r>
              <a:t>        "auc_prc": 0.17394196940901607,</a:t>
            </a:r>
          </a:p>
          <a:p>
            <a:r>
              <a:t>        "average_precision": 0.1784419161306906,</a:t>
            </a:r>
          </a:p>
          <a:p>
            <a:r>
              <a:t>        "balanced_accuracy": 0.5988033820578963,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947,</a:t>
            </a:r>
          </a:p>
          <a:p>
            <a:r>
              <a:t>            216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37,</a:t>
            </a:r>
          </a:p>
          <a:p>
            <a:r>
              <a:t>            23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0.15384615384615383,</a:t>
            </a:r>
          </a:p>
          <a:p>
            <a:r>
              <a:t>        "positive_count": 60,</a:t>
            </a:r>
          </a:p>
          <a:p>
            <a:r>
              <a:t>        "positive_rate": 0.04905968928863451,</a:t>
            </a:r>
          </a:p>
          <a:p>
            <a:r>
              <a:t>        "precision": 0.09623430962343096,</a:t>
            </a:r>
          </a:p>
          <a:p>
            <a:r>
              <a:t>        "recall": 0.38333333333333336,</a:t>
            </a:r>
          </a:p>
          <a:p>
            <a:r>
              <a:t>        "roc_auc": 0.7276153625680711,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"7eda369c45abdb07b93f6af67a3f517d19e316aa48ddbe3556d22f0c4c027a3d",</a:t>
            </a:r>
          </a:p>
          <a:p>
            <a:r>
              <a:t>        "adapter/README.md": "546522acc2ac6797808e40eb133785c32db5833f0915a183a6a9bcd099cd7d07",</a:t>
            </a:r>
          </a:p>
          <a:p>
            <a:r>
              <a:t>        "adapter/adapter_config.json": "8a70d019d1ecbf850c26f4c089c712f8bead7083a859595b150fb212e69462a9",</a:t>
            </a:r>
          </a:p>
          <a:p>
            <a:r>
              <a:t>        "adapter/adapter_model.safetensors": "7068cbd0b01ac1ac54ccef6f07800fac56e2c95e37617b7bf5cb67efe2171cc2",</a:t>
            </a:r>
          </a:p>
          <a:p>
            <a:r>
              <a:t>        "head.safetensors": "0378920162fb5615440dc3a0b6cba0cca9e1c60edf47635be62e9e6a798bd0b7",</a:t>
            </a:r>
          </a:p>
          <a:p>
            <a:r>
              <a:t>        "inference.json": "d9590a9c6d21149c44d7eecf7dfab3ec29afecdaa92f523749cf178ba308c900"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0.04905968928863451,</a:t>
            </a:r>
          </a:p>
          <a:p>
            <a:r>
              <a:t>        "auc_prc": 0.5245298446443173,</a:t>
            </a:r>
          </a:p>
          <a:p>
            <a:r>
              <a:t>        "average_precision": 0.04905968928863451,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1163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60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0.09353078721745908,</a:t>
            </a:r>
          </a:p>
          <a:p>
            <a:r>
              <a:t>        "positive_count": 60,</a:t>
            </a:r>
          </a:p>
          <a:p>
            <a:r>
              <a:t>        "positive_rate": 0.04905968928863451,</a:t>
            </a:r>
          </a:p>
          <a:p>
            <a:r>
              <a:t>        "precision": 0.04905968928863451,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"qwen",</a:t>
            </a:r>
          </a:p>
          <a:p>
            <a:r>
              <a:t>      "project": "Qt",</a:t>
            </a:r>
          </a:p>
          <a:p>
            <a:r>
              <a:t>      "selection_sha256": "91f2dfc931447bdf609f8c485ea86128fd1e37322614aa41c79a6430d1686396",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0.901880621422731,</a:t>
            </a:r>
          </a:p>
          <a:p>
            <a:r>
              <a:t>        "auc_prc": 0.2199520118047271,</a:t>
            </a:r>
          </a:p>
          <a:p>
            <a:r>
              <a:t>        "average_precision": 0.223768772197747,</a:t>
            </a:r>
          </a:p>
          <a:p>
            <a:r>
              <a:t>        "balanced_accuracy": 0.6322728575523072,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1083,</a:t>
            </a:r>
          </a:p>
          <a:p>
            <a:r>
              <a:t>            80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40,</a:t>
            </a:r>
          </a:p>
          <a:p>
            <a:r>
              <a:t>            20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0.25,</a:t>
            </a:r>
          </a:p>
          <a:p>
            <a:r>
              <a:t>        "positive_count": 60,</a:t>
            </a:r>
          </a:p>
          <a:p>
            <a:r>
              <a:t>        "positive_rate": 0.04905968928863451,</a:t>
            </a:r>
          </a:p>
          <a:p>
            <a:r>
              <a:t>        "precision": 0.2,</a:t>
            </a:r>
          </a:p>
          <a:p>
            <a:r>
              <a:t>        "recall": 0.3333333333333333,</a:t>
            </a:r>
          </a:p>
          <a:p>
            <a:r>
              <a:t>        "roc_auc": 0.7205503009458297,</a:t>
            </a:r>
          </a:p>
          <a:p>
            <a:r>
              <a:t>        "row_count": 1223,</a:t>
            </a:r>
          </a:p>
          <a:p>
            <a:r>
              <a:t>        "threshold": 0.06</a:t>
            </a:r>
          </a:p>
          <a:p>
            <a:r>
              <a:t>      },</a:t>
            </a:r>
          </a:p>
          <a:p>
            <a:r>
              <a:t>      "test_predictions_sha256": "3f7a9ecc91c5143202da08fa621005e3fccfeabd3d6b0ac279e9090076f5b9f5",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-0.03629723484493316,</a:t>
            </a:r>
          </a:p>
          <a:p>
            <a:r>
              <a:t>            0.1361629837628492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-0.038702445642021306,</a:t>
            </a:r>
          </a:p>
          <a:p>
            <a:r>
              <a:t>            0.1343489692553304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-0.06830367066942214,</a:t>
            </a:r>
          </a:p>
          <a:p>
            <a:r>
              <a:t>            0.055673866051953486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0.12655034465962822,</a:t>
            </a:r>
          </a:p>
          <a:p>
            <a:r>
              <a:t>            0.33199682230082866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0.1340076967105744,</a:t>
            </a:r>
          </a:p>
          <a:p>
            <a:r>
              <a:t>            0.3399433048200964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0.6531314917202745,</a:t>
            </a:r>
          </a:p>
          <a:p>
            <a:r>
              <a:t>            0.7862239023082984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"finetune/Qt/qwen/15/8bd6563dc53d12f9/checkpoint"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0.964022894521668,</a:t>
            </a:r>
          </a:p>
          <a:p>
            <a:r>
              <a:t>        "auc_prc": 0.13670706740744334,</a:t>
            </a:r>
          </a:p>
          <a:p>
            <a:r>
              <a:t>        "average_precision": 0.1493418412262666,</a:t>
            </a:r>
          </a:p>
          <a:p>
            <a:r>
              <a:t>        "balanced_accuracy": 0.5107804493496255,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1178,</a:t>
            </a:r>
          </a:p>
          <a:p>
            <a:r>
              <a:t>            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42,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0.04347826086956522,</a:t>
            </a:r>
          </a:p>
          <a:p>
            <a:r>
              <a:t>        "positive_count": 43,</a:t>
            </a:r>
          </a:p>
          <a:p>
            <a:r>
              <a:t>        "positive_rate": 0.03515944399018806,</a:t>
            </a:r>
          </a:p>
          <a:p>
            <a:r>
              <a:t>        "precision": 0.3333333333333333,</a:t>
            </a:r>
          </a:p>
          <a:p>
            <a:r>
              <a:t>        "recall": 0.023255813953488372,</a:t>
            </a:r>
          </a:p>
          <a:p>
            <a:r>
              <a:t>        "roc_auc": 0.7926487977926685,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"746139f513c3e20bfa092ba6e76984da78d5b8e96893cbe84eb87e84f533e4f4",</a:t>
            </a:r>
          </a:p>
          <a:p>
            <a:r>
              <a:t>        "adapter/README.md": "546522acc2ac6797808e40eb133785c32db5833f0915a183a6a9bcd099cd7d07",</a:t>
            </a:r>
          </a:p>
          <a:p>
            <a:r>
              <a:t>        "adapter/adapter_config.json": "8a70d019d1ecbf850c26f4c089c712f8bead7083a859595b150fb212e69462a9",</a:t>
            </a:r>
          </a:p>
          <a:p>
            <a:r>
              <a:t>        "adapter/adapter_model.safetensors": "65872437f0caa8aceddafa3e828e28d70e836f09c5db89423347d7324cd3db66",</a:t>
            </a:r>
          </a:p>
          <a:p>
            <a:r>
              <a:t>        "head.safetensors": "945a74a9411947b5e908418d0ba1836209c09d7e5b8827668debd63708eab53b",</a:t>
            </a:r>
          </a:p>
          <a:p>
            <a:r>
              <a:t>        "inference.json": "d1fd81e9cd68e6e2501b6139ab59edc04e00bd10dbe6623adfa36bb3157d96fc"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0.03515944399018806,</a:t>
            </a:r>
          </a:p>
          <a:p>
            <a:r>
              <a:t>        "auc_prc": 0.517579721995094,</a:t>
            </a:r>
          </a:p>
          <a:p>
            <a:r>
              <a:t>        "average_precision": 0.03515944399018806,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43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0.0679304897314376,</a:t>
            </a:r>
          </a:p>
          <a:p>
            <a:r>
              <a:t>        "positive_count": 43,</a:t>
            </a:r>
          </a:p>
          <a:p>
            <a:r>
              <a:t>        "positive_rate": 0.03515944399018806,</a:t>
            </a:r>
          </a:p>
          <a:p>
            <a:r>
              <a:t>        "precision": 0.03515944399018806,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"qwen",</a:t>
            </a:r>
          </a:p>
          <a:p>
            <a:r>
              <a:t>      "project": "Qt",</a:t>
            </a:r>
          </a:p>
          <a:p>
            <a:r>
              <a:t>      "selection_sha256": "4ad5264aa2321412e7adc0b0893727763850ddff6cf9d9de2761f18afac72d74",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0.9574816026165167,</a:t>
            </a:r>
          </a:p>
          <a:p>
            <a:r>
              <a:t>        "auc_prc": 0.22429201481724245,</a:t>
            </a:r>
          </a:p>
          <a:p>
            <a:r>
              <a:t>        "average_precision": 0.2320298271492524,</a:t>
            </a:r>
          </a:p>
          <a:p>
            <a:r>
              <a:t>        "balanced_accuracy": 0.585819865983445,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1163,</a:t>
            </a:r>
          </a:p>
          <a:p>
            <a:r>
              <a:t>            17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35,</a:t>
            </a:r>
          </a:p>
          <a:p>
            <a:r>
              <a:t>            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0.23529411764705885,</a:t>
            </a:r>
          </a:p>
          <a:p>
            <a:r>
              <a:t>        "positive_count": 43,</a:t>
            </a:r>
          </a:p>
          <a:p>
            <a:r>
              <a:t>        "positive_rate": 0.03515944399018806,</a:t>
            </a:r>
          </a:p>
          <a:p>
            <a:r>
              <a:t>        "precision": 0.32,</a:t>
            </a:r>
          </a:p>
          <a:p>
            <a:r>
              <a:t>        "recall": 0.18604651162790697,</a:t>
            </a:r>
          </a:p>
          <a:p>
            <a:r>
              <a:t>        "roc_auc": 0.769925108395743,</a:t>
            </a:r>
          </a:p>
          <a:p>
            <a:r>
              <a:t>        "row_count": 1223,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"49b3e328cac610ecf3471b40ce13594a5405a633fc1f9cbdc95bd24e1e70159f",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-0.03482105581736665,</a:t>
            </a:r>
          </a:p>
          <a:p>
            <a:r>
              <a:t>            0.20472396824540312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-0.03344140813821011,</a:t>
            </a:r>
          </a:p>
          <a:p>
            <a:r>
              <a:t>            0.20151166090148132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-0.09399265443415349,</a:t>
            </a:r>
          </a:p>
          <a:p>
            <a:r>
              <a:t>            0.049658737574691816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0.11257217614880421,</a:t>
            </a:r>
          </a:p>
          <a:p>
            <a:r>
              <a:t>            0.3684353236151957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0.1276525130892927,</a:t>
            </a:r>
          </a:p>
          <a:p>
            <a:r>
              <a:t>            0.37719839677312195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0.6940289291087163,</a:t>
            </a:r>
          </a:p>
          <a:p>
            <a:r>
              <a:t>            0.8422344135154604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"finetune/Qt/qwen/20/11da968cf4352788/checkpoint"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0.9721995094031071,</a:t>
            </a:r>
          </a:p>
          <a:p>
            <a:r>
              <a:t>        "auc_prc": 0.11893583301874244,</a:t>
            </a:r>
          </a:p>
          <a:p>
            <a:r>
              <a:t>        "average_precision": 0.1251974969883866,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1189,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34,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34,</a:t>
            </a:r>
          </a:p>
          <a:p>
            <a:r>
              <a:t>        "positive_rate": 0.027800490596892886,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0.7569880769801612,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"00ab4d8d4136735ef21165ed5cafe9a326a14f2ad693dd133ea1f1f63b15cb5b",</a:t>
            </a:r>
          </a:p>
          <a:p>
            <a:r>
              <a:t>        "adapter/README.md": "546522acc2ac6797808e40eb133785c32db5833f0915a183a6a9bcd099cd7d07",</a:t>
            </a:r>
          </a:p>
          <a:p>
            <a:r>
              <a:t>        "adapter/adapter_config.json": "8a70d019d1ecbf850c26f4c089c712f8bead7083a859595b150fb212e69462a9",</a:t>
            </a:r>
          </a:p>
          <a:p>
            <a:r>
              <a:t>        "adapter/adapter_model.safetensors": "b6ba56b63bb5ecca39cc18b259ab97a88e784fe06d43a7d1111890337b1ef0f8",</a:t>
            </a:r>
          </a:p>
          <a:p>
            <a:r>
              <a:t>        "head.safetensors": "852d7b6e8c1a1aa4c05ad21aab35d0772a552a67e0ac9080f45019ec07cbf5c0",</a:t>
            </a:r>
          </a:p>
          <a:p>
            <a:r>
              <a:t>        "inference.json": "9c88a0f642e96ecb88d402643125fad130835dd2b1b8b3d2330be820dfdd3577"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0.027800490596892886,</a:t>
            </a:r>
          </a:p>
          <a:p>
            <a:r>
              <a:t>        "auc_prc": 0.5139002452984465,</a:t>
            </a:r>
          </a:p>
          <a:p>
            <a:r>
              <a:t>        "average_precision": 0.027800490596892886,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0.05409705648369133,</a:t>
            </a:r>
          </a:p>
          <a:p>
            <a:r>
              <a:t>        "positive_count": 34,</a:t>
            </a:r>
          </a:p>
          <a:p>
            <a:r>
              <a:t>        "positive_rate": 0.027800490596892886,</a:t>
            </a:r>
          </a:p>
          <a:p>
            <a:r>
              <a:t>        "precision": 0.027800490596892886,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"qwen",</a:t>
            </a:r>
          </a:p>
          <a:p>
            <a:r>
              <a:t>      "project": "Qt",</a:t>
            </a:r>
          </a:p>
          <a:p>
            <a:r>
              <a:t>      "selection_sha256": "05f048a1697f5d92e3fa441240870e49dcd35e4710b2722d2b2a10a4a70c2d9a",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0.9681112019623875,</a:t>
            </a:r>
          </a:p>
          <a:p>
            <a:r>
              <a:t>        "auc_prc": 0.16058969752057914,</a:t>
            </a:r>
          </a:p>
          <a:p>
            <a:r>
              <a:t>        "average_precision": 0.16811497198337996,</a:t>
            </a:r>
          </a:p>
          <a:p>
            <a:r>
              <a:t>        "balanced_accuracy": 0.5264681145797259,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1182,</a:t>
            </a:r>
          </a:p>
          <a:p>
            <a:r>
              <a:t>            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32,</a:t>
            </a:r>
          </a:p>
          <a:p>
            <a:r>
              <a:t>            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0.09302325581395347,</a:t>
            </a:r>
          </a:p>
          <a:p>
            <a:r>
              <a:t>        "positive_count": 34,</a:t>
            </a:r>
          </a:p>
          <a:p>
            <a:r>
              <a:t>        "positive_rate": 0.027800490596892886,</a:t>
            </a:r>
          </a:p>
          <a:p>
            <a:r>
              <a:t>        "precision": 0.2222222222222222,</a:t>
            </a:r>
          </a:p>
          <a:p>
            <a:r>
              <a:t>        "recall": 0.058823529411764705,</a:t>
            </a:r>
          </a:p>
          <a:p>
            <a:r>
              <a:t>        "roc_auc": 0.8328427249789739,</a:t>
            </a:r>
          </a:p>
          <a:p>
            <a:r>
              <a:t>        "row_count": 1223,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"9bc4676fd6d0d4fceed5270228332d0fb6dc62823aee9363221b07c0edabf928",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-0.03370929884487791,</a:t>
            </a:r>
          </a:p>
          <a:p>
            <a:r>
              <a:t>            0.11924684237512526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-0.03424471159258723,</a:t>
            </a:r>
          </a:p>
          <a:p>
            <a:r>
              <a:t>            0.1287692159732729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0.0009107594809349815,</a:t>
            </a:r>
          </a:p>
          <a:p>
            <a:r>
              <a:t>            0.15733987615614514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0.07438589833737856,</a:t>
            </a:r>
          </a:p>
          <a:p>
            <a:r>
              <a:t>            0.2813383855991755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0.08498865461113761,</a:t>
            </a:r>
          </a:p>
          <a:p>
            <a:r>
              <a:t>            0.29551447573392065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0.7781687448657667,</a:t>
            </a:r>
          </a:p>
          <a:p>
            <a:r>
              <a:t>            0.8844902960657067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"previous":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"answerdotai/ModernBERT-base",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"Wqkv",</a:t>
            </a:r>
          </a:p>
          <a:p>
            <a:r>
              <a:t>            "Wo"</a:t>
            </a:r>
          </a:p>
          <a:p>
            <a:r>
              <a:t>          ],</a:t>
            </a:r>
          </a:p>
          <a:p>
            <a:r>
              <a:t>          "parameters_billions": 0.149,</a:t>
            </a:r>
          </a:p>
          <a:p>
            <a:r>
              <a:t>          "pooling": "mean",</a:t>
            </a:r>
          </a:p>
          <a:p>
            <a:r>
              <a:t>          "profile_vram_gib": [</a:t>
            </a:r>
          </a:p>
          <a:p>
            <a:r>
              <a:t>            16,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"8949b909ec900327062f0ebf497f51aef5e6f0c8"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"frozen/Qt/modernbert/5/4472aaa46dad1ea1/checkpoint"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0.9035159443990188,</a:t>
            </a:r>
          </a:p>
          <a:p>
            <a:r>
              <a:t>        "auc_prc": 0.18974342862675092,</a:t>
            </a:r>
          </a:p>
          <a:p>
            <a:r>
              <a:t>        "average_precision": 0.1949165780791524,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1105,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118,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118,</a:t>
            </a:r>
          </a:p>
          <a:p>
            <a:r>
              <a:t>        "positive_rate": 0.0964840556009812,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0.689911036122402,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"0b1bf56f4073d47dcffe12a784a9f46b7a5c94a2379f7cba3d6ebda97226ecb3",</a:t>
            </a:r>
          </a:p>
          <a:p>
            <a:r>
              <a:t>        "head.safetensors": "7c6f82c82613bb00cffd6ed0fee6e276f6ccce25e4828ff1802d9846a22c0439",</a:t>
            </a:r>
          </a:p>
          <a:p>
            <a:r>
              <a:t>        "inference.json": "c121cc7df30c93e6066b966869e921dd506d1e45823bc49a1557cfd9ea054343"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0.0964840556009812,</a:t>
            </a:r>
          </a:p>
          <a:p>
            <a:r>
              <a:t>        "auc_prc": 0.5482420278004906,</a:t>
            </a:r>
          </a:p>
          <a:p>
            <a:r>
              <a:t>        "average_precision": 0.0964840556009812,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1105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0.17598806860551827,</a:t>
            </a:r>
          </a:p>
          <a:p>
            <a:r>
              <a:t>        "positive_count": 118,</a:t>
            </a:r>
          </a:p>
          <a:p>
            <a:r>
              <a:t>        "positive_rate": 0.0964840556009812,</a:t>
            </a:r>
          </a:p>
          <a:p>
            <a:r>
              <a:t>        "precision": 0.0964840556009812,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"modernbert",</a:t>
            </a:r>
          </a:p>
          <a:p>
            <a:r>
              <a:t>      "project": "Qt",</a:t>
            </a:r>
          </a:p>
          <a:p>
            <a:r>
              <a:t>      "selection_sha256": "3c7f0a2c4410e452740d3ea1101442e3b1518c4719a2fe5439570c3eef17c6b1",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0.7072771872444807,</a:t>
            </a:r>
          </a:p>
          <a:p>
            <a:r>
              <a:t>        "auc_prc": 0.2304647670912897,</a:t>
            </a:r>
          </a:p>
          <a:p>
            <a:r>
              <a:t>        "average_precision": 0.23591981132571813,</a:t>
            </a:r>
          </a:p>
          <a:p>
            <a:r>
              <a:t>        "balanced_accuracy": 0.6033514840095099,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809,</a:t>
            </a:r>
          </a:p>
          <a:p>
            <a:r>
              <a:t>            296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62,</a:t>
            </a:r>
          </a:p>
          <a:p>
            <a:r>
              <a:t>            56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0.23829787234042552,</a:t>
            </a:r>
          </a:p>
          <a:p>
            <a:r>
              <a:t>        "positive_count": 118,</a:t>
            </a:r>
          </a:p>
          <a:p>
            <a:r>
              <a:t>        "positive_rate": 0.0964840556009812,</a:t>
            </a:r>
          </a:p>
          <a:p>
            <a:r>
              <a:t>        "precision": 0.1590909090909091,</a:t>
            </a:r>
          </a:p>
          <a:p>
            <a:r>
              <a:t>        "recall": 0.4745762711864407,</a:t>
            </a:r>
          </a:p>
          <a:p>
            <a:r>
              <a:t>        "roc_auc": 0.6875910729350411,</a:t>
            </a:r>
          </a:p>
          <a:p>
            <a:r>
              <a:t>        "row_count": 1223,</a:t>
            </a:r>
          </a:p>
          <a:p>
            <a:r>
              <a:t>        "threshold": 0.5099999999999999</a:t>
            </a:r>
          </a:p>
          <a:p>
            <a:r>
              <a:t>      },</a:t>
            </a:r>
          </a:p>
          <a:p>
            <a:r>
              <a:t>      "test_predictions_sha256": "0fc240e7c0aad94d8250065e69b9d7195917c3b6d06e7582fe262673624326cd",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-0.02248335685846941,</a:t>
            </a:r>
          </a:p>
          <a:p>
            <a:r>
              <a:t>            0.10925779761044793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-0.022107228658031858,</a:t>
            </a:r>
          </a:p>
          <a:p>
            <a:r>
              <a:t>            0.1102428359813442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-0.039749128848601975,</a:t>
            </a:r>
          </a:p>
          <a:p>
            <a:r>
              <a:t>            0.0352658720883429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0.1651278783343117,</a:t>
            </a:r>
          </a:p>
          <a:p>
            <a:r>
              <a:t>            0.315245736589785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0.1724839465333573,</a:t>
            </a:r>
          </a:p>
          <a:p>
            <a:r>
              <a:t>            0.3219338815115939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0.6391078452242854,</a:t>
            </a:r>
          </a:p>
          <a:p>
            <a:r>
              <a:t>            0.7341193163079862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"finetune/Qt/qwen_embedding/10/3fcda3a886efcc78/checkpoint"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0.7931316434995912,</a:t>
            </a:r>
          </a:p>
          <a:p>
            <a:r>
              <a:t>        "auc_prc": 0.17394196940901607,</a:t>
            </a:r>
          </a:p>
          <a:p>
            <a:r>
              <a:t>        "average_precision": 0.1784419161306906,</a:t>
            </a:r>
          </a:p>
          <a:p>
            <a:r>
              <a:t>        "balanced_accuracy": 0.5988033820578963,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947,</a:t>
            </a:r>
          </a:p>
          <a:p>
            <a:r>
              <a:t>            216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37,</a:t>
            </a:r>
          </a:p>
          <a:p>
            <a:r>
              <a:t>            23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0.15384615384615383,</a:t>
            </a:r>
          </a:p>
          <a:p>
            <a:r>
              <a:t>        "positive_count": 60,</a:t>
            </a:r>
          </a:p>
          <a:p>
            <a:r>
              <a:t>        "positive_rate": 0.04905968928863451,</a:t>
            </a:r>
          </a:p>
          <a:p>
            <a:r>
              <a:t>        "precision": 0.09623430962343096,</a:t>
            </a:r>
          </a:p>
          <a:p>
            <a:r>
              <a:t>        "recall": 0.38333333333333336,</a:t>
            </a:r>
          </a:p>
          <a:p>
            <a:r>
              <a:t>        "roc_auc": 0.7276153625680711,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"f41645d8780b5bbbee4683e4478b84c4e27d753ad375d39f4eeefc19ef413a3e",</a:t>
            </a:r>
          </a:p>
          <a:p>
            <a:r>
              <a:t>        "adapter/README.md": "2b259ec9b5799fd1e7da6813a1a008293163ac0d5b6be0eb53454a512e57e06a",</a:t>
            </a:r>
          </a:p>
          <a:p>
            <a:r>
              <a:t>        "adapter/adapter_config.json": "99fa5eb9f7d31210f53d3d34e75da168eb5316200f9fd08f3c0967ecdad46276",</a:t>
            </a:r>
          </a:p>
          <a:p>
            <a:r>
              <a:t>        "adapter/adapter_model.safetensors": "5346b696627f877e9a580bd4cd6d9fdd8f8220709f35d971407651dee73e3d43",</a:t>
            </a:r>
          </a:p>
          <a:p>
            <a:r>
              <a:t>        "head.safetensors": "2caaa1d61d21a52e2be5ad6356b99e674b81c58eec9320d3e8ce284ccc00b2b5",</a:t>
            </a:r>
          </a:p>
          <a:p>
            <a:r>
              <a:t>        "inference.json": "592ae2e91c2b720fcfa501f32f048902eff4a44f2ae1e86fea6529337f35930a"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0.04905968928863451,</a:t>
            </a:r>
          </a:p>
          <a:p>
            <a:r>
              <a:t>        "auc_prc": 0.5245298446443173,</a:t>
            </a:r>
          </a:p>
          <a:p>
            <a:r>
              <a:t>        "average_precision": 0.04905968928863451,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1163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60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0.09353078721745908,</a:t>
            </a:r>
          </a:p>
          <a:p>
            <a:r>
              <a:t>        "positive_count": 60,</a:t>
            </a:r>
          </a:p>
          <a:p>
            <a:r>
              <a:t>        "positive_rate": 0.04905968928863451,</a:t>
            </a:r>
          </a:p>
          <a:p>
            <a:r>
              <a:t>        "precision": 0.04905968928863451,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"qwen_embedding",</a:t>
            </a:r>
          </a:p>
          <a:p>
            <a:r>
              <a:t>      "project": "Qt",</a:t>
            </a:r>
          </a:p>
          <a:p>
            <a:r>
              <a:t>      "selection_sha256": "a5c3df04ae804415b9232fe8c421d9b832c45aa67082c09f4f000e533143230b",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0.8798037612428454,</a:t>
            </a:r>
          </a:p>
          <a:p>
            <a:r>
              <a:t>        "auc_prc": 0.17808884719141882,</a:t>
            </a:r>
          </a:p>
          <a:p>
            <a:r>
              <a:t>        "average_precision": 0.18428668296360734,</a:t>
            </a:r>
          </a:p>
          <a:p>
            <a:r>
              <a:t>        "balanced_accuracy": 0.6364717684150186,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1054,</a:t>
            </a:r>
          </a:p>
          <a:p>
            <a:r>
              <a:t>            109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38,</a:t>
            </a:r>
          </a:p>
          <a:p>
            <a:r>
              <a:t>            22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0.23036649214659685,</a:t>
            </a:r>
          </a:p>
          <a:p>
            <a:r>
              <a:t>        "positive_count": 60,</a:t>
            </a:r>
          </a:p>
          <a:p>
            <a:r>
              <a:t>        "positive_rate": 0.04905968928863451,</a:t>
            </a:r>
          </a:p>
          <a:p>
            <a:r>
              <a:t>        "precision": 0.16793893129770993,</a:t>
            </a:r>
          </a:p>
          <a:p>
            <a:r>
              <a:t>        "recall": 0.36666666666666664,</a:t>
            </a:r>
          </a:p>
          <a:p>
            <a:r>
              <a:t>        "roc_auc": 0.7483018056749785,</a:t>
            </a:r>
          </a:p>
          <a:p>
            <a:r>
              <a:t>        "row_count": 1223,</a:t>
            </a:r>
          </a:p>
          <a:p>
            <a:r>
              <a:t>        "threshold": 0.13999999999999999</a:t>
            </a:r>
          </a:p>
          <a:p>
            <a:r>
              <a:t>      },</a:t>
            </a:r>
          </a:p>
          <a:p>
            <a:r>
              <a:t>      "test_predictions_sha256": "c5821dcb1e7dd46a6dfa7751b5dab41b4adad110a9688c4c5dd07eece3a8a84b",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-0.09297876236315608,</a:t>
            </a:r>
          </a:p>
          <a:p>
            <a:r>
              <a:t>            0.1062724426543999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-0.08960500659963994,</a:t>
            </a:r>
          </a:p>
          <a:p>
            <a:r>
              <a:t>            0.1078200874871837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-0.04355216073133632,</a:t>
            </a:r>
          </a:p>
          <a:p>
            <a:r>
              <a:t>            0.08023956371746646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0.10534403545239394,</a:t>
            </a:r>
          </a:p>
          <a:p>
            <a:r>
              <a:t>            0.2772237933199474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0.11488685468175609,</a:t>
            </a:r>
          </a:p>
          <a:p>
            <a:r>
              <a:t>            0.2886747199451196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0.685083884734382,</a:t>
            </a:r>
          </a:p>
          <a:p>
            <a:r>
              <a:t>            0.8072391949548886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"finetune/Qt/qwen_embedding/15/3fcda3a886efcc78/checkpoint"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0.964022894521668,</a:t>
            </a:r>
          </a:p>
          <a:p>
            <a:r>
              <a:t>        "auc_prc": 0.13670706740744334,</a:t>
            </a:r>
          </a:p>
          <a:p>
            <a:r>
              <a:t>        "average_precision": 0.1493418412262666,</a:t>
            </a:r>
          </a:p>
          <a:p>
            <a:r>
              <a:t>        "balanced_accuracy": 0.5107804493496255,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1178,</a:t>
            </a:r>
          </a:p>
          <a:p>
            <a:r>
              <a:t>            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42,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0.04347826086956522,</a:t>
            </a:r>
          </a:p>
          <a:p>
            <a:r>
              <a:t>        "positive_count": 43,</a:t>
            </a:r>
          </a:p>
          <a:p>
            <a:r>
              <a:t>        "positive_rate": 0.03515944399018806,</a:t>
            </a:r>
          </a:p>
          <a:p>
            <a:r>
              <a:t>        "precision": 0.3333333333333333,</a:t>
            </a:r>
          </a:p>
          <a:p>
            <a:r>
              <a:t>        "recall": 0.023255813953488372,</a:t>
            </a:r>
          </a:p>
          <a:p>
            <a:r>
              <a:t>        "roc_auc": 0.7926487977926685,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"623b32da637c01d81a3e941e83c2cfc8b877b05f9cfefc6c27cb4898967ff6f6",</a:t>
            </a:r>
          </a:p>
          <a:p>
            <a:r>
              <a:t>        "adapter/README.md": "2b259ec9b5799fd1e7da6813a1a008293163ac0d5b6be0eb53454a512e57e06a",</a:t>
            </a:r>
          </a:p>
          <a:p>
            <a:r>
              <a:t>        "adapter/adapter_config.json": "99fa5eb9f7d31210f53d3d34e75da168eb5316200f9fd08f3c0967ecdad46276",</a:t>
            </a:r>
          </a:p>
          <a:p>
            <a:r>
              <a:t>        "adapter/adapter_model.safetensors": "0dbd651d883a5a4166dccbc26c62861689051ed641d6cfba3161f80f6ad58294",</a:t>
            </a:r>
          </a:p>
          <a:p>
            <a:r>
              <a:t>        "head.safetensors": "83ae0a0841546292dcf44917094a0ea3571f2d178132d566dd568fe0c6668254",</a:t>
            </a:r>
          </a:p>
          <a:p>
            <a:r>
              <a:t>        "inference.json": "4ac0c2fef2577d7fdfd099386aa7c4ce7eeb1896c08ab434840fc7adae9b9c80"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0.03515944399018806,</a:t>
            </a:r>
          </a:p>
          <a:p>
            <a:r>
              <a:t>        "auc_prc": 0.517579721995094,</a:t>
            </a:r>
          </a:p>
          <a:p>
            <a:r>
              <a:t>        "average_precision": 0.03515944399018806,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43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0.0679304897314376,</a:t>
            </a:r>
          </a:p>
          <a:p>
            <a:r>
              <a:t>        "positive_count": 43,</a:t>
            </a:r>
          </a:p>
          <a:p>
            <a:r>
              <a:t>        "positive_rate": 0.03515944399018806,</a:t>
            </a:r>
          </a:p>
          <a:p>
            <a:r>
              <a:t>        "precision": 0.03515944399018806,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"qwen_embedding",</a:t>
            </a:r>
          </a:p>
          <a:p>
            <a:r>
              <a:t>      "project": "Qt",</a:t>
            </a:r>
          </a:p>
          <a:p>
            <a:r>
              <a:t>      "selection_sha256": "fe62a936b9742deb6c1af6a2ac972a87f8c3f1a2f93a7cfc65915346f826ba7d",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0.9542109566639412,</a:t>
            </a:r>
          </a:p>
          <a:p>
            <a:r>
              <a:t>        "auc_prc": 0.14709102890848116,</a:t>
            </a:r>
          </a:p>
          <a:p>
            <a:r>
              <a:t>        "average_precision": 0.16037742968796803,</a:t>
            </a:r>
          </a:p>
          <a:p>
            <a:r>
              <a:t>        "balanced_accuracy": 0.5841249507292077,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1159,</a:t>
            </a:r>
          </a:p>
          <a:p>
            <a:r>
              <a:t>            21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35,</a:t>
            </a:r>
          </a:p>
          <a:p>
            <a:r>
              <a:t>            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0.2222222222222222,</a:t>
            </a:r>
          </a:p>
          <a:p>
            <a:r>
              <a:t>        "positive_count": 43,</a:t>
            </a:r>
          </a:p>
          <a:p>
            <a:r>
              <a:t>        "positive_rate": 0.03515944399018806,</a:t>
            </a:r>
          </a:p>
          <a:p>
            <a:r>
              <a:t>        "precision": 0.27586206896551724,</a:t>
            </a:r>
          </a:p>
          <a:p>
            <a:r>
              <a:t>        "recall": 0.18604651162790697,</a:t>
            </a:r>
          </a:p>
          <a:p>
            <a:r>
              <a:t>        "roc_auc": 0.7751970831690974,</a:t>
            </a:r>
          </a:p>
          <a:p>
            <a:r>
              <a:t>        "row_count": 1223,</a:t>
            </a:r>
          </a:p>
          <a:p>
            <a:r>
              <a:t>        "threshold": 0.13999999999999999</a:t>
            </a:r>
          </a:p>
          <a:p>
            <a:r>
              <a:t>      },</a:t>
            </a:r>
          </a:p>
          <a:p>
            <a:r>
              <a:t>      "test_predictions_sha256": "d5d62b64595568818382ad48472ce3b4fcecb6041ae16a18a22ac93e1c4a36af",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-0.10106851820718532,</a:t>
            </a:r>
          </a:p>
          <a:p>
            <a:r>
              <a:t>            0.12267641367259303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-0.10478721436555959,</a:t>
            </a:r>
          </a:p>
          <a:p>
            <a:r>
              <a:t>            0.1270739017022876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-0.08328590302488921,</a:t>
            </a:r>
          </a:p>
          <a:p>
            <a:r>
              <a:t>            0.04408158153428318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0.07631286975027933,</a:t>
            </a:r>
          </a:p>
          <a:p>
            <a:r>
              <a:t>            0.2635012768988673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0.08817679490164654,</a:t>
            </a:r>
          </a:p>
          <a:p>
            <a:r>
              <a:t>            0.2825690692613693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0.7083922051734395,</a:t>
            </a:r>
          </a:p>
          <a:p>
            <a:r>
              <a:t>            0.8388075082304954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"finetune/Qt/qwen_embedding/20/11da968cf4352788/checkpoint"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0.9721995094031071,</a:t>
            </a:r>
          </a:p>
          <a:p>
            <a:r>
              <a:t>        "auc_prc": 0.11893583301874244,</a:t>
            </a:r>
          </a:p>
          <a:p>
            <a:r>
              <a:t>        "average_precision": 0.1251974969883866,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1189,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34,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34,</a:t>
            </a:r>
          </a:p>
          <a:p>
            <a:r>
              <a:t>        "positive_rate": 0.027800490596892886,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0.7569880769801612,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"69afe87896af4a2e768a2909074c7449edeabd1a9a2dfb30551c5c00137bf099",</a:t>
            </a:r>
          </a:p>
          <a:p>
            <a:r>
              <a:t>        "adapter/README.md": "2b259ec9b5799fd1e7da6813a1a008293163ac0d5b6be0eb53454a512e57e06a",</a:t>
            </a:r>
          </a:p>
          <a:p>
            <a:r>
              <a:t>        "adapter/adapter_config.json": "99fa5eb9f7d31210f53d3d34e75da168eb5316200f9fd08f3c0967ecdad46276",</a:t>
            </a:r>
          </a:p>
          <a:p>
            <a:r>
              <a:t>        "adapter/adapter_model.safetensors": "3a07633bca7f88ad343b99ed3227b6345f72d1fc09750c24a52ea23e64bf7ef9",</a:t>
            </a:r>
          </a:p>
          <a:p>
            <a:r>
              <a:t>        "head.safetensors": "d64b2ae4b6ce0b8bfdd3cf07f5f54433a4e64c32960f5e1b6353a7d46d263b8a",</a:t>
            </a:r>
          </a:p>
          <a:p>
            <a:r>
              <a:t>        "inference.json": "921f23cb463ad7aaf5efe946267b92028228f2054e652704b439d48bb80833c5"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0.027800490596892886,</a:t>
            </a:r>
          </a:p>
          <a:p>
            <a:r>
              <a:t>        "auc_prc": 0.5139002452984465,</a:t>
            </a:r>
          </a:p>
          <a:p>
            <a:r>
              <a:t>        "average_precision": 0.027800490596892886,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0.05409705648369133,</a:t>
            </a:r>
          </a:p>
          <a:p>
            <a:r>
              <a:t>        "positive_count": 34,</a:t>
            </a:r>
          </a:p>
          <a:p>
            <a:r>
              <a:t>        "positive_rate": 0.027800490596892886,</a:t>
            </a:r>
          </a:p>
          <a:p>
            <a:r>
              <a:t>        "precision": 0.027800490596892886,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"qwen_embedding",</a:t>
            </a:r>
          </a:p>
          <a:p>
            <a:r>
              <a:t>      "project": "Qt",</a:t>
            </a:r>
          </a:p>
          <a:p>
            <a:r>
              <a:t>      "selection_sha256": "57032c0a335d4ea84dc0c311080d3259aa48bdc52728fedaaca9efb6ed34f88e",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0.9623875715453802,</a:t>
            </a:r>
          </a:p>
          <a:p>
            <a:r>
              <a:t>        "auc_prc": 0.20343140868236115,</a:t>
            </a:r>
          </a:p>
          <a:p>
            <a:r>
              <a:t>        "average_precision": 0.21307799575442551,</a:t>
            </a:r>
          </a:p>
          <a:p>
            <a:r>
              <a:t>        "balanced_accuracy": 0.5949512689853065,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1170,</a:t>
            </a:r>
          </a:p>
          <a:p>
            <a:r>
              <a:t>            19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27,</a:t>
            </a:r>
          </a:p>
          <a:p>
            <a:r>
              <a:t>            7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0.23333333333333334,</a:t>
            </a:r>
          </a:p>
          <a:p>
            <a:r>
              <a:t>        "positive_count": 34,</a:t>
            </a:r>
          </a:p>
          <a:p>
            <a:r>
              <a:t>        "positive_rate": 0.027800490596892886,</a:t>
            </a:r>
          </a:p>
          <a:p>
            <a:r>
              <a:t>        "precision": 0.2692307692307692,</a:t>
            </a:r>
          </a:p>
          <a:p>
            <a:r>
              <a:t>        "recall": 0.20588235294117646,</a:t>
            </a:r>
          </a:p>
          <a:p>
            <a:r>
              <a:t>        "roc_auc": 0.8108766635333696,</a:t>
            </a:r>
          </a:p>
          <a:p>
            <a:r>
              <a:t>        "row_count": 1223,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"6fb1c96a7b6c0a8ee54795fb8e8451ff6dbbd2c40d9aa194e52e28270d5b5ea5",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-0.03229706144156444,</a:t>
            </a:r>
          </a:p>
          <a:p>
            <a:r>
              <a:t>            0.21820436267983156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-0.01578919761536573,</a:t>
            </a:r>
          </a:p>
          <a:p>
            <a:r>
              <a:t>            0.21832110232939533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-0.019927678781118868,</a:t>
            </a:r>
          </a:p>
          <a:p>
            <a:r>
              <a:t>            0.1305106716763629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0.09135266947913215,</a:t>
            </a:r>
          </a:p>
          <a:p>
            <a:r>
              <a:t>            0.35906804358779243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0.10743211383531043,</a:t>
            </a:r>
          </a:p>
          <a:p>
            <a:r>
              <a:t>            0.3692913565671386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0.7466386085351149,</a:t>
            </a:r>
          </a:p>
          <a:p>
            <a:r>
              <a:t>            0.8736110415940732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hf-20261019-phi-gemma-qwen; report received October 29, 2026.</a:t>
            </a:r>
          </a:p>
          <a:p>
            <a:r>
              <a:t>Source: Tasks/sprint-data-analysis-summary/data/hf-20261019-report.json; SHA256 3bd3ef27dac8a7f476ae341a8e8ef172b3bd3e7f773c13d51875cbd122f07fb6.</a:t>
            </a:r>
          </a:p>
          <a:p>
            <a:r>
              <a:t>Study SHA256 977eda81de5875fca2730c710d220fa47e7f8b8cfcdfa30e27d6f099341d52c0.</a:t>
            </a:r>
          </a:p>
          <a:p>
            <a:r>
              <a:t>Previous report: Tasks/sprint-data-analysis-summary/data/hf-20261008-report.json; SHA256 7698fe31e652cc8d24fb2cc8ff8a443c2c1ec04ac3786cd9bf3dc0e6f4ec006a.</a:t>
            </a:r>
          </a:p>
          <a:p>
            <a:r>
              <a:t>Counts, positive counts, classical metrics/identities and config/source fingerprints match. Historical row membership comes from the frozen data contract; raw predictions were not independently rescored or aligned here. Classical baselines were chosen by validation PR area. Individual 95% AP-gain intervals compare NEW HF to CLASSICAL, not to earlier HF. Paired issue bootstrap uses 2000 resamples, without temporal dependence or multiplicity adjustment. Equal-weight means across 24 cells are descriptive, not pooled predictions. Same retrospective holdout; possible public-Jira pretraining exposure. K means &gt;= K changed words AND at least one relevant text change, not a percentage.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hf-20261019-phi-gemma-qwen; report received October 29, 2026.</a:t>
            </a:r>
          </a:p>
          <a:p>
            <a:r>
              <a:t>Source: Tasks/sprint-data-analysis-summary/data/hf-20261019-report.json; SHA256 3bd3ef27dac8a7f476ae341a8e8ef172b3bd3e7f773c13d51875cbd122f07fb6.</a:t>
            </a:r>
          </a:p>
          <a:p>
            <a:r>
              <a:t>Study SHA256 977eda81de5875fca2730c710d220fa47e7f8b8cfcdfa30e27d6f099341d52c0.</a:t>
            </a:r>
          </a:p>
          <a:p>
            <a:r>
              <a:t>Previous report: Tasks/sprint-data-analysis-summary/data/hf-20261008-report.json; SHA256 7698fe31e652cc8d24fb2cc8ff8a443c2c1ec04ac3786cd9bf3dc0e6f4ec006a.</a:t>
            </a:r>
          </a:p>
          <a:p>
            <a:r>
              <a:t>Counts, positive counts, classical metrics/identities and config/source fingerprints match. Historical row membership comes from the frozen data contract; raw predictions were not independently rescored or aligned here. Classical baselines were chosen by validation PR area. Individual 95% AP-gain intervals compare NEW HF to CLASSICAL, not to earlier HF. Paired issue bootstrap uses 2000 resamples, without temporal dependence or multiplicity adjustment. Equal-weight means across 24 cells are descriptive, not pooled predictions. Same retrospective holdout; possible public-Jira pretraining exposure. K means &gt;= K changed words AND at least one relevant text change, not a percentage.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hf-20261019-phi-gemma-qwen; report received October 29, 2026.</a:t>
            </a:r>
          </a:p>
          <a:p>
            <a:r>
              <a:t>Source: Tasks/sprint-data-analysis-summary/data/hf-20261019-report.json; SHA256 3bd3ef27dac8a7f476ae341a8e8ef172b3bd3e7f773c13d51875cbd122f07fb6.</a:t>
            </a:r>
          </a:p>
          <a:p>
            <a:r>
              <a:t>Study SHA256 977eda81de5875fca2730c710d220fa47e7f8b8cfcdfa30e27d6f099341d52c0.</a:t>
            </a:r>
          </a:p>
          <a:p>
            <a:r>
              <a:t>Previous report: Tasks/sprint-data-analysis-summary/data/hf-20261008-report.json; SHA256 7698fe31e652cc8d24fb2cc8ff8a443c2c1ec04ac3786cd9bf3dc0e6f4ec006a.</a:t>
            </a:r>
          </a:p>
          <a:p>
            <a:r>
              <a:t>Counts, positive counts, classical metrics/identities and config/source fingerprints match. Historical row membership comes from the frozen data contract; raw predictions were not independently rescored or aligned here. Classical baselines were chosen by validation PR area. Individual 95% AP-gain intervals compare NEW HF to CLASSICAL, not to earlier HF. Paired issue bootstrap uses 2000 resamples, without temporal dependence or multiplicity adjustment. Equal-weight means across 24 cells are descriptive, not pooled predictions. Same retrospective holdout; possible public-Jira pretraining exposure. K means &gt;= K changed words AND at least one relevant text change, not a percentage.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hf-20261019-phi-gemma-qwen; report received October 29, 2026.</a:t>
            </a:r>
          </a:p>
          <a:p>
            <a:r>
              <a:t>Source: Tasks/sprint-data-analysis-summary/data/hf-20261019-report.json; SHA256 3bd3ef27dac8a7f476ae341a8e8ef172b3bd3e7f773c13d51875cbd122f07fb6.</a:t>
            </a:r>
          </a:p>
          <a:p>
            <a:r>
              <a:t>Study SHA256 977eda81de5875fca2730c710d220fa47e7f8b8cfcdfa30e27d6f099341d52c0.</a:t>
            </a:r>
          </a:p>
          <a:p>
            <a:r>
              <a:t>Previous report: Tasks/sprint-data-analysis-summary/data/hf-20261008-report.json; SHA256 7698fe31e652cc8d24fb2cc8ff8a443c2c1ec04ac3786cd9bf3dc0e6f4ec006a.</a:t>
            </a:r>
          </a:p>
          <a:p>
            <a:r>
              <a:t>Counts, positive counts, classical metrics/identities and config/source fingerprints match. Historical row membership comes from the frozen data contract; raw predictions were not independently rescored or aligned here. Classical baselines were chosen by validation PR area. Individual 95% AP-gain intervals compare NEW HF to CLASSICAL, not to earlier HF. Paired issue bootstrap uses 2000 resamples, without temporal dependence or multiplicity adjustment. Equal-weight means across 24 cells are descriptive, not pooled predictions. Same retrospective holdout; possible public-Jira pretraining exposure. K means &gt;= K changed words AND at least one relevant text change, not a percentage.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hf-20261019-phi-gemma-qwen; report received October 29, 2026.</a:t>
            </a:r>
          </a:p>
          <a:p>
            <a:r>
              <a:t>Source: Tasks/sprint-data-analysis-summary/data/hf-20261019-report.json; SHA256 3bd3ef27dac8a7f476ae341a8e8ef172b3bd3e7f773c13d51875cbd122f07fb6.</a:t>
            </a:r>
          </a:p>
          <a:p>
            <a:r>
              <a:t>Study SHA256 977eda81de5875fca2730c710d220fa47e7f8b8cfcdfa30e27d6f099341d52c0.</a:t>
            </a:r>
          </a:p>
          <a:p>
            <a:r>
              <a:t>Previous report: Tasks/sprint-data-analysis-summary/data/hf-20261008-report.json; SHA256 7698fe31e652cc8d24fb2cc8ff8a443c2c1ec04ac3786cd9bf3dc0e6f4ec006a.</a:t>
            </a:r>
          </a:p>
          <a:p>
            <a:r>
              <a:t>Counts, positive counts, classical metrics/identities and config/source fingerprints match. Historical row membership comes from the frozen data contract; raw predictions were not independently rescored or aligned here. Classical baselines were chosen by validation PR area. Individual 95% AP-gain intervals compare NEW HF to CLASSICAL, not to earlier HF. Paired issue bootstrap uses 2000 resamples, without temporal dependence or multiplicity adjustment. Equal-weight means across 24 cells are descriptive, not pooled predictions. Same retrospective holdout; possible public-Jira pretraining exposure. K means &gt;= K changed words AND at least one relevant text change, not a percentage.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hf-20261019-phi-gemma-qwen; report received October 29, 2026.</a:t>
            </a:r>
          </a:p>
          <a:p>
            <a:r>
              <a:t>Source: Tasks/sprint-data-analysis-summary/data/hf-20261019-report.json; SHA256 3bd3ef27dac8a7f476ae341a8e8ef172b3bd3e7f773c13d51875cbd122f07fb6.</a:t>
            </a:r>
          </a:p>
          <a:p>
            <a:r>
              <a:t>Study SHA256 977eda81de5875fca2730c710d220fa47e7f8b8cfcdfa30e27d6f099341d52c0.</a:t>
            </a:r>
          </a:p>
          <a:p>
            <a:r>
              <a:t>Previous report: Tasks/sprint-data-analysis-summary/data/hf-20261008-report.json; SHA256 7698fe31e652cc8d24fb2cc8ff8a443c2c1ec04ac3786cd9bf3dc0e6f4ec006a.</a:t>
            </a:r>
          </a:p>
          <a:p>
            <a:r>
              <a:t>Counts, positive counts, classical metrics/identities and config/source fingerprints match. Historical row membership comes from the frozen data contract; raw predictions were not independently rescored or aligned here. Classical baselines were chosen by validation PR area. Individual 95% AP-gain intervals compare NEW HF to CLASSICAL, not to earlier HF. Paired issue bootstrap uses 2000 resamples, without temporal dependence or multiplicity adjustment. Equal-weight means across 24 cells are descriptive, not pooled predictions. Same retrospective holdout; possible public-Jira pretraining exposure. K means &gt;= K changed words AND at least one relevant text change, not a percentage.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hf-20261019-phi-gemma-qwen; report received October 29, 2026.</a:t>
            </a:r>
          </a:p>
          <a:p>
            <a:r>
              <a:t>Source: Tasks/sprint-data-analysis-summary/data/hf-20261019-report.json; SHA256 3bd3ef27dac8a7f476ae341a8e8ef172b3bd3e7f773c13d51875cbd122f07fb6.</a:t>
            </a:r>
          </a:p>
          <a:p>
            <a:r>
              <a:t>Study SHA256 977eda81de5875fca2730c710d220fa47e7f8b8cfcdfa30e27d6f099341d52c0.</a:t>
            </a:r>
          </a:p>
          <a:p>
            <a:r>
              <a:t>Previous report: Tasks/sprint-data-analysis-summary/data/hf-20261008-report.json; SHA256 7698fe31e652cc8d24fb2cc8ff8a443c2c1ec04ac3786cd9bf3dc0e6f4ec006a.</a:t>
            </a:r>
          </a:p>
          <a:p>
            <a:r>
              <a:t>Counts, positive counts, classical metrics/identities and config/source fingerprints match. Historical row membership comes from the frozen data contract; raw predictions were not independently rescored or aligned here. Classical baselines were chosen by validation PR area. Individual 95% AP-gain intervals compare NEW HF to CLASSICAL, not to earlier HF. Paired issue bootstrap uses 2000 resamples, without temporal dependence or multiplicity adjustment. Equal-weight means across 24 cells are descriptive, not pooled predictions. Same retrospective holdout; possible public-Jira pretraining exposure. K means &gt;= K changed words AND at least one relevant text change, not a percentage.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jev-20261029-deberta; report received October 29, 2026.</a:t>
            </a:r>
          </a:p>
          <a:p>
            <a:r>
              <a:t>Source Tasks/sprint-data-analysis-summary/data/jev-20261029-report.json; SHA256 a074875efea0b7be102ae88b6180d6d63bc164d28df7ddaa45467ca3e4f6c81f.</a:t>
            </a:r>
          </a:p>
          <a:p>
            <a:r>
              <a:t>Study SHA256 af791067994d62249bda4587c33bd4a9782d66c52531aadd98c3198ae1ac6e17.</a:t>
            </a:r>
          </a:p>
          <a:p>
            <a:r>
              <a:t>Model com-kotobalabs/open-jev-deberta-v3-large, revision 188ee67a5c93122b916e5acd5bdb0cb3623e380a.</a:t>
            </a:r>
          </a:p>
          <a:p>
            <a:r>
              <a:t>Independent community model, not TypeSafe Jev or JEV-9B. Native p(yes), no task-specific training, fixed future-change question, validation F1 thresholds. Historical partitions/labels follow the frozen #357 contract. Reported counts, positives and classical metrics/identities match both prior studies. Raw predictions were not independently rescored or aligned for this presentation. HF1=ModernBERT/Qwen embeddings; HF2=Phi/Gemma/Qwen3.5. Cross-study comparisons are descriptive with different protocols. Reported gain intervals compare Jev with CLASSICAL, not HF1/HF2; 2000 paired issue bootstrap resamples, no temporal-dependence or multiplicity adjustment. Truncation counts refer to unique test issues per project, not four repeated level populations. Same observed retrospective holdout; public-Jira pretraining contamination is possible. K=at least K changed words AND at least one relevant text edit, not a percentage.</a:t>
            </a:r>
          </a:p>
          <a:p>
            <a:r>
              <a:t>Comparison Tasks/sprint-data-analysis-summary/data/hf-20261008-report.json SHA256 7698fe31e652cc8d24fb2cc8ff8a443c2c1ec04ac3786cd9bf3dc0e6f4ec006a</a:t>
            </a:r>
          </a:p>
          <a:p>
            <a:r>
              <a:t>Comparison Tasks/sprint-data-analysis-summary/data/hf-20261019-report.json SHA256 3bd3ef27dac8a7f476ae341a8e8ef172b3bd3e7f773c13d51875cbd122f07fb6</a:t>
            </a:r>
          </a:p>
          <a:p>
            <a:r>
              <a:t>{</a:t>
            </a:r>
          </a:p>
          <a:p>
            <a:r>
              <a:t>  "jev":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0.8768729641693811,</a:t>
            </a:r>
          </a:p>
          <a:p>
            <a:r>
              <a:t>        "auc_prc": 0.19186403840642263,</a:t>
            </a:r>
          </a:p>
          <a:p>
            <a:r>
              <a:t>        "average_precision": 0.19445281964389127,</a:t>
            </a:r>
          </a:p>
          <a:p>
            <a:r>
              <a:t>        "balanced_accuracy": 0.5026315789473684,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1345,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189,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0.010471204188481674,</a:t>
            </a:r>
          </a:p>
          <a:p>
            <a:r>
              <a:t>        "positive_count": 190,</a:t>
            </a:r>
          </a:p>
          <a:p>
            <a:r>
              <a:t>        "positive_rate": 0.1237785016286645,</a:t>
            </a:r>
          </a:p>
          <a:p>
            <a:r>
              <a:t>        "precision": 1.0,</a:t>
            </a:r>
          </a:p>
          <a:p>
            <a:r>
              <a:t>        "recall": 0.005263157894736842,</a:t>
            </a:r>
          </a:p>
          <a:p>
            <a:r>
              <a:t>        "roc_auc": 0.6139894345529251,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0.1237785016286645,</a:t>
            </a:r>
          </a:p>
          <a:p>
            <a:r>
              <a:t>        "auc_prc": 0.5618892508143323,</a:t>
            </a:r>
          </a:p>
          <a:p>
            <a:r>
              <a:t>        "average_precision": 0.1237785016286645,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1345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190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0.22028985507246376,</a:t>
            </a:r>
          </a:p>
          <a:p>
            <a:r>
              <a:t>        "positive_count": 190,</a:t>
            </a:r>
          </a:p>
          <a:p>
            <a:r>
              <a:t>        "positive_rate": 0.1237785016286645,</a:t>
            </a:r>
          </a:p>
          <a:p>
            <a:r>
              <a:t>        "precision": 0.1237785016286645,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false,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false,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"Apache",</a:t>
            </a:r>
          </a:p>
          <a:p>
            <a:r>
              <a:t>      "selection_sha256": "caf18b8ecebd0fa2dd97bd97a79f352c38b472b2a9f0d2bb60a35ebd11fe38c4",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0.13094462540716612,</a:t>
            </a:r>
          </a:p>
          <a:p>
            <a:r>
              <a:t>        "auc_prc": 0.12003786768480532,</a:t>
            </a:r>
          </a:p>
          <a:p>
            <a:r>
              <a:t>        "average_precision": 0.12140533413657587,</a:t>
            </a:r>
          </a:p>
          <a:p>
            <a:r>
              <a:t>        "balanced_accuracy": 0.49279006065349246,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16,</a:t>
            </a:r>
          </a:p>
          <a:p>
            <a:r>
              <a:t>            1329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5,</a:t>
            </a:r>
          </a:p>
          <a:p>
            <a:r>
              <a:t>            185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0.21713615023474178,</a:t>
            </a:r>
          </a:p>
          <a:p>
            <a:r>
              <a:t>        "positive_count": 190,</a:t>
            </a:r>
          </a:p>
          <a:p>
            <a:r>
              <a:t>        "positive_rate": 0.1237785016286645,</a:t>
            </a:r>
          </a:p>
          <a:p>
            <a:r>
              <a:t>        "precision": 0.12219286657859973,</a:t>
            </a:r>
          </a:p>
          <a:p>
            <a:r>
              <a:t>        "recall": 0.9736842105263158,</a:t>
            </a:r>
          </a:p>
          <a:p>
            <a:r>
              <a:t>        "roc_auc": 0.4994012913324203,</a:t>
            </a:r>
          </a:p>
          <a:p>
            <a:r>
              <a:t>        "row_count": 1535,</a:t>
            </a:r>
          </a:p>
          <a:p>
            <a:r>
              <a:t>        "threshold": 0.4599999999999999</a:t>
            </a:r>
          </a:p>
          <a:p>
            <a:r>
              <a:t>      },</a:t>
            </a:r>
          </a:p>
          <a:p>
            <a:r>
              <a:t>      "test_predictions_sha256": "de806685c0b5e7d53951724911bc422f9aca68825e49e0afeccf9d6ca245b633",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1535,</a:t>
            </a:r>
          </a:p>
          <a:p>
            <a:r>
              <a:t>        "state_token_limit": 256,</a:t>
            </a:r>
          </a:p>
          <a:p>
            <a:r>
              <a:t>        "truncated_rows": 72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-0.11972004438136469,</a:t>
            </a:r>
          </a:p>
          <a:p>
            <a:r>
              <a:t>            -0.03216496696591286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-0.12080435518236578,</a:t>
            </a:r>
          </a:p>
          <a:p>
            <a:r>
              <a:t>            -0.0339479602904137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-0.17873470845656156,</a:t>
            </a:r>
          </a:p>
          <a:p>
            <a:r>
              <a:t>            -0.04852086417274437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0.10042616634513499,</a:t>
            </a:r>
          </a:p>
          <a:p>
            <a:r>
              <a:t>            0.14343442547757615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0.10220717178222924,</a:t>
            </a:r>
          </a:p>
          <a:p>
            <a:r>
              <a:t>            0.1464162749335529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0.4542706484633274,</a:t>
            </a:r>
          </a:p>
          <a:p>
            <a:r>
              <a:t>            0.5444908575916259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0.6892508143322476,</a:t>
            </a:r>
          </a:p>
          <a:p>
            <a:r>
              <a:t>        "auc_prc": 0.11673850866307559,</a:t>
            </a:r>
          </a:p>
          <a:p>
            <a:r>
              <a:t>        "average_precision": 0.1201999676966554,</a:t>
            </a:r>
          </a:p>
          <a:p>
            <a:r>
              <a:t>        "balanced_accuracy": 0.6102741528414052,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997,</a:t>
            </a:r>
          </a:p>
          <a:p>
            <a:r>
              <a:t>            420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57,</a:t>
            </a:r>
          </a:p>
          <a:p>
            <a:r>
              <a:t>            61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0.20367278797996663,</a:t>
            </a:r>
          </a:p>
          <a:p>
            <a:r>
              <a:t>        "positive_count": 118,</a:t>
            </a:r>
          </a:p>
          <a:p>
            <a:r>
              <a:t>        "positive_rate": 0.07687296416938111,</a:t>
            </a:r>
          </a:p>
          <a:p>
            <a:r>
              <a:t>        "precision": 0.12681912681912683,</a:t>
            </a:r>
          </a:p>
          <a:p>
            <a:r>
              <a:t>        "recall": 0.5169491525423728,</a:t>
            </a:r>
          </a:p>
          <a:p>
            <a:r>
              <a:t>        "roc_auc": 0.6539358635455665,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0.07687296416938111,</a:t>
            </a:r>
          </a:p>
          <a:p>
            <a:r>
              <a:t>        "auc_prc": 0.5384364820846905,</a:t>
            </a:r>
          </a:p>
          <a:p>
            <a:r>
              <a:t>        "average_precision": 0.07687296416938111,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1417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0.1427707199032063,</a:t>
            </a:r>
          </a:p>
          <a:p>
            <a:r>
              <a:t>        "positive_count": 118,</a:t>
            </a:r>
          </a:p>
          <a:p>
            <a:r>
              <a:t>        "positive_rate": 0.07687296416938111,</a:t>
            </a:r>
          </a:p>
          <a:p>
            <a:r>
              <a:t>        "precision": 0.07687296416938111,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"Apache",</a:t>
            </a:r>
          </a:p>
          <a:p>
            <a:r>
              <a:t>      "selection_sha256": "956a10fa6aa69d6b7f92e5544d5aaccaca6eec0ab652756024ba9eef62acf9f0",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0.08469055374592833,</a:t>
            </a:r>
          </a:p>
          <a:p>
            <a:r>
              <a:t>        "auc_prc": 0.07569953996590646,</a:t>
            </a:r>
          </a:p>
          <a:p>
            <a:r>
              <a:t>        "average_precision": 0.07704236095018938,</a:t>
            </a:r>
          </a:p>
          <a:p>
            <a:r>
              <a:t>        "balanced_accuracy": 0.4925810078585696,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15,</a:t>
            </a:r>
          </a:p>
          <a:p>
            <a:r>
              <a:t>            1402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3,</a:t>
            </a:r>
          </a:p>
          <a:p>
            <a:r>
              <a:t>            115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0.1406727828746177,</a:t>
            </a:r>
          </a:p>
          <a:p>
            <a:r>
              <a:t>        "positive_count": 118,</a:t>
            </a:r>
          </a:p>
          <a:p>
            <a:r>
              <a:t>        "positive_rate": 0.07687296416938111,</a:t>
            </a:r>
          </a:p>
          <a:p>
            <a:r>
              <a:t>        "precision": 0.07580751483190508,</a:t>
            </a:r>
          </a:p>
          <a:p>
            <a:r>
              <a:t>        "recall": 0.9745762711864406,</a:t>
            </a:r>
          </a:p>
          <a:p>
            <a:r>
              <a:t>        "roc_auc": 0.5000717677595301,</a:t>
            </a:r>
          </a:p>
          <a:p>
            <a:r>
              <a:t>        "row_count": 1535,</a:t>
            </a:r>
          </a:p>
          <a:p>
            <a:r>
              <a:t>        "threshold": 0.4499999999999999</a:t>
            </a:r>
          </a:p>
          <a:p>
            <a:r>
              <a:t>      },</a:t>
            </a:r>
          </a:p>
          <a:p>
            <a:r>
              <a:t>      "test_predictions_sha256": "6db47d11c43110c5eb2cc0444784442db284cbd33e2638af48a414afac3fc4f6",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1535,</a:t>
            </a:r>
          </a:p>
          <a:p>
            <a:r>
              <a:t>        "state_token_limit": 256,</a:t>
            </a:r>
          </a:p>
          <a:p>
            <a:r>
              <a:t>        "truncated_rows": 72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-0.07618847597582885,</a:t>
            </a:r>
          </a:p>
          <a:p>
            <a:r>
              <a:t>            -0.01797207206950205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-0.07967932611622475,</a:t>
            </a:r>
          </a:p>
          <a:p>
            <a:r>
              <a:t>            -0.01787425814745046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-0.23030579275221474,</a:t>
            </a:r>
          </a:p>
          <a:p>
            <a:r>
              <a:t>            -0.0833823271544381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0.05930509020869338,</a:t>
            </a:r>
          </a:p>
          <a:p>
            <a:r>
              <a:t>            0.09620704222806001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0.06129386581298782,</a:t>
            </a:r>
          </a:p>
          <a:p>
            <a:r>
              <a:t>            0.09958760789460132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0.44328902660511604,</a:t>
            </a:r>
          </a:p>
          <a:p>
            <a:r>
              <a:t>            0.5574498878310093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0.641042345276873,</a:t>
            </a:r>
          </a:p>
          <a:p>
            <a:r>
              <a:t>        "auc_prc": 0.0964500311122774,</a:t>
            </a:r>
          </a:p>
          <a:p>
            <a:r>
              <a:t>        "average_precision": 0.09971765671814088,</a:t>
            </a:r>
          </a:p>
          <a:p>
            <a:r>
              <a:t>        "balanced_accuracy": 0.6764566033250123,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926,</a:t>
            </a:r>
          </a:p>
          <a:p>
            <a:r>
              <a:t>            528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23,</a:t>
            </a:r>
          </a:p>
          <a:p>
            <a:r>
              <a:t>            58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0.17391304347826086,</a:t>
            </a:r>
          </a:p>
          <a:p>
            <a:r>
              <a:t>        "positive_count": 81,</a:t>
            </a:r>
          </a:p>
          <a:p>
            <a:r>
              <a:t>        "positive_rate": 0.05276872964169381,</a:t>
            </a:r>
          </a:p>
          <a:p>
            <a:r>
              <a:t>        "precision": 0.09897610921501707,</a:t>
            </a:r>
          </a:p>
          <a:p>
            <a:r>
              <a:t>        "recall": 0.7160493827160493,</a:t>
            </a:r>
          </a:p>
          <a:p>
            <a:r>
              <a:t>        "roc_auc": 0.7046164688301323,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0.05276872964169381,</a:t>
            </a:r>
          </a:p>
          <a:p>
            <a:r>
              <a:t>        "auc_prc": 0.5263843648208469,</a:t>
            </a:r>
          </a:p>
          <a:p>
            <a:r>
              <a:t>        "average_precision": 0.05276872964169381,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1454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0.10024752475247524,</a:t>
            </a:r>
          </a:p>
          <a:p>
            <a:r>
              <a:t>        "positive_count": 81,</a:t>
            </a:r>
          </a:p>
          <a:p>
            <a:r>
              <a:t>        "positive_rate": 0.05276872964169381,</a:t>
            </a:r>
          </a:p>
          <a:p>
            <a:r>
              <a:t>        "precision": 0.05276872964169381,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false,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false,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"Apache",</a:t>
            </a:r>
          </a:p>
          <a:p>
            <a:r>
              <a:t>      "selection_sha256": "cf1fd70649bfe48566d8c74c91d99943b2786bd5ccf2e1f6ef7770b13ae97468",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0.057980456026058634,</a:t>
            </a:r>
          </a:p>
          <a:p>
            <a:r>
              <a:t>        "auc_prc": 0.049411930936155375,</a:t>
            </a:r>
          </a:p>
          <a:p>
            <a:r>
              <a:t>        "average_precision": 0.05072813308457993,</a:t>
            </a:r>
          </a:p>
          <a:p>
            <a:r>
              <a:t>        "balanced_accuracy": 0.4852641499821692,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11,</a:t>
            </a:r>
          </a:p>
          <a:p>
            <a:r>
              <a:t>            1443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3,</a:t>
            </a:r>
          </a:p>
          <a:p>
            <a:r>
              <a:t>            78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0.09737827715355805,</a:t>
            </a:r>
          </a:p>
          <a:p>
            <a:r>
              <a:t>        "positive_count": 81,</a:t>
            </a:r>
          </a:p>
          <a:p>
            <a:r>
              <a:t>        "positive_rate": 0.05276872964169381,</a:t>
            </a:r>
          </a:p>
          <a:p>
            <a:r>
              <a:t>        "precision": 0.05128205128205128,</a:t>
            </a:r>
          </a:p>
          <a:p>
            <a:r>
              <a:t>        "recall": 0.9629629629629629,</a:t>
            </a:r>
          </a:p>
          <a:p>
            <a:r>
              <a:t>        "roc_auc": 0.47802571025863094,</a:t>
            </a:r>
          </a:p>
          <a:p>
            <a:r>
              <a:t>        "row_count": 1535,</a:t>
            </a:r>
          </a:p>
          <a:p>
            <a:r>
              <a:t>        "threshold": 0.41999999999999993</a:t>
            </a:r>
          </a:p>
          <a:p>
            <a:r>
              <a:t>      },</a:t>
            </a:r>
          </a:p>
          <a:p>
            <a:r>
              <a:t>      "test_predictions_sha256": "18652ce48cb07680427f03215c078a8d6a0848150ea970859944129cdee0572a",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1535,</a:t>
            </a:r>
          </a:p>
          <a:p>
            <a:r>
              <a:t>        "state_token_limit": 256,</a:t>
            </a:r>
          </a:p>
          <a:p>
            <a:r>
              <a:t>        "truncated_rows": 72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-0.07557629483783888,</a:t>
            </a:r>
          </a:p>
          <a:p>
            <a:r>
              <a:t>            -0.02484404124623658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-0.08327408743891533,</a:t>
            </a:r>
          </a:p>
          <a:p>
            <a:r>
              <a:t>            -0.025246559106793222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-0.3104291173792777,</a:t>
            </a:r>
          </a:p>
          <a:p>
            <a:r>
              <a:t>            -0.14232106719828647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0.0374888079724561,</a:t>
            </a:r>
          </a:p>
          <a:p>
            <a:r>
              <a:t>            0.0665320249445143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0.03943495635855001,</a:t>
            </a:r>
          </a:p>
          <a:p>
            <a:r>
              <a:t>            0.07016042279333015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0.4129296171089734,</a:t>
            </a:r>
          </a:p>
          <a:p>
            <a:r>
              <a:t>            0.5487203093072732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0.6859934853420195,</a:t>
            </a:r>
          </a:p>
          <a:p>
            <a:r>
              <a:t>        "auc_prc": 0.07660777122663817,</a:t>
            </a:r>
          </a:p>
          <a:p>
            <a:r>
              <a:t>        "average_precision": 0.07979742460932318,</a:t>
            </a:r>
          </a:p>
          <a:p>
            <a:r>
              <a:t>        "balanced_accuracy": 0.6658685866519682,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1015,</a:t>
            </a:r>
          </a:p>
          <a:p>
            <a:r>
              <a:t>            461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21,</a:t>
            </a:r>
          </a:p>
          <a:p>
            <a:r>
              <a:t>            38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0.13620071684587814,</a:t>
            </a:r>
          </a:p>
          <a:p>
            <a:r>
              <a:t>        "positive_count": 59,</a:t>
            </a:r>
          </a:p>
          <a:p>
            <a:r>
              <a:t>        "positive_rate": 0.038436482084690554,</a:t>
            </a:r>
          </a:p>
          <a:p>
            <a:r>
              <a:t>        "precision": 0.07615230460921844,</a:t>
            </a:r>
          </a:p>
          <a:p>
            <a:r>
              <a:t>        "recall": 0.6440677966101694,</a:t>
            </a:r>
          </a:p>
          <a:p>
            <a:r>
              <a:t>        "roc_auc": 0.7377761701345827,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0.038436482084690554,</a:t>
            </a:r>
          </a:p>
          <a:p>
            <a:r>
              <a:t>        "auc_prc": 0.5192182410423453,</a:t>
            </a:r>
          </a:p>
          <a:p>
            <a:r>
              <a:t>        "average_precision": 0.038436482084690554,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1476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59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0.0740276035131744,</a:t>
            </a:r>
          </a:p>
          <a:p>
            <a:r>
              <a:t>        "positive_count": 59,</a:t>
            </a:r>
          </a:p>
          <a:p>
            <a:r>
              <a:t>        "positive_rate": 0.038436482084690554,</a:t>
            </a:r>
          </a:p>
          <a:p>
            <a:r>
              <a:t>        "precision": 0.038436482084690554,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false,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false,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"Apache",</a:t>
            </a:r>
          </a:p>
          <a:p>
            <a:r>
              <a:t>      "selection_sha256": "496d3a53967ba8bac90f1c8642869b90d67404dbd91b6ca166fa6106faa196c4",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0.04429967426710098,</a:t>
            </a:r>
          </a:p>
          <a:p>
            <a:r>
              <a:t>        "auc_prc": 0.03603498711000822,</a:t>
            </a:r>
          </a:p>
          <a:p>
            <a:r>
              <a:t>        "average_precision": 0.037412790594096426,</a:t>
            </a:r>
          </a:p>
          <a:p>
            <a:r>
              <a:t>        "balanced_accuracy": 0.4867771347204997,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11,</a:t>
            </a:r>
          </a:p>
          <a:p>
            <a:r>
              <a:t>            1465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2,</a:t>
            </a:r>
          </a:p>
          <a:p>
            <a:r>
              <a:t>            57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0.07210626185958253,</a:t>
            </a:r>
          </a:p>
          <a:p>
            <a:r>
              <a:t>        "positive_count": 59,</a:t>
            </a:r>
          </a:p>
          <a:p>
            <a:r>
              <a:t>        "positive_rate": 0.038436482084690554,</a:t>
            </a:r>
          </a:p>
          <a:p>
            <a:r>
              <a:t>        "precision": 0.03745072273324573,</a:t>
            </a:r>
          </a:p>
          <a:p>
            <a:r>
              <a:t>        "recall": 0.9661016949152542,</a:t>
            </a:r>
          </a:p>
          <a:p>
            <a:r>
              <a:t>        "roc_auc": 0.47090165816912405,</a:t>
            </a:r>
          </a:p>
          <a:p>
            <a:r>
              <a:t>        "row_count": 1535,</a:t>
            </a:r>
          </a:p>
          <a:p>
            <a:r>
              <a:t>        "threshold": 0.41999999999999993</a:t>
            </a:r>
          </a:p>
          <a:p>
            <a:r>
              <a:t>      },</a:t>
            </a:r>
          </a:p>
          <a:p>
            <a:r>
              <a:t>      "test_predictions_sha256": "5bcb19b612c504e8f7da138582d207ab074da92384297d4a5d128095a4bc815c",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1535,</a:t>
            </a:r>
          </a:p>
          <a:p>
            <a:r>
              <a:t>        "state_token_limit": 256,</a:t>
            </a:r>
          </a:p>
          <a:p>
            <a:r>
              <a:t>        "truncated_rows": 72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-0.07009006342682249,</a:t>
            </a:r>
          </a:p>
          <a:p>
            <a:r>
              <a:t>            -0.01945411754215163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-0.07905656254970721,</a:t>
            </a:r>
          </a:p>
          <a:p>
            <a:r>
              <a:t>            -0.019677663625661503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-0.3648549224333346,</a:t>
            </a:r>
          </a:p>
          <a:p>
            <a:r>
              <a:t>            -0.17299448684426028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0.02594607403389266,</a:t>
            </a:r>
          </a:p>
          <a:p>
            <a:r>
              <a:t>            0.05143636265088605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0.027587885725428495,</a:t>
            </a:r>
          </a:p>
          <a:p>
            <a:r>
              <a:t>            0.05586761343034877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0.3879702119636281,</a:t>
            </a:r>
          </a:p>
          <a:p>
            <a:r>
              <a:t>            0.551568104737795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"hf1":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"answerdotai/ModernBERT-base",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"Wqkv",</a:t>
            </a:r>
          </a:p>
          <a:p>
            <a:r>
              <a:t>            "Wo"</a:t>
            </a:r>
          </a:p>
          <a:p>
            <a:r>
              <a:t>          ],</a:t>
            </a:r>
          </a:p>
          <a:p>
            <a:r>
              <a:t>          "parameters_billions": 0.149,</a:t>
            </a:r>
          </a:p>
          <a:p>
            <a:r>
              <a:t>          "pooling": "mean",</a:t>
            </a:r>
          </a:p>
          <a:p>
            <a:r>
              <a:t>          "profile_vram_gib": [</a:t>
            </a:r>
          </a:p>
          <a:p>
            <a:r>
              <a:t>            16,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"8949b909ec900327062f0ebf497f51aef5e6f0c8"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"finetune/Apache/modernbert/5/8bd6563dc53d12f9/checkpoint"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0.8768729641693811,</a:t>
            </a:r>
          </a:p>
          <a:p>
            <a:r>
              <a:t>        "auc_prc": 0.19186403840642263,</a:t>
            </a:r>
          </a:p>
          <a:p>
            <a:r>
              <a:t>        "average_precision": 0.19445281964389127,</a:t>
            </a:r>
          </a:p>
          <a:p>
            <a:r>
              <a:t>        "balanced_accuracy": 0.5026315789473684,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1345,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189,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0.010471204188481674,</a:t>
            </a:r>
          </a:p>
          <a:p>
            <a:r>
              <a:t>        "positive_count": 190,</a:t>
            </a:r>
          </a:p>
          <a:p>
            <a:r>
              <a:t>        "positive_rate": 0.1237785016286645,</a:t>
            </a:r>
          </a:p>
          <a:p>
            <a:r>
              <a:t>        "precision": 1.0,</a:t>
            </a:r>
          </a:p>
          <a:p>
            <a:r>
              <a:t>        "recall": 0.005263157894736842,</a:t>
            </a:r>
          </a:p>
          <a:p>
            <a:r>
              <a:t>        "roc_auc": 0.6139894345529251,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"1c3cd31011857e840541731d60873b89ed53b9aba73c783c76f34e8c5f5da47d",</a:t>
            </a:r>
          </a:p>
          <a:p>
            <a:r>
              <a:t>        "adapter/README.md": "4cd979bb30fd950c6e3c906d5a27a661b14a46e59c04abef57f2b1801c360fdf",</a:t>
            </a:r>
          </a:p>
          <a:p>
            <a:r>
              <a:t>        "adapter/adapter_config.json": "764c9c4d82140b677acd3983a491e6946ea766596b70339c1fa60e2ae6b8c71a",</a:t>
            </a:r>
          </a:p>
          <a:p>
            <a:r>
              <a:t>        "adapter/adapter_model.safetensors": "d52d5bf5509fc872457088994b079cef9ba870c1d3e8c9d72200150220c76085",</a:t>
            </a:r>
          </a:p>
          <a:p>
            <a:r>
              <a:t>        "head.safetensors": "e58eea27b35687fa2a8bf9b0311cf6a6d0a65335509aac63d0ed3297e568059b",</a:t>
            </a:r>
          </a:p>
          <a:p>
            <a:r>
              <a:t>        "inference.json": "3dc8267e42f489d208a3706d3c4cac939667fdaab4eeebcb1bf0d578df9a15c6"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0.1237785016286645,</a:t>
            </a:r>
          </a:p>
          <a:p>
            <a:r>
              <a:t>        "auc_prc": 0.5618892508143323,</a:t>
            </a:r>
          </a:p>
          <a:p>
            <a:r>
              <a:t>        "average_precision": 0.1237785016286645,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1345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190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0.22028985507246376,</a:t>
            </a:r>
          </a:p>
          <a:p>
            <a:r>
              <a:t>        "positive_count": 190,</a:t>
            </a:r>
          </a:p>
          <a:p>
            <a:r>
              <a:t>        "positive_rate": 0.1237785016286645,</a:t>
            </a:r>
          </a:p>
          <a:p>
            <a:r>
              <a:t>        "precision": 0.1237785016286645,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"modernbert",</a:t>
            </a:r>
          </a:p>
          <a:p>
            <a:r>
              <a:t>      "project": "Apache",</a:t>
            </a:r>
          </a:p>
          <a:p>
            <a:r>
              <a:t>      "selection_sha256": "357e4bdbc82fe15fc0707b22227290fec1e644cd9aec36c221b9c464af1712d7",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0.5433224755700325,</a:t>
            </a:r>
          </a:p>
          <a:p>
            <a:r>
              <a:t>        "auc_prc": 0.1337142842220375,</a:t>
            </a:r>
          </a:p>
          <a:p>
            <a:r>
              <a:t>        "average_precision": 0.1353003267106328,</a:t>
            </a:r>
          </a:p>
          <a:p>
            <a:r>
              <a:t>        "balanced_accuracy": 0.5337605165329681,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735,</a:t>
            </a:r>
          </a:p>
          <a:p>
            <a:r>
              <a:t>            610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91,</a:t>
            </a:r>
          </a:p>
          <a:p>
            <a:r>
              <a:t>            99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0.22024471635150167,</a:t>
            </a:r>
          </a:p>
          <a:p>
            <a:r>
              <a:t>        "positive_count": 190,</a:t>
            </a:r>
          </a:p>
          <a:p>
            <a:r>
              <a:t>        "positive_rate": 0.1237785016286645,</a:t>
            </a:r>
          </a:p>
          <a:p>
            <a:r>
              <a:t>        "precision": 0.13963328631875882,</a:t>
            </a:r>
          </a:p>
          <a:p>
            <a:r>
              <a:t>        "recall": 0.5210526315789473,</a:t>
            </a:r>
          </a:p>
          <a:p>
            <a:r>
              <a:t>        "roc_auc": 0.5313989434552925,</a:t>
            </a:r>
          </a:p>
          <a:p>
            <a:r>
              <a:t>        "row_count": 1535,</a:t>
            </a:r>
          </a:p>
          <a:p>
            <a:r>
              <a:t>        "threshold": 0.06</a:t>
            </a:r>
          </a:p>
          <a:p>
            <a:r>
              <a:t>      },</a:t>
            </a:r>
          </a:p>
          <a:p>
            <a:r>
              <a:t>      "test_predictions_sha256": "08bb3a528308f9d9bda0cce112cdad5dd3d359f617564906b40060a09a5b1b17",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-0.10124239513308582,</a:t>
            </a:r>
          </a:p>
          <a:p>
            <a:r>
              <a:t>            -0.02410222052153001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-0.10381096897105711,</a:t>
            </a:r>
          </a:p>
          <a:p>
            <a:r>
              <a:t>            -0.025045384932903363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-0.1235787117567873,</a:t>
            </a:r>
          </a:p>
          <a:p>
            <a:r>
              <a:t>            -0.03826802346856459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0.11013314646059345,</a:t>
            </a:r>
          </a:p>
          <a:p>
            <a:r>
              <a:t>            0.16479921041693663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0.11221221544357568,</a:t>
            </a:r>
          </a:p>
          <a:p>
            <a:r>
              <a:t>            0.167967967487942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0.49008521309257186,</a:t>
            </a:r>
          </a:p>
          <a:p>
            <a:r>
              <a:t>            0.5739226603312293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"answerdotai/ModernBERT-base",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"Wqkv",</a:t>
            </a:r>
          </a:p>
          <a:p>
            <a:r>
              <a:t>            "Wo"</a:t>
            </a:r>
          </a:p>
          <a:p>
            <a:r>
              <a:t>          ],</a:t>
            </a:r>
          </a:p>
          <a:p>
            <a:r>
              <a:t>          "parameters_billions": 0.149,</a:t>
            </a:r>
          </a:p>
          <a:p>
            <a:r>
              <a:t>          "pooling": "mean",</a:t>
            </a:r>
          </a:p>
          <a:p>
            <a:r>
              <a:t>          "profile_vram_gib": [</a:t>
            </a:r>
          </a:p>
          <a:p>
            <a:r>
              <a:t>            16,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"8949b909ec900327062f0ebf497f51aef5e6f0c8"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"frozen/Apache/modernbert/10/e3658a360fe21738/checkpoint"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0.6892508143322476,</a:t>
            </a:r>
          </a:p>
          <a:p>
            <a:r>
              <a:t>        "auc_prc": 0.11673850866307559,</a:t>
            </a:r>
          </a:p>
          <a:p>
            <a:r>
              <a:t>        "average_precision": 0.1201999676966554,</a:t>
            </a:r>
          </a:p>
          <a:p>
            <a:r>
              <a:t>        "balanced_accuracy": 0.6102741528414052,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997,</a:t>
            </a:r>
          </a:p>
          <a:p>
            <a:r>
              <a:t>            420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57,</a:t>
            </a:r>
          </a:p>
          <a:p>
            <a:r>
              <a:t>            61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0.20367278797996663,</a:t>
            </a:r>
          </a:p>
          <a:p>
            <a:r>
              <a:t>        "positive_count": 118,</a:t>
            </a:r>
          </a:p>
          <a:p>
            <a:r>
              <a:t>        "positive_rate": 0.07687296416938111,</a:t>
            </a:r>
          </a:p>
          <a:p>
            <a:r>
              <a:t>        "precision": 0.12681912681912683,</a:t>
            </a:r>
          </a:p>
          <a:p>
            <a:r>
              <a:t>        "recall": 0.5169491525423728,</a:t>
            </a:r>
          </a:p>
          <a:p>
            <a:r>
              <a:t>        "roc_auc": 0.6539358635455665,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"b5aa0f84a349e770a679bc01d9533faf2ccb47e91a3559a3aa92bd4d29781e45",</a:t>
            </a:r>
          </a:p>
          <a:p>
            <a:r>
              <a:t>        "head.safetensors": "7605730394df965b5ec0fc18b2dfa2bc2a91d560481300e5424b4a09556b1f4c",</a:t>
            </a:r>
          </a:p>
          <a:p>
            <a:r>
              <a:t>        "inference.json": "a1228960b8197c6600579ea83adfe068c50974df85062058224af1147cda9d74"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0.07687296416938111,</a:t>
            </a:r>
          </a:p>
          <a:p>
            <a:r>
              <a:t>        "auc_prc": 0.5384364820846905,</a:t>
            </a:r>
          </a:p>
          <a:p>
            <a:r>
              <a:t>        "average_precision": 0.07687296416938111,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1417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0.1427707199032063,</a:t>
            </a:r>
          </a:p>
          <a:p>
            <a:r>
              <a:t>        "positive_count": 118,</a:t>
            </a:r>
          </a:p>
          <a:p>
            <a:r>
              <a:t>        "positive_rate": 0.07687296416938111,</a:t>
            </a:r>
          </a:p>
          <a:p>
            <a:r>
              <a:t>        "precision": 0.07687296416938111,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"modernbert",</a:t>
            </a:r>
          </a:p>
          <a:p>
            <a:r>
              <a:t>      "project": "Apache",</a:t>
            </a:r>
          </a:p>
          <a:p>
            <a:r>
              <a:t>      "selection_sha256": "7bb48f656282cb08961294dedd94ba55c12807e2b9cc8bddf388ff077ea69001",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0.9029315960912052,</a:t>
            </a:r>
          </a:p>
          <a:p>
            <a:r>
              <a:t>        "auc_prc": 0.09410919991815059,</a:t>
            </a:r>
          </a:p>
          <a:p>
            <a:r>
              <a:t>        "average_precision": 0.09570694286412822,</a:t>
            </a:r>
          </a:p>
          <a:p>
            <a:r>
              <a:t>        "balanced_accuracy": 0.49294582730284797,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1385,</a:t>
            </a:r>
          </a:p>
          <a:p>
            <a:r>
              <a:t>            32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117,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0.013245033112582781,</a:t>
            </a:r>
          </a:p>
          <a:p>
            <a:r>
              <a:t>        "positive_count": 118,</a:t>
            </a:r>
          </a:p>
          <a:p>
            <a:r>
              <a:t>        "positive_rate": 0.07687296416938111,</a:t>
            </a:r>
          </a:p>
          <a:p>
            <a:r>
              <a:t>        "precision": 0.030303030303030304,</a:t>
            </a:r>
          </a:p>
          <a:p>
            <a:r>
              <a:t>        "recall": 0.00847457627118644,</a:t>
            </a:r>
          </a:p>
          <a:p>
            <a:r>
              <a:t>        "roc_auc": 0.5969223592454816,</a:t>
            </a:r>
          </a:p>
          <a:p>
            <a:r>
              <a:t>        "row_count": 1535,</a:t>
            </a:r>
          </a:p>
          <a:p>
            <a:r>
              <a:t>        "threshold": 0.09999999999999999</a:t>
            </a:r>
          </a:p>
          <a:p>
            <a:r>
              <a:t>      },</a:t>
            </a:r>
          </a:p>
          <a:p>
            <a:r>
              <a:t>      "test_predictions_sha256": "b8d3668f587ebb5e7fd072b24bc98eb5d729704a92ca30f3b59128a7153bd0fd",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-0.047798703208413514,</a:t>
            </a:r>
          </a:p>
          <a:p>
            <a:r>
              <a:t>            -0.008662628685802726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-0.05030022441623085,</a:t>
            </a:r>
          </a:p>
          <a:p>
            <a:r>
              <a:t>            -0.008776629773136844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-0.08342201881046318,</a:t>
            </a:r>
          </a:p>
          <a:p>
            <a:r>
              <a:t>            -0.03041066066985182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0.07326587848158633,</a:t>
            </a:r>
          </a:p>
          <a:p>
            <a:r>
              <a:t>            0.11899523754176314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0.07570468080239556,</a:t>
            </a:r>
          </a:p>
          <a:p>
            <a:r>
              <a:t>            0.12282008506196963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0.5466045937670281,</a:t>
            </a:r>
          </a:p>
          <a:p>
            <a:r>
              <a:t>            0.6468684711920804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"answerdotai/ModernBERT-base",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"Wqkv",</a:t>
            </a:r>
          </a:p>
          <a:p>
            <a:r>
              <a:t>            "Wo"</a:t>
            </a:r>
          </a:p>
          <a:p>
            <a:r>
              <a:t>          ],</a:t>
            </a:r>
          </a:p>
          <a:p>
            <a:r>
              <a:t>          "parameters_billions": 0.149,</a:t>
            </a:r>
          </a:p>
          <a:p>
            <a:r>
              <a:t>          "pooling": "mean",</a:t>
            </a:r>
          </a:p>
          <a:p>
            <a:r>
              <a:t>          "profile_vram_gib": [</a:t>
            </a:r>
          </a:p>
          <a:p>
            <a:r>
              <a:t>            16,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"8949b909ec900327062f0ebf497f51aef5e6f0c8"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"frozen/Apache/modernbert/15/e3658a360fe21738/checkpoint"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0.641042345276873,</a:t>
            </a:r>
          </a:p>
          <a:p>
            <a:r>
              <a:t>        "auc_prc": 0.0964500311122774,</a:t>
            </a:r>
          </a:p>
          <a:p>
            <a:r>
              <a:t>        "average_precision": 0.09971765671814088,</a:t>
            </a:r>
          </a:p>
          <a:p>
            <a:r>
              <a:t>        "balanced_accuracy": 0.6764566033250123,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926,</a:t>
            </a:r>
          </a:p>
          <a:p>
            <a:r>
              <a:t>            528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23,</a:t>
            </a:r>
          </a:p>
          <a:p>
            <a:r>
              <a:t>            58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0.17391304347826086,</a:t>
            </a:r>
          </a:p>
          <a:p>
            <a:r>
              <a:t>        "positive_count": 81,</a:t>
            </a:r>
          </a:p>
          <a:p>
            <a:r>
              <a:t>        "positive_rate": 0.05276872964169381,</a:t>
            </a:r>
          </a:p>
          <a:p>
            <a:r>
              <a:t>        "precision": 0.09897610921501707,</a:t>
            </a:r>
          </a:p>
          <a:p>
            <a:r>
              <a:t>        "recall": 0.7160493827160493,</a:t>
            </a:r>
          </a:p>
          <a:p>
            <a:r>
              <a:t>        "roc_auc": 0.7046164688301323,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"5def13a06d09a59271b2b69e38b95992296cc0723fdf2bc636c2d91246ec5783",</a:t>
            </a:r>
          </a:p>
          <a:p>
            <a:r>
              <a:t>        "head.safetensors": "5129d533acf226609ee3bab424d2a6aa4fa551d4fa20ec2cf5a0d2b4697062c0",</a:t>
            </a:r>
          </a:p>
          <a:p>
            <a:r>
              <a:t>        "inference.json": "21213fc877d2b57e7df382617e360bf66ea4b229ee9ce57fed5afea18bd17aba"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0.05276872964169381,</a:t>
            </a:r>
          </a:p>
          <a:p>
            <a:r>
              <a:t>        "auc_prc": 0.5263843648208469,</a:t>
            </a:r>
          </a:p>
          <a:p>
            <a:r>
              <a:t>        "average_precision": 0.05276872964169381,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1454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0.10024752475247524,</a:t>
            </a:r>
          </a:p>
          <a:p>
            <a:r>
              <a:t>        "positive_count": 81,</a:t>
            </a:r>
          </a:p>
          <a:p>
            <a:r>
              <a:t>        "positive_rate": 0.05276872964169381,</a:t>
            </a:r>
          </a:p>
          <a:p>
            <a:r>
              <a:t>        "precision": 0.05276872964169381,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"modernbert",</a:t>
            </a:r>
          </a:p>
          <a:p>
            <a:r>
              <a:t>      "project": "Apache",</a:t>
            </a:r>
          </a:p>
          <a:p>
            <a:r>
              <a:t>      "selection_sha256": "26b3e640db21a1141583e6a050653149c2df80092aa57d01e0dc071a64d9e2ee",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0.9433224755700326,</a:t>
            </a:r>
          </a:p>
          <a:p>
            <a:r>
              <a:t>        "auc_prc": 0.08211185457783239,</a:t>
            </a:r>
          </a:p>
          <a:p>
            <a:r>
              <a:t>        "average_precision": 0.08426775786553185,</a:t>
            </a:r>
          </a:p>
          <a:p>
            <a:r>
              <a:t>        "balanced_accuracy": 0.49793672627235214,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1448,</a:t>
            </a:r>
          </a:p>
          <a:p>
            <a:r>
              <a:t>            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81,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81,</a:t>
            </a:r>
          </a:p>
          <a:p>
            <a:r>
              <a:t>        "positive_rate": 0.05276872964169381,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0.6636778915550121,</a:t>
            </a:r>
          </a:p>
          <a:p>
            <a:r>
              <a:t>        "row_count": 1535,</a:t>
            </a:r>
          </a:p>
          <a:p>
            <a:r>
              <a:t>        "threshold": 0.12</a:t>
            </a:r>
          </a:p>
          <a:p>
            <a:r>
              <a:t>      },</a:t>
            </a:r>
          </a:p>
          <a:p>
            <a:r>
              <a:t>      "test_predictions_sha256": "0270ea68c00c71e98e96895aaf1f2dca44da737dc6b6f36a8d9ef565ed96f6d7",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-0.03473245070862306,</a:t>
            </a:r>
          </a:p>
          <a:p>
            <a:r>
              <a:t>            0.004421798822714705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-0.040469527077514285,</a:t>
            </a:r>
          </a:p>
          <a:p>
            <a:r>
              <a:t>            0.0056250581910618795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-0.07769868190283222,</a:t>
            </a:r>
          </a:p>
          <a:p>
            <a:r>
              <a:t>            -0.0020976218475271423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0.060016770797670226,</a:t>
            </a:r>
          </a:p>
          <a:p>
            <a:r>
              <a:t>            0.10966393536920642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0.06295445559293364,</a:t>
            </a:r>
          </a:p>
          <a:p>
            <a:r>
              <a:t>            0.11554732591250337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0.6081596370793244,</a:t>
            </a:r>
          </a:p>
          <a:p>
            <a:r>
              <a:t>            0.7198558202423461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"answerdotai/ModernBERT-base",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"Wqkv",</a:t>
            </a:r>
          </a:p>
          <a:p>
            <a:r>
              <a:t>            "Wo"</a:t>
            </a:r>
          </a:p>
          <a:p>
            <a:r>
              <a:t>          ],</a:t>
            </a:r>
          </a:p>
          <a:p>
            <a:r>
              <a:t>          "parameters_billions": 0.149,</a:t>
            </a:r>
          </a:p>
          <a:p>
            <a:r>
              <a:t>          "pooling": "mean",</a:t>
            </a:r>
          </a:p>
          <a:p>
            <a:r>
              <a:t>          "profile_vram_gib": [</a:t>
            </a:r>
          </a:p>
          <a:p>
            <a:r>
              <a:t>            16,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"8949b909ec900327062f0ebf497f51aef5e6f0c8"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"frozen/Apache/modernbert/20/e3658a360fe21738/checkpoint"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0.6859934853420195,</a:t>
            </a:r>
          </a:p>
          <a:p>
            <a:r>
              <a:t>        "auc_prc": 0.07660777122663817,</a:t>
            </a:r>
          </a:p>
          <a:p>
            <a:r>
              <a:t>        "average_precision": 0.07979742460932318,</a:t>
            </a:r>
          </a:p>
          <a:p>
            <a:r>
              <a:t>        "balanced_accuracy": 0.6658685866519682,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1015,</a:t>
            </a:r>
          </a:p>
          <a:p>
            <a:r>
              <a:t>            461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21,</a:t>
            </a:r>
          </a:p>
          <a:p>
            <a:r>
              <a:t>            38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0.13620071684587814,</a:t>
            </a:r>
          </a:p>
          <a:p>
            <a:r>
              <a:t>        "positive_count": 59,</a:t>
            </a:r>
          </a:p>
          <a:p>
            <a:r>
              <a:t>        "positive_rate": 0.038436482084690554,</a:t>
            </a:r>
          </a:p>
          <a:p>
            <a:r>
              <a:t>        "precision": 0.07615230460921844,</a:t>
            </a:r>
          </a:p>
          <a:p>
            <a:r>
              <a:t>        "recall": 0.6440677966101694,</a:t>
            </a:r>
          </a:p>
          <a:p>
            <a:r>
              <a:t>        "roc_auc": 0.7377761701345827,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"1e5688478c19eee6bd69dd6b1e0e8150d4a0a42c9d59ec5835ad5cf69d725c2e",</a:t>
            </a:r>
          </a:p>
          <a:p>
            <a:r>
              <a:t>        "head.safetensors": "c5fd5afcbb05a6cee9558d0408f871dc0992ec861dd01e79d6e32ed697d8eb31",</a:t>
            </a:r>
          </a:p>
          <a:p>
            <a:r>
              <a:t>        "inference.json": "d7584bf6fc59fe8970ace3ed775e96abefc757c1b5e953f6e52b375783a1077d"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0.038436482084690554,</a:t>
            </a:r>
          </a:p>
          <a:p>
            <a:r>
              <a:t>        "auc_prc": 0.5192182410423453,</a:t>
            </a:r>
          </a:p>
          <a:p>
            <a:r>
              <a:t>        "average_precision": 0.038436482084690554,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1476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59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0.0740276035131744,</a:t>
            </a:r>
          </a:p>
          <a:p>
            <a:r>
              <a:t>        "positive_count": 59,</a:t>
            </a:r>
          </a:p>
          <a:p>
            <a:r>
              <a:t>        "positive_rate": 0.038436482084690554,</a:t>
            </a:r>
          </a:p>
          <a:p>
            <a:r>
              <a:t>        "precision": 0.038436482084690554,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"modernbert",</a:t>
            </a:r>
          </a:p>
          <a:p>
            <a:r>
              <a:t>      "project": "Apache",</a:t>
            </a:r>
          </a:p>
          <a:p>
            <a:r>
              <a:t>      "selection_sha256": "624b009374ee52acd70c2485260432c3c10a085bf3e730b77db931a20a61791f",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0.9596091205211726,</a:t>
            </a:r>
          </a:p>
          <a:p>
            <a:r>
              <a:t>        "auc_prc": 0.057819063834194794,</a:t>
            </a:r>
          </a:p>
          <a:p>
            <a:r>
              <a:t>        "average_precision": 0.05994170814833726,</a:t>
            </a:r>
          </a:p>
          <a:p>
            <a:r>
              <a:t>        "balanced_accuracy": 0.49898373983739835,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1473,</a:t>
            </a:r>
          </a:p>
          <a:p>
            <a:r>
              <a:t>            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59,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59,</a:t>
            </a:r>
          </a:p>
          <a:p>
            <a:r>
              <a:t>        "positive_rate": 0.038436482084690554,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0.6668159478204951,</a:t>
            </a:r>
          </a:p>
          <a:p>
            <a:r>
              <a:t>        "row_count": 1535,</a:t>
            </a:r>
          </a:p>
          <a:p>
            <a:r>
              <a:t>        "threshold": 0.10999999999999999</a:t>
            </a:r>
          </a:p>
          <a:p>
            <a:r>
              <a:t>      },</a:t>
            </a:r>
          </a:p>
          <a:p>
            <a:r>
              <a:t>      "test_predictions_sha256": "a46b82c250b262780ff252e9423b30e24908b5470102819652b17234d2e1e6a8",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-0.040964269424685895,</a:t>
            </a:r>
          </a:p>
          <a:p>
            <a:r>
              <a:t>            -0.00193282874618606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-0.047180166687732186,</a:t>
            </a:r>
          </a:p>
          <a:p>
            <a:r>
              <a:t>            -0.00100443882388862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-0.1174374555604841,</a:t>
            </a:r>
          </a:p>
          <a:p>
            <a:r>
              <a:t>            -0.023381348611462648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0.040676065051556964,</a:t>
            </a:r>
          </a:p>
          <a:p>
            <a:r>
              <a:t>            0.08043688079137473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0.04368093976327245,</a:t>
            </a:r>
          </a:p>
          <a:p>
            <a:r>
              <a:t>            0.08649768085822944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0.6068656672398365,</a:t>
            </a:r>
          </a:p>
          <a:p>
            <a:r>
              <a:t>            0.7216932814935555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"hf2":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"finetune/Apache/phi/5/8bd6563dc53d12f9/checkpoint"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0.8768729641693811,</a:t>
            </a:r>
          </a:p>
          <a:p>
            <a:r>
              <a:t>        "auc_prc": 0.19186403840642263,</a:t>
            </a:r>
          </a:p>
          <a:p>
            <a:r>
              <a:t>        "average_precision": 0.19445281964389127,</a:t>
            </a:r>
          </a:p>
          <a:p>
            <a:r>
              <a:t>        "balanced_accuracy": 0.5026315789473684,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1345,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189,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0.010471204188481674,</a:t>
            </a:r>
          </a:p>
          <a:p>
            <a:r>
              <a:t>        "positive_count": 190,</a:t>
            </a:r>
          </a:p>
          <a:p>
            <a:r>
              <a:t>        "positive_rate": 0.1237785016286645,</a:t>
            </a:r>
          </a:p>
          <a:p>
            <a:r>
              <a:t>        "precision": 1.0,</a:t>
            </a:r>
          </a:p>
          <a:p>
            <a:r>
              <a:t>        "recall": 0.005263157894736842,</a:t>
            </a:r>
          </a:p>
          <a:p>
            <a:r>
              <a:t>        "roc_auc": 0.6139894345529251,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"58207b829b05a874051c670b255e5e304b8fd9e585e5d59eacfb503377c2793b",</a:t>
            </a:r>
          </a:p>
          <a:p>
            <a:r>
              <a:t>        "adapter/README.md": "5e790f340065c0c5c2b21df0a7e9ed72412548a895e90be709c4fdded4767516",</a:t>
            </a:r>
          </a:p>
          <a:p>
            <a:r>
              <a:t>        "adapter/adapter_config.json": "f08a75768893d31c98207205ed2df8d5a40077bf0be92b8fdee6470d4c662784",</a:t>
            </a:r>
          </a:p>
          <a:p>
            <a:r>
              <a:t>        "adapter/adapter_model.safetensors": "e2a90fbfe1953e6c743e9991988560abae1c3cb1924607c5b7db60237930675d",</a:t>
            </a:r>
          </a:p>
          <a:p>
            <a:r>
              <a:t>        "head.safetensors": "f6963a36d98d9103b75a0e4bccd7f4da4a6b3951092dc5f04a5301f4c3ac3840",</a:t>
            </a:r>
          </a:p>
          <a:p>
            <a:r>
              <a:t>        "inference.json": "81845f903993865c2569bb8bbdbcb625b539fb3900a39bec1d91dbdac0953020"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0.1237785016286645,</a:t>
            </a:r>
          </a:p>
          <a:p>
            <a:r>
              <a:t>        "auc_prc": 0.5618892508143323,</a:t>
            </a:r>
          </a:p>
          <a:p>
            <a:r>
              <a:t>        "average_precision": 0.1237785016286645,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1345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190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0.22028985507246376,</a:t>
            </a:r>
          </a:p>
          <a:p>
            <a:r>
              <a:t>        "positive_count": 190,</a:t>
            </a:r>
          </a:p>
          <a:p>
            <a:r>
              <a:t>        "positive_rate": 0.1237785016286645,</a:t>
            </a:r>
          </a:p>
          <a:p>
            <a:r>
              <a:t>        "precision": 0.1237785016286645,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"phi",</a:t>
            </a:r>
          </a:p>
          <a:p>
            <a:r>
              <a:t>      "project": "Apache",</a:t>
            </a:r>
          </a:p>
          <a:p>
            <a:r>
              <a:t>      "selection_sha256": "fbff8e102b072b9468e609130fbb4e1beaced21424107f5634cbce256371994c",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0.8710097719869707,</a:t>
            </a:r>
          </a:p>
          <a:p>
            <a:r>
              <a:t>        "auc_prc": 0.1370363450756126,</a:t>
            </a:r>
          </a:p>
          <a:p>
            <a:r>
              <a:t>        "average_precision": 0.13871884240991056,</a:t>
            </a:r>
          </a:p>
          <a:p>
            <a:r>
              <a:t>        "balanced_accuracy": 0.5015456857757777,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1335,</a:t>
            </a:r>
          </a:p>
          <a:p>
            <a:r>
              <a:t>            10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188,</a:t>
            </a:r>
          </a:p>
          <a:p>
            <a:r>
              <a:t>            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0.0198019801980198,</a:t>
            </a:r>
          </a:p>
          <a:p>
            <a:r>
              <a:t>        "positive_count": 190,</a:t>
            </a:r>
          </a:p>
          <a:p>
            <a:r>
              <a:t>        "positive_rate": 0.1237785016286645,</a:t>
            </a:r>
          </a:p>
          <a:p>
            <a:r>
              <a:t>        "precision": 0.16666666666666666,</a:t>
            </a:r>
          </a:p>
          <a:p>
            <a:r>
              <a:t>        "recall": 0.010526315789473684,</a:t>
            </a:r>
          </a:p>
          <a:p>
            <a:r>
              <a:t>        "roc_auc": 0.5354451183721385,</a:t>
            </a:r>
          </a:p>
          <a:p>
            <a:r>
              <a:t>        "row_count": 1535,</a:t>
            </a:r>
          </a:p>
          <a:p>
            <a:r>
              <a:t>        "threshold": 0.06</a:t>
            </a:r>
          </a:p>
          <a:p>
            <a:r>
              <a:t>      },</a:t>
            </a:r>
          </a:p>
          <a:p>
            <a:r>
              <a:t>      "test_predictions_sha256": "0c7202265b68acf69d500def689f74252b63aaacb87e38a3d0b87265725ef657",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-0.09836597914419246,</a:t>
            </a:r>
          </a:p>
          <a:p>
            <a:r>
              <a:t>            -0.022490846312768053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-0.10005263499211293,</a:t>
            </a:r>
          </a:p>
          <a:p>
            <a:r>
              <a:t>            -0.022624400887845172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-0.11654942889500515,</a:t>
            </a:r>
          </a:p>
          <a:p>
            <a:r>
              <a:t>            -0.03934903939068048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0.11168292326683436,</a:t>
            </a:r>
          </a:p>
          <a:p>
            <a:r>
              <a:t>            0.16989594254198714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0.11495025073626212,</a:t>
            </a:r>
          </a:p>
          <a:p>
            <a:r>
              <a:t>            0.17393163366336753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0.491598419618353,</a:t>
            </a:r>
          </a:p>
          <a:p>
            <a:r>
              <a:t>            0.5785840051906881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"finetune/Apache/phi/10/8bd6563dc53d12f9/checkpoint"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0.6892508143322476,</a:t>
            </a:r>
          </a:p>
          <a:p>
            <a:r>
              <a:t>        "auc_prc": 0.11673850866307559,</a:t>
            </a:r>
          </a:p>
          <a:p>
            <a:r>
              <a:t>        "average_precision": 0.1201999676966554,</a:t>
            </a:r>
          </a:p>
          <a:p>
            <a:r>
              <a:t>        "balanced_accuracy": 0.6102741528414052,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997,</a:t>
            </a:r>
          </a:p>
          <a:p>
            <a:r>
              <a:t>            420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57,</a:t>
            </a:r>
          </a:p>
          <a:p>
            <a:r>
              <a:t>            61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0.20367278797996663,</a:t>
            </a:r>
          </a:p>
          <a:p>
            <a:r>
              <a:t>        "positive_count": 118,</a:t>
            </a:r>
          </a:p>
          <a:p>
            <a:r>
              <a:t>        "positive_rate": 0.07687296416938111,</a:t>
            </a:r>
          </a:p>
          <a:p>
            <a:r>
              <a:t>        "precision": 0.12681912681912683,</a:t>
            </a:r>
          </a:p>
          <a:p>
            <a:r>
              <a:t>        "recall": 0.5169491525423728,</a:t>
            </a:r>
          </a:p>
          <a:p>
            <a:r>
              <a:t>        "roc_auc": 0.6539358635455665,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"5fb84f7807c55265cf5ccf1555f3aff7366ec0860ba76fe64db810d4fb5d0bed",</a:t>
            </a:r>
          </a:p>
          <a:p>
            <a:r>
              <a:t>        "adapter/README.md": "5e790f340065c0c5c2b21df0a7e9ed72412548a895e90be709c4fdded4767516",</a:t>
            </a:r>
          </a:p>
          <a:p>
            <a:r>
              <a:t>        "adapter/adapter_config.json": "f08a75768893d31c98207205ed2df8d5a40077bf0be92b8fdee6470d4c662784",</a:t>
            </a:r>
          </a:p>
          <a:p>
            <a:r>
              <a:t>        "adapter/adapter_model.safetensors": "38d32d6b563fc18cccbc5ea6054a4fd308d854d31d321431c2a83bb4c2a624a7",</a:t>
            </a:r>
          </a:p>
          <a:p>
            <a:r>
              <a:t>        "head.safetensors": "5d5d728356f81e27824535cb486da886003ce93f49687855ccae0adf60d8c5aa",</a:t>
            </a:r>
          </a:p>
          <a:p>
            <a:r>
              <a:t>        "inference.json": "0d5c092645e5a186a994de86b3a86f1eda0c34def07401a2a940c87074cdf530"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0.07687296416938111,</a:t>
            </a:r>
          </a:p>
          <a:p>
            <a:r>
              <a:t>        "auc_prc": 0.5384364820846905,</a:t>
            </a:r>
          </a:p>
          <a:p>
            <a:r>
              <a:t>        "average_precision": 0.07687296416938111,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1417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0.1427707199032063,</a:t>
            </a:r>
          </a:p>
          <a:p>
            <a:r>
              <a:t>        "positive_count": 118,</a:t>
            </a:r>
          </a:p>
          <a:p>
            <a:r>
              <a:t>        "positive_rate": 0.07687296416938111,</a:t>
            </a:r>
          </a:p>
          <a:p>
            <a:r>
              <a:t>        "precision": 0.07687296416938111,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"phi",</a:t>
            </a:r>
          </a:p>
          <a:p>
            <a:r>
              <a:t>      "project": "Apache",</a:t>
            </a:r>
          </a:p>
          <a:p>
            <a:r>
              <a:t>      "selection_sha256": "b34e54368bc28435415baba97756828aaadb9ae7f43c10ad2f80da143743bef1",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0.923127035830619,</a:t>
            </a:r>
          </a:p>
          <a:p>
            <a:r>
              <a:t>        "auc_prc": 0.09038681148359222,</a:t>
            </a:r>
          </a:p>
          <a:p>
            <a:r>
              <a:t>        "average_precision": 0.09210136697310442,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1417,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118,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118,</a:t>
            </a:r>
          </a:p>
          <a:p>
            <a:r>
              <a:t>        "positive_rate": 0.07687296416938111,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0.5837469947250696,</a:t>
            </a:r>
          </a:p>
          <a:p>
            <a:r>
              <a:t>        "row_count": 1535,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"470d943d056acbd80abaffe0eb6068eb6deef72f1f379cbd04d9bef3722339b3",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-0.06001699376334515,</a:t>
            </a:r>
          </a:p>
          <a:p>
            <a:r>
              <a:t>            -0.004802183294396747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-0.06375936571266598,</a:t>
            </a:r>
          </a:p>
          <a:p>
            <a:r>
              <a:t>            -0.0033074818217696915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-0.11942191136717482,</a:t>
            </a:r>
          </a:p>
          <a:p>
            <a:r>
              <a:t>            -0.025343624313219043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0.0706877882463856,</a:t>
            </a:r>
          </a:p>
          <a:p>
            <a:r>
              <a:t>            0.11471030917705588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0.07306190823854651,</a:t>
            </a:r>
          </a:p>
          <a:p>
            <a:r>
              <a:t>            0.11902897107605931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0.5342870724037091,</a:t>
            </a:r>
          </a:p>
          <a:p>
            <a:r>
              <a:t>            0.6309236446694789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"frozen/Apache/phi/15/e3658a360fe21738/checkpoint"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0.641042345276873,</a:t>
            </a:r>
          </a:p>
          <a:p>
            <a:r>
              <a:t>        "auc_prc": 0.0964500311122774,</a:t>
            </a:r>
          </a:p>
          <a:p>
            <a:r>
              <a:t>        "average_precision": 0.09971765671814088,</a:t>
            </a:r>
          </a:p>
          <a:p>
            <a:r>
              <a:t>        "balanced_accuracy": 0.6764566033250123,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926,</a:t>
            </a:r>
          </a:p>
          <a:p>
            <a:r>
              <a:t>            528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23,</a:t>
            </a:r>
          </a:p>
          <a:p>
            <a:r>
              <a:t>            58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0.17391304347826086,</a:t>
            </a:r>
          </a:p>
          <a:p>
            <a:r>
              <a:t>        "positive_count": 81,</a:t>
            </a:r>
          </a:p>
          <a:p>
            <a:r>
              <a:t>        "positive_rate": 0.05276872964169381,</a:t>
            </a:r>
          </a:p>
          <a:p>
            <a:r>
              <a:t>        "precision": 0.09897610921501707,</a:t>
            </a:r>
          </a:p>
          <a:p>
            <a:r>
              <a:t>        "recall": 0.7160493827160493,</a:t>
            </a:r>
          </a:p>
          <a:p>
            <a:r>
              <a:t>        "roc_auc": 0.7046164688301323,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"57a4d3813ec11697b1d5f4c8e184f09df58599f1ca63c15b971443b7bd78bd5c",</a:t>
            </a:r>
          </a:p>
          <a:p>
            <a:r>
              <a:t>        "head.safetensors": "32701193a7eeda497cbecb610d144e67cc1180b72790bd762ab7d9815e09cee5",</a:t>
            </a:r>
          </a:p>
          <a:p>
            <a:r>
              <a:t>        "inference.json": "c31833a7161626f1f03d06b9d2cbda1410b71f827411952ff5d9f0ed5dbd61f4"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0.05276872964169381,</a:t>
            </a:r>
          </a:p>
          <a:p>
            <a:r>
              <a:t>        "auc_prc": 0.5263843648208469,</a:t>
            </a:r>
          </a:p>
          <a:p>
            <a:r>
              <a:t>        "average_precision": 0.05276872964169381,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1454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0.10024752475247524,</a:t>
            </a:r>
          </a:p>
          <a:p>
            <a:r>
              <a:t>        "positive_count": 81,</a:t>
            </a:r>
          </a:p>
          <a:p>
            <a:r>
              <a:t>        "positive_rate": 0.05276872964169381,</a:t>
            </a:r>
          </a:p>
          <a:p>
            <a:r>
              <a:t>        "precision": 0.05276872964169381,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"phi",</a:t>
            </a:r>
          </a:p>
          <a:p>
            <a:r>
              <a:t>      "project": "Apache",</a:t>
            </a:r>
          </a:p>
          <a:p>
            <a:r>
              <a:t>      "selection_sha256": "d9d83b2ea1be4fc501ef2b162a2197a0bfe9809537464736dea6bafd380db657",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0.9433224755700326,</a:t>
            </a:r>
          </a:p>
          <a:p>
            <a:r>
              <a:t>        "auc_prc": 0.08247331442498747,</a:t>
            </a:r>
          </a:p>
          <a:p>
            <a:r>
              <a:t>        "average_precision": 0.0847255890616574,</a:t>
            </a:r>
          </a:p>
          <a:p>
            <a:r>
              <a:t>        "balanced_accuracy": 0.49793672627235214,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1448,</a:t>
            </a:r>
          </a:p>
          <a:p>
            <a:r>
              <a:t>            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81,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81,</a:t>
            </a:r>
          </a:p>
          <a:p>
            <a:r>
              <a:t>        "positive_rate": 0.05276872964169381,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0.6681016183537962,</a:t>
            </a:r>
          </a:p>
          <a:p>
            <a:r>
              <a:t>        "row_count": 1535,</a:t>
            </a:r>
          </a:p>
          <a:p>
            <a:r>
              <a:t>        "threshold": 0.12</a:t>
            </a:r>
          </a:p>
          <a:p>
            <a:r>
              <a:t>      },</a:t>
            </a:r>
          </a:p>
          <a:p>
            <a:r>
              <a:t>      "test_predictions_sha256": "f6ec098aae0b8b5e76803c843ec79eaf8f3322649479c5dfc602c474a40a6b1d",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-0.03470055969161047,</a:t>
            </a:r>
          </a:p>
          <a:p>
            <a:r>
              <a:t>            0.005220908361123321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-0.03982296679020667,</a:t>
            </a:r>
          </a:p>
          <a:p>
            <a:r>
              <a:t>            0.006566269706121774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-0.07352292593901695,</a:t>
            </a:r>
          </a:p>
          <a:p>
            <a:r>
              <a:t>            0.0008674768169673838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0.060122524400114605,</a:t>
            </a:r>
          </a:p>
          <a:p>
            <a:r>
              <a:t>            0.11053408964776684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0.06318637668397034,</a:t>
            </a:r>
          </a:p>
          <a:p>
            <a:r>
              <a:t>            0.11784249375101724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0.6137910761911619,</a:t>
            </a:r>
          </a:p>
          <a:p>
            <a:r>
              <a:t>            0.7229719131567917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"frozen/Apache/qwen/20/e3658a360fe21738/checkpoint"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0.6859934853420195,</a:t>
            </a:r>
          </a:p>
          <a:p>
            <a:r>
              <a:t>        "auc_prc": 0.07660777122663817,</a:t>
            </a:r>
          </a:p>
          <a:p>
            <a:r>
              <a:t>        "average_precision": 0.07979742460932318,</a:t>
            </a:r>
          </a:p>
          <a:p>
            <a:r>
              <a:t>        "balanced_accuracy": 0.6658685866519682,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1015,</a:t>
            </a:r>
          </a:p>
          <a:p>
            <a:r>
              <a:t>            461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21,</a:t>
            </a:r>
          </a:p>
          <a:p>
            <a:r>
              <a:t>            38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0.13620071684587814,</a:t>
            </a:r>
          </a:p>
          <a:p>
            <a:r>
              <a:t>        "positive_count": 59,</a:t>
            </a:r>
          </a:p>
          <a:p>
            <a:r>
              <a:t>        "positive_rate": 0.038436482084690554,</a:t>
            </a:r>
          </a:p>
          <a:p>
            <a:r>
              <a:t>        "precision": 0.07615230460921844,</a:t>
            </a:r>
          </a:p>
          <a:p>
            <a:r>
              <a:t>        "recall": 0.6440677966101694,</a:t>
            </a:r>
          </a:p>
          <a:p>
            <a:r>
              <a:t>        "roc_auc": 0.7377761701345827,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"d3a650f5d38176e5877f144b109d2c088bca095df8126be86e0117a2aa3fdabb",</a:t>
            </a:r>
          </a:p>
          <a:p>
            <a:r>
              <a:t>        "head.safetensors": "0617835bdc20b1ae8b0b4695ab63a988319a524c52fa7a81bdc3ec7a06c732f6",</a:t>
            </a:r>
          </a:p>
          <a:p>
            <a:r>
              <a:t>        "inference.json": "5fe277bd2e57e41af955d1c87ec09daa10f65fa52ff67ecbd005b376e9267333"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0.038436482084690554,</a:t>
            </a:r>
          </a:p>
          <a:p>
            <a:r>
              <a:t>        "auc_prc": 0.5192182410423453,</a:t>
            </a:r>
          </a:p>
          <a:p>
            <a:r>
              <a:t>        "average_precision": 0.038436482084690554,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1476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59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0.0740276035131744,</a:t>
            </a:r>
          </a:p>
          <a:p>
            <a:r>
              <a:t>        "positive_count": 59,</a:t>
            </a:r>
          </a:p>
          <a:p>
            <a:r>
              <a:t>        "positive_rate": 0.038436482084690554,</a:t>
            </a:r>
          </a:p>
          <a:p>
            <a:r>
              <a:t>        "precision": 0.038436482084690554,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1535,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"qwen",</a:t>
            </a:r>
          </a:p>
          <a:p>
            <a:r>
              <a:t>      "project": "Apache",</a:t>
            </a:r>
          </a:p>
          <a:p>
            <a:r>
              <a:t>      "selection_sha256": "2a118cd2938cf66e6799bb049f1a8dd520e5b8970b42a000c7c6e9114f9c9ef4",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0.9583061889250815,</a:t>
            </a:r>
          </a:p>
          <a:p>
            <a:r>
              <a:t>        "auc_prc": 0.06228949850870753,</a:t>
            </a:r>
          </a:p>
          <a:p>
            <a:r>
              <a:t>        "average_precision": 0.06478682900152835,</a:t>
            </a:r>
          </a:p>
          <a:p>
            <a:r>
              <a:t>        "balanced_accuracy": 0.49830623306233063,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1471,</a:t>
            </a:r>
          </a:p>
          <a:p>
            <a:r>
              <a:t>            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59,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59,</a:t>
            </a:r>
          </a:p>
          <a:p>
            <a:r>
              <a:t>        "positive_rate": 0.038436482084690554,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0.6896559643562538,</a:t>
            </a:r>
          </a:p>
          <a:p>
            <a:r>
              <a:t>        "row_count": 1535,</a:t>
            </a:r>
          </a:p>
          <a:p>
            <a:r>
              <a:t>        "threshold": 0.09999999999999999</a:t>
            </a:r>
          </a:p>
          <a:p>
            <a:r>
              <a:t>      },</a:t>
            </a:r>
          </a:p>
          <a:p>
            <a:r>
              <a:t>      "test_predictions_sha256": "d89b43ba7b3975ddcb06c0d21c8c2a0264104f183e29d62434eb19e529221dab",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-0.03568632176156808,</a:t>
            </a:r>
          </a:p>
          <a:p>
            <a:r>
              <a:t>            0.00448376455519532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-0.04188348976310984,</a:t>
            </a:r>
          </a:p>
          <a:p>
            <a:r>
              <a:t>            0.006404303863589719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-0.0947619284658087,</a:t>
            </a:r>
          </a:p>
          <a:p>
            <a:r>
              <a:t>            -0.002985249398590911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0.04342528234357863,</a:t>
            </a:r>
          </a:p>
          <a:p>
            <a:r>
              <a:t>            0.08755462723866689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0.0464795083318728,</a:t>
            </a:r>
          </a:p>
          <a:p>
            <a:r>
              <a:t>            0.09529155421776833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0.6359838239869484,</a:t>
            </a:r>
          </a:p>
          <a:p>
            <a:r>
              <a:t>            0.7396931246433943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jev-20261029-deberta; report received October 29, 2026.</a:t>
            </a:r>
          </a:p>
          <a:p>
            <a:r>
              <a:t>Source Tasks/sprint-data-analysis-summary/data/jev-20261029-report.json; SHA256 a074875efea0b7be102ae88b6180d6d63bc164d28df7ddaa45467ca3e4f6c81f.</a:t>
            </a:r>
          </a:p>
          <a:p>
            <a:r>
              <a:t>Study SHA256 af791067994d62249bda4587c33bd4a9782d66c52531aadd98c3198ae1ac6e17.</a:t>
            </a:r>
          </a:p>
          <a:p>
            <a:r>
              <a:t>Model com-kotobalabs/open-jev-deberta-v3-large, revision 188ee67a5c93122b916e5acd5bdb0cb3623e380a.</a:t>
            </a:r>
          </a:p>
          <a:p>
            <a:r>
              <a:t>Independent community model, not TypeSafe Jev or JEV-9B. Native p(yes), no task-specific training, fixed future-change question, validation F1 thresholds. Historical partitions/labels follow the frozen #357 contract. Reported counts, positives and classical metrics/identities match both prior studies. Raw predictions were not independently rescored or aligned for this presentation. HF1=ModernBERT/Qwen embeddings; HF2=Phi/Gemma/Qwen3.5. Cross-study comparisons are descriptive with different protocols. Reported gain intervals compare Jev with CLASSICAL, not HF1/HF2; 2000 paired issue bootstrap resamples, no temporal-dependence or multiplicity adjustment. Truncation counts refer to unique test issues per project, not four repeated level populations. Same observed retrospective holdout; public-Jira pretraining contamination is possible. K=at least K changed words AND at least one relevant text edit, not a percentage.</a:t>
            </a:r>
          </a:p>
          <a:p>
            <a:r>
              <a:t>Comparison Tasks/sprint-data-analysis-summary/data/hf-20261008-report.json SHA256 7698fe31e652cc8d24fb2cc8ff8a443c2c1ec04ac3786cd9bf3dc0e6f4ec006a</a:t>
            </a:r>
          </a:p>
          <a:p>
            <a:r>
              <a:t>Comparison Tasks/sprint-data-analysis-summary/data/hf-20261019-report.json SHA256 3bd3ef27dac8a7f476ae341a8e8ef172b3bd3e7f773c13d51875cbd122f07fb6</a:t>
            </a:r>
          </a:p>
          <a:p>
            <a:r>
              <a:t>{</a:t>
            </a:r>
          </a:p>
          <a:p>
            <a:r>
              <a:t>  "jev":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0.7240663900414938,</a:t>
            </a:r>
          </a:p>
          <a:p>
            <a:r>
              <a:t>        "auc_prc": 0.260598376632622,</a:t>
            </a:r>
          </a:p>
          <a:p>
            <a:r>
              <a:t>        "average_precision": 0.2645629912456322,</a:t>
            </a:r>
          </a:p>
          <a:p>
            <a:r>
              <a:t>        "balanced_accuracy": 0.5532129672358099,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648,</a:t>
            </a:r>
          </a:p>
          <a:p>
            <a:r>
              <a:t>            140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126,</a:t>
            </a:r>
          </a:p>
          <a:p>
            <a:r>
              <a:t>            50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0.273224043715847,</a:t>
            </a:r>
          </a:p>
          <a:p>
            <a:r>
              <a:t>        "positive_count": 176,</a:t>
            </a:r>
          </a:p>
          <a:p>
            <a:r>
              <a:t>        "positive_rate": 0.1825726141078838,</a:t>
            </a:r>
          </a:p>
          <a:p>
            <a:r>
              <a:t>        "precision": 0.2631578947368421,</a:t>
            </a:r>
          </a:p>
          <a:p>
            <a:r>
              <a:t>        "recall": 0.2840909090909091,</a:t>
            </a:r>
          </a:p>
          <a:p>
            <a:r>
              <a:t>        "roc_auc": 0.6588277284263959,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0.1825726141078838,</a:t>
            </a:r>
          </a:p>
          <a:p>
            <a:r>
              <a:t>        "auc_prc": 0.5912863070539419,</a:t>
            </a:r>
          </a:p>
          <a:p>
            <a:r>
              <a:t>        "average_precision": 0.1825726141078838,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788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176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0.30877192982456136,</a:t>
            </a:r>
          </a:p>
          <a:p>
            <a:r>
              <a:t>        "positive_count": 176,</a:t>
            </a:r>
          </a:p>
          <a:p>
            <a:r>
              <a:t>        "positive_rate": 0.1825726141078838,</a:t>
            </a:r>
          </a:p>
          <a:p>
            <a:r>
              <a:t>        "precision": 0.1825726141078838,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false,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"Hyperledger",</a:t>
            </a:r>
          </a:p>
          <a:p>
            <a:r>
              <a:t>      "selection_sha256": "3c1f891d455f3bb199f64a4c303743cf4722499c0e740300a1592011750cb2d5",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0.1825726141078838,</a:t>
            </a:r>
          </a:p>
          <a:p>
            <a:r>
              <a:t>        "auc_prc": 0.18444664916440995,</a:t>
            </a:r>
          </a:p>
          <a:p>
            <a:r>
              <a:t>        "average_precision": 0.18750559724606125,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788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176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0.30877192982456136,</a:t>
            </a:r>
          </a:p>
          <a:p>
            <a:r>
              <a:t>        "positive_count": 176,</a:t>
            </a:r>
          </a:p>
          <a:p>
            <a:r>
              <a:t>        "positive_rate": 0.1825726141078838,</a:t>
            </a:r>
          </a:p>
          <a:p>
            <a:r>
              <a:t>        "precision": 0.1825726141078838,</a:t>
            </a:r>
          </a:p>
          <a:p>
            <a:r>
              <a:t>        "recall": 1.0,</a:t>
            </a:r>
          </a:p>
          <a:p>
            <a:r>
              <a:t>        "roc_auc": 0.4983019439317028,</a:t>
            </a:r>
          </a:p>
          <a:p>
            <a:r>
              <a:t>        "row_count": 964,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"a1d79b91f5a2535b39dd96b01906db1c942a14ccd444945823136699c69c97df",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964,</a:t>
            </a:r>
          </a:p>
          <a:p>
            <a:r>
              <a:t>        "state_token_limit": 256,</a:t>
            </a:r>
          </a:p>
          <a:p>
            <a:r>
              <a:t>        "truncated_rows": 67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-0.12493869007461081,</a:t>
            </a:r>
          </a:p>
          <a:p>
            <a:r>
              <a:t>            -0.029337034297870147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-0.1273363527732972,</a:t>
            </a:r>
          </a:p>
          <a:p>
            <a:r>
              <a:t>            -0.02856204621842228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-0.22048055020155766,</a:t>
            </a:r>
          </a:p>
          <a:p>
            <a:r>
              <a:t>            -0.09657624397676057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0.15503756514581926,</a:t>
            </a:r>
          </a:p>
          <a:p>
            <a:r>
              <a:t>            0.22296982898623288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0.15929416159838836,</a:t>
            </a:r>
          </a:p>
          <a:p>
            <a:r>
              <a:t>            0.22990930473754664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0.45244122603040987,</a:t>
            </a:r>
          </a:p>
          <a:p>
            <a:r>
              <a:t>            0.5434632592552268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0.8423236514522822,</a:t>
            </a:r>
          </a:p>
          <a:p>
            <a:r>
              <a:t>        "auc_prc": 0.22517241274150118,</a:t>
            </a:r>
          </a:p>
          <a:p>
            <a:r>
              <a:t>        "average_precision": 0.2286345797834445,</a:t>
            </a:r>
          </a:p>
          <a:p>
            <a:r>
              <a:t>        "balanced_accuracy": 0.4968301291936534,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811,</a:t>
            </a:r>
          </a:p>
          <a:p>
            <a:r>
              <a:t>            11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141,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0.012987012987012988,</a:t>
            </a:r>
          </a:p>
          <a:p>
            <a:r>
              <a:t>        "positive_count": 142,</a:t>
            </a:r>
          </a:p>
          <a:p>
            <a:r>
              <a:t>        "positive_rate": 0.14730290456431536,</a:t>
            </a:r>
          </a:p>
          <a:p>
            <a:r>
              <a:t>        "precision": 0.08333333333333333,</a:t>
            </a:r>
          </a:p>
          <a:p>
            <a:r>
              <a:t>        "recall": 0.007042253521126761,</a:t>
            </a:r>
          </a:p>
          <a:p>
            <a:r>
              <a:t>        "roc_auc": 0.6736917857510024,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0.14730290456431536,</a:t>
            </a:r>
          </a:p>
          <a:p>
            <a:r>
              <a:t>        "auc_prc": 0.5736514522821576,</a:t>
            </a:r>
          </a:p>
          <a:p>
            <a:r>
              <a:t>        "average_precision": 0.14730290456431536,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822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0.2567811934900543,</a:t>
            </a:r>
          </a:p>
          <a:p>
            <a:r>
              <a:t>        "positive_count": 142,</a:t>
            </a:r>
          </a:p>
          <a:p>
            <a:r>
              <a:t>        "positive_rate": 0.14730290456431536,</a:t>
            </a:r>
          </a:p>
          <a:p>
            <a:r>
              <a:t>        "precision": 0.14730290456431536,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"Hyperledger",</a:t>
            </a:r>
          </a:p>
          <a:p>
            <a:r>
              <a:t>      "selection_sha256": "00a398bfbe4cc7f42e2cc3d8947ab7f1185f5e3472193df5711ccd507426dda4",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0.7033195020746889,</a:t>
            </a:r>
          </a:p>
          <a:p>
            <a:r>
              <a:t>        "auc_prc": 0.1613348882236526,</a:t>
            </a:r>
          </a:p>
          <a:p>
            <a:r>
              <a:t>        "average_precision": 0.16491109632937057,</a:t>
            </a:r>
          </a:p>
          <a:p>
            <a:r>
              <a:t>        "balanced_accuracy": 0.5143586580309105,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643,</a:t>
            </a:r>
          </a:p>
          <a:p>
            <a:r>
              <a:t>            179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107,</a:t>
            </a:r>
          </a:p>
          <a:p>
            <a:r>
              <a:t>            35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0.19662921348314605,</a:t>
            </a:r>
          </a:p>
          <a:p>
            <a:r>
              <a:t>        "positive_count": 142,</a:t>
            </a:r>
          </a:p>
          <a:p>
            <a:r>
              <a:t>        "positive_rate": 0.14730290456431536,</a:t>
            </a:r>
          </a:p>
          <a:p>
            <a:r>
              <a:t>        "precision": 0.16355140186915887,</a:t>
            </a:r>
          </a:p>
          <a:p>
            <a:r>
              <a:t>        "recall": 0.24647887323943662,</a:t>
            </a:r>
          </a:p>
          <a:p>
            <a:r>
              <a:t>        "roc_auc": 0.516560433158562,</a:t>
            </a:r>
          </a:p>
          <a:p>
            <a:r>
              <a:t>        "row_count": 964,</a:t>
            </a:r>
          </a:p>
          <a:p>
            <a:r>
              <a:t>        "threshold": 0.7</a:t>
            </a:r>
          </a:p>
          <a:p>
            <a:r>
              <a:t>      },</a:t>
            </a:r>
          </a:p>
          <a:p>
            <a:r>
              <a:t>      "test_predictions_sha256": "ae6503c2dc234de3f5cf6515a0233fcf68a14db7b203c4ae1eb8b49aba79646d",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964,</a:t>
            </a:r>
          </a:p>
          <a:p>
            <a:r>
              <a:t>        "state_token_limit": 256,</a:t>
            </a:r>
          </a:p>
          <a:p>
            <a:r>
              <a:t>        "truncated_rows": 67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-0.11108698135581956,</a:t>
            </a:r>
          </a:p>
          <a:p>
            <a:r>
              <a:t>            -0.014529149769034924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-0.11477246452865907,</a:t>
            </a:r>
          </a:p>
          <a:p>
            <a:r>
              <a:t>            -0.011588933397856584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-0.22383863065029633,</a:t>
            </a:r>
          </a:p>
          <a:p>
            <a:r>
              <a:t>            -0.08619416410543278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0.13001828994328563,</a:t>
            </a:r>
          </a:p>
          <a:p>
            <a:r>
              <a:t>            0.20421956413105127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0.1340242923595965,</a:t>
            </a:r>
          </a:p>
          <a:p>
            <a:r>
              <a:t>            0.21326209450472167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0.46555897988367057,</a:t>
            </a:r>
          </a:p>
          <a:p>
            <a:r>
              <a:t>            0.5667360827648598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0.8713692946058091,</a:t>
            </a:r>
          </a:p>
          <a:p>
            <a:r>
              <a:t>        "auc_prc": 0.223368516196756,</a:t>
            </a:r>
          </a:p>
          <a:p>
            <a:r>
              <a:t>        "average_precision": 0.22800782997466426,</a:t>
            </a:r>
          </a:p>
          <a:p>
            <a:r>
              <a:t>        "balanced_accuracy": 0.498812351543943,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840,</a:t>
            </a:r>
          </a:p>
          <a:p>
            <a:r>
              <a:t>            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122,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122,</a:t>
            </a:r>
          </a:p>
          <a:p>
            <a:r>
              <a:t>        "positive_rate": 0.12655601659751037,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0.7150909232506523,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0.12655601659751037,</a:t>
            </a:r>
          </a:p>
          <a:p>
            <a:r>
              <a:t>        "auc_prc": 0.5632780082987552,</a:t>
            </a:r>
          </a:p>
          <a:p>
            <a:r>
              <a:t>        "average_precision": 0.12655601659751037,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842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122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0.22467771639042355,</a:t>
            </a:r>
          </a:p>
          <a:p>
            <a:r>
              <a:t>        "positive_count": 122,</a:t>
            </a:r>
          </a:p>
          <a:p>
            <a:r>
              <a:t>        "positive_rate": 0.12655601659751037,</a:t>
            </a:r>
          </a:p>
          <a:p>
            <a:r>
              <a:t>        "precision": 0.12655601659751037,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"Hyperledger",</a:t>
            </a:r>
          </a:p>
          <a:p>
            <a:r>
              <a:t>      "selection_sha256": "fae1d983a90dd7d0cf88a3184870e347b4f4b9be6c91add696d2e277b67090b6",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0.7468879668049793,</a:t>
            </a:r>
          </a:p>
          <a:p>
            <a:r>
              <a:t>        "auc_prc": 0.14292042703835028,</a:t>
            </a:r>
          </a:p>
          <a:p>
            <a:r>
              <a:t>        "average_precision": 0.1468052939149204,</a:t>
            </a:r>
          </a:p>
          <a:p>
            <a:r>
              <a:t>        "balanced_accuracy": 0.5291850005840893,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691,</a:t>
            </a:r>
          </a:p>
          <a:p>
            <a:r>
              <a:t>            151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93,</a:t>
            </a:r>
          </a:p>
          <a:p>
            <a:r>
              <a:t>            29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0.19205298013245034,</a:t>
            </a:r>
          </a:p>
          <a:p>
            <a:r>
              <a:t>        "positive_count": 122,</a:t>
            </a:r>
          </a:p>
          <a:p>
            <a:r>
              <a:t>        "positive_rate": 0.12655601659751037,</a:t>
            </a:r>
          </a:p>
          <a:p>
            <a:r>
              <a:t>        "precision": 0.16111111111111112,</a:t>
            </a:r>
          </a:p>
          <a:p>
            <a:r>
              <a:t>        "recall": 0.23770491803278687,</a:t>
            </a:r>
          </a:p>
          <a:p>
            <a:r>
              <a:t>        "roc_auc": 0.5202873719870722,</a:t>
            </a:r>
          </a:p>
          <a:p>
            <a:r>
              <a:t>        "row_count": 964,</a:t>
            </a:r>
          </a:p>
          <a:p>
            <a:r>
              <a:t>        "threshold": 0.71</a:t>
            </a:r>
          </a:p>
          <a:p>
            <a:r>
              <a:t>      },</a:t>
            </a:r>
          </a:p>
          <a:p>
            <a:r>
              <a:t>      "test_predictions_sha256": "255c06970d16eeeb3d211f4a624244052471d715a94ce888468f9d918481125a",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964,</a:t>
            </a:r>
          </a:p>
          <a:p>
            <a:r>
              <a:t>        "state_token_limit": 256,</a:t>
            </a:r>
          </a:p>
          <a:p>
            <a:r>
              <a:t>        "truncated_rows": 67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-0.13535875872545242,</a:t>
            </a:r>
          </a:p>
          <a:p>
            <a:r>
              <a:t>            -0.02552436926652806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-0.13951225240608078,</a:t>
            </a:r>
          </a:p>
          <a:p>
            <a:r>
              <a:t>            -0.02227478601440616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-0.2654382516363017,</a:t>
            </a:r>
          </a:p>
          <a:p>
            <a:r>
              <a:t>            -0.12190363895837698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0.11192381914123144,</a:t>
            </a:r>
          </a:p>
          <a:p>
            <a:r>
              <a:t>            0.18627466104114423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0.11670148908947145,</a:t>
            </a:r>
          </a:p>
          <a:p>
            <a:r>
              <a:t>            0.196260355491381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0.4650131012617921,</a:t>
            </a:r>
          </a:p>
          <a:p>
            <a:r>
              <a:t>            0.5744658448867767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0.8817427385892116,</a:t>
            </a:r>
          </a:p>
          <a:p>
            <a:r>
              <a:t>        "auc_prc": 0.22041267956815153,</a:t>
            </a:r>
          </a:p>
          <a:p>
            <a:r>
              <a:t>        "average_precision": 0.22372715809319532,</a:t>
            </a:r>
          </a:p>
          <a:p>
            <a:r>
              <a:t>        "balanced_accuracy": 0.5027037223340041,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849,</a:t>
            </a:r>
          </a:p>
          <a:p>
            <a:r>
              <a:t>            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111,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0.017241379310344824,</a:t>
            </a:r>
          </a:p>
          <a:p>
            <a:r>
              <a:t>        "positive_count": 112,</a:t>
            </a:r>
          </a:p>
          <a:p>
            <a:r>
              <a:t>        "positive_rate": 0.11618257261410789,</a:t>
            </a:r>
          </a:p>
          <a:p>
            <a:r>
              <a:t>        "precision": 0.25,</a:t>
            </a:r>
          </a:p>
          <a:p>
            <a:r>
              <a:t>        "recall": 0.008928571428571428,</a:t>
            </a:r>
          </a:p>
          <a:p>
            <a:r>
              <a:t>        "roc_auc": 0.7296225268276325,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0.11618257261410789,</a:t>
            </a:r>
          </a:p>
          <a:p>
            <a:r>
              <a:t>        "auc_prc": 0.558091286307054,</a:t>
            </a:r>
          </a:p>
          <a:p>
            <a:r>
              <a:t>        "average_precision": 0.11618257261410789,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0.20817843866171004,</a:t>
            </a:r>
          </a:p>
          <a:p>
            <a:r>
              <a:t>        "positive_count": 112,</a:t>
            </a:r>
          </a:p>
          <a:p>
            <a:r>
              <a:t>        "positive_rate": 0.11618257261410789,</a:t>
            </a:r>
          </a:p>
          <a:p>
            <a:r>
              <a:t>        "precision": 0.11618257261410789,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"Hyperledger",</a:t>
            </a:r>
          </a:p>
          <a:p>
            <a:r>
              <a:t>      "selection_sha256": "35431885438638e8685d1219a8744e62337a3f1dc2512ca3379dd12a895815e6",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0.7800829875518672,</a:t>
            </a:r>
          </a:p>
          <a:p>
            <a:r>
              <a:t>        "auc_prc": 0.13349249925654305,</a:t>
            </a:r>
          </a:p>
          <a:p>
            <a:r>
              <a:t>        "average_precision": 0.1376080886084523,</a:t>
            </a:r>
          </a:p>
          <a:p>
            <a:r>
              <a:t>        "balanced_accuracy": 0.534372904091214,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728,</a:t>
            </a:r>
          </a:p>
          <a:p>
            <a:r>
              <a:t>            124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88,</a:t>
            </a:r>
          </a:p>
          <a:p>
            <a:r>
              <a:t>            24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0.1846153846153846,</a:t>
            </a:r>
          </a:p>
          <a:p>
            <a:r>
              <a:t>        "positive_count": 112,</a:t>
            </a:r>
          </a:p>
          <a:p>
            <a:r>
              <a:t>        "positive_rate": 0.11618257261410789,</a:t>
            </a:r>
          </a:p>
          <a:p>
            <a:r>
              <a:t>        "precision": 0.16216216216216217,</a:t>
            </a:r>
          </a:p>
          <a:p>
            <a:r>
              <a:t>        "recall": 0.21428571428571427,</a:t>
            </a:r>
          </a:p>
          <a:p>
            <a:r>
              <a:t>        "roc_auc": 0.5171235747820255,</a:t>
            </a:r>
          </a:p>
          <a:p>
            <a:r>
              <a:t>        "row_count": 964,</a:t>
            </a:r>
          </a:p>
          <a:p>
            <a:r>
              <a:t>        "threshold": 0.72</a:t>
            </a:r>
          </a:p>
          <a:p>
            <a:r>
              <a:t>      },</a:t>
            </a:r>
          </a:p>
          <a:p>
            <a:r>
              <a:t>      "test_predictions_sha256": "008d6b5c6791e79730dd58c6548dc090cb015f59a4c774c90fe038ba33710683",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964,</a:t>
            </a:r>
          </a:p>
          <a:p>
            <a:r>
              <a:t>        "state_token_limit": 256,</a:t>
            </a:r>
          </a:p>
          <a:p>
            <a:r>
              <a:t>        "truncated_rows": 67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-0.1430601239166791,</a:t>
            </a:r>
          </a:p>
          <a:p>
            <a:r>
              <a:t>            -0.02704646994720168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-0.14397632583887923,</a:t>
            </a:r>
          </a:p>
          <a:p>
            <a:r>
              <a:t>            -0.023309961733027563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-0.2894158339329527,</a:t>
            </a:r>
          </a:p>
          <a:p>
            <a:r>
              <a:t>            -0.1357405644739525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0.1024800805920004,</a:t>
            </a:r>
          </a:p>
          <a:p>
            <a:r>
              <a:t>            0.17815397694019316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0.10769256322591905,</a:t>
            </a:r>
          </a:p>
          <a:p>
            <a:r>
              <a:t>            0.19010651940242002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0.45784075121984275,</a:t>
            </a:r>
          </a:p>
          <a:p>
            <a:r>
              <a:t>            0.5750630563574968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"hf1":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"finetune/Hyperledger/qwen_embedding/5/11da968cf4352788/checkpoint"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0.7240663900414938,</a:t>
            </a:r>
          </a:p>
          <a:p>
            <a:r>
              <a:t>        "auc_prc": 0.260598376632622,</a:t>
            </a:r>
          </a:p>
          <a:p>
            <a:r>
              <a:t>        "average_precision": 0.2645629912456322,</a:t>
            </a:r>
          </a:p>
          <a:p>
            <a:r>
              <a:t>        "balanced_accuracy": 0.5532129672358099,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648,</a:t>
            </a:r>
          </a:p>
          <a:p>
            <a:r>
              <a:t>            140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126,</a:t>
            </a:r>
          </a:p>
          <a:p>
            <a:r>
              <a:t>            50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0.273224043715847,</a:t>
            </a:r>
          </a:p>
          <a:p>
            <a:r>
              <a:t>        "positive_count": 176,</a:t>
            </a:r>
          </a:p>
          <a:p>
            <a:r>
              <a:t>        "positive_rate": 0.1825726141078838,</a:t>
            </a:r>
          </a:p>
          <a:p>
            <a:r>
              <a:t>        "precision": 0.2631578947368421,</a:t>
            </a:r>
          </a:p>
          <a:p>
            <a:r>
              <a:t>        "recall": 0.2840909090909091,</a:t>
            </a:r>
          </a:p>
          <a:p>
            <a:r>
              <a:t>        "roc_auc": 0.6588277284263959,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"d1710b3eb5b0003d5228add03eef8437edfb4b07e5a7e55ca9ef3bfcd3073aa3",</a:t>
            </a:r>
          </a:p>
          <a:p>
            <a:r>
              <a:t>        "adapter/README.md": "2b259ec9b5799fd1e7da6813a1a008293163ac0d5b6be0eb53454a512e57e06a",</a:t>
            </a:r>
          </a:p>
          <a:p>
            <a:r>
              <a:t>        "adapter/adapter_config.json": "99fa5eb9f7d31210f53d3d34e75da168eb5316200f9fd08f3c0967ecdad46276",</a:t>
            </a:r>
          </a:p>
          <a:p>
            <a:r>
              <a:t>        "adapter/adapter_model.safetensors": "d578af635855bc33cf86b9ffef3ade5243905a23fc054605e73ae53838875d39",</a:t>
            </a:r>
          </a:p>
          <a:p>
            <a:r>
              <a:t>        "head.safetensors": "62f0250f45845dff1b07eb044566030f801950cc8a09f0d9b77b19639b903358",</a:t>
            </a:r>
          </a:p>
          <a:p>
            <a:r>
              <a:t>        "inference.json": "6bc7cf73c71d1e6755489e0464be35219c227ae59e3000c267b004f7b2ffdf66"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0.1825726141078838,</a:t>
            </a:r>
          </a:p>
          <a:p>
            <a:r>
              <a:t>        "auc_prc": 0.5912863070539419,</a:t>
            </a:r>
          </a:p>
          <a:p>
            <a:r>
              <a:t>        "average_precision": 0.1825726141078838,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788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176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0.30877192982456136,</a:t>
            </a:r>
          </a:p>
          <a:p>
            <a:r>
              <a:t>        "positive_count": 176,</a:t>
            </a:r>
          </a:p>
          <a:p>
            <a:r>
              <a:t>        "positive_rate": 0.1825726141078838,</a:t>
            </a:r>
          </a:p>
          <a:p>
            <a:r>
              <a:t>        "precision": 0.1825726141078838,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"qwen_embedding",</a:t>
            </a:r>
          </a:p>
          <a:p>
            <a:r>
              <a:t>      "project": "Hyperledger",</a:t>
            </a:r>
          </a:p>
          <a:p>
            <a:r>
              <a:t>      "selection_sha256": "66ba60e59785274c1aa7a78069e6257f47083dd2b439d505b0bd7cd179539ab6",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0.6607883817427386,</a:t>
            </a:r>
          </a:p>
          <a:p>
            <a:r>
              <a:t>        "auc_prc": 0.24963297155306446,</a:t>
            </a:r>
          </a:p>
          <a:p>
            <a:r>
              <a:t>        "average_precision": 0.25214436120008654,</a:t>
            </a:r>
          </a:p>
          <a:p>
            <a:r>
              <a:t>        "balanced_accuracy": 0.6160013844023996,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541,</a:t>
            </a:r>
          </a:p>
          <a:p>
            <a:r>
              <a:t>            247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80,</a:t>
            </a:r>
          </a:p>
          <a:p>
            <a:r>
              <a:t>            96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0.3699421965317919,</a:t>
            </a:r>
          </a:p>
          <a:p>
            <a:r>
              <a:t>        "positive_count": 176,</a:t>
            </a:r>
          </a:p>
          <a:p>
            <a:r>
              <a:t>        "positive_rate": 0.1825726141078838,</a:t>
            </a:r>
          </a:p>
          <a:p>
            <a:r>
              <a:t>        "precision": 0.27988338192419826,</a:t>
            </a:r>
          </a:p>
          <a:p>
            <a:r>
              <a:t>        "recall": 0.5454545454545454,</a:t>
            </a:r>
          </a:p>
          <a:p>
            <a:r>
              <a:t>        "roc_auc": 0.6644734944623903,</a:t>
            </a:r>
          </a:p>
          <a:p>
            <a:r>
              <a:t>        "row_count": 964,</a:t>
            </a:r>
          </a:p>
          <a:p>
            <a:r>
              <a:t>        "threshold": 0.08</a:t>
            </a:r>
          </a:p>
          <a:p>
            <a:r>
              <a:t>      },</a:t>
            </a:r>
          </a:p>
          <a:p>
            <a:r>
              <a:t>      "test_predictions_sha256": "596a01cb6a81d28916f654cd2b2ad912ad21050533abc5cfbe7b6ba473084bae",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-0.05621475476997322,</a:t>
            </a:r>
          </a:p>
          <a:p>
            <a:r>
              <a:t>            0.024126723147206625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-0.05991987393414943,</a:t>
            </a:r>
          </a:p>
          <a:p>
            <a:r>
              <a:t>            0.023910054930447042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-0.037398054709317015,</a:t>
            </a:r>
          </a:p>
          <a:p>
            <a:r>
              <a:t>            0.04618943637277467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0.20964616713328127,</a:t>
            </a:r>
          </a:p>
          <a:p>
            <a:r>
              <a:t>            0.29111509667485447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0.21406838296808026,</a:t>
            </a:r>
          </a:p>
          <a:p>
            <a:r>
              <a:t>            0.296729917070817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0.6244539535095549,</a:t>
            </a:r>
          </a:p>
          <a:p>
            <a:r>
              <a:t>            0.70144269693024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"finetune/Hyperledger/qwen_embedding/10/d7f2b3a243beb63f/checkpoint"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0.8423236514522822,</a:t>
            </a:r>
          </a:p>
          <a:p>
            <a:r>
              <a:t>        "auc_prc": 0.22517241274150118,</a:t>
            </a:r>
          </a:p>
          <a:p>
            <a:r>
              <a:t>        "average_precision": 0.2286345797834445,</a:t>
            </a:r>
          </a:p>
          <a:p>
            <a:r>
              <a:t>        "balanced_accuracy": 0.4968301291936534,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811,</a:t>
            </a:r>
          </a:p>
          <a:p>
            <a:r>
              <a:t>            11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141,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0.012987012987012988,</a:t>
            </a:r>
          </a:p>
          <a:p>
            <a:r>
              <a:t>        "positive_count": 142,</a:t>
            </a:r>
          </a:p>
          <a:p>
            <a:r>
              <a:t>        "positive_rate": 0.14730290456431536,</a:t>
            </a:r>
          </a:p>
          <a:p>
            <a:r>
              <a:t>        "precision": 0.08333333333333333,</a:t>
            </a:r>
          </a:p>
          <a:p>
            <a:r>
              <a:t>        "recall": 0.007042253521126761,</a:t>
            </a:r>
          </a:p>
          <a:p>
            <a:r>
              <a:t>        "roc_auc": 0.6736917857510024,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"47ef0e514304a210d5d3ea1f0073d7f3b037e41022182bd4760bf4fa3aba6a0c",</a:t>
            </a:r>
          </a:p>
          <a:p>
            <a:r>
              <a:t>        "adapter/README.md": "2b259ec9b5799fd1e7da6813a1a008293163ac0d5b6be0eb53454a512e57e06a",</a:t>
            </a:r>
          </a:p>
          <a:p>
            <a:r>
              <a:t>        "adapter/adapter_config.json": "99fa5eb9f7d31210f53d3d34e75da168eb5316200f9fd08f3c0967ecdad46276",</a:t>
            </a:r>
          </a:p>
          <a:p>
            <a:r>
              <a:t>        "adapter/adapter_model.safetensors": "a9150351105202c54f23c07525fc0ba57b3da675ef3c0fd54d8ee07e2b907b20",</a:t>
            </a:r>
          </a:p>
          <a:p>
            <a:r>
              <a:t>        "head.safetensors": "26a0c8106a5081253bd566eb971c3bc21c5e4bfa52662cbd386161300c374e13",</a:t>
            </a:r>
          </a:p>
          <a:p>
            <a:r>
              <a:t>        "inference.json": "8c045957f272cf051104d50d223e9d94bb3ea7c93965084aa01d5b3856c016fc"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0.14730290456431536,</a:t>
            </a:r>
          </a:p>
          <a:p>
            <a:r>
              <a:t>        "auc_prc": 0.5736514522821576,</a:t>
            </a:r>
          </a:p>
          <a:p>
            <a:r>
              <a:t>        "average_precision": 0.14730290456431536,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822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0.2567811934900543,</a:t>
            </a:r>
          </a:p>
          <a:p>
            <a:r>
              <a:t>        "positive_count": 142,</a:t>
            </a:r>
          </a:p>
          <a:p>
            <a:r>
              <a:t>        "positive_rate": 0.14730290456431536,</a:t>
            </a:r>
          </a:p>
          <a:p>
            <a:r>
              <a:t>        "precision": 0.14730290456431536,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"qwen_embedding",</a:t>
            </a:r>
          </a:p>
          <a:p>
            <a:r>
              <a:t>      "project": "Hyperledger",</a:t>
            </a:r>
          </a:p>
          <a:p>
            <a:r>
              <a:t>      "selection_sha256": "906043e39b0d6a9cdc681209969e1d29c39a78402d5c853e255942ce122f2bf6",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0.14730290456431536,</a:t>
            </a:r>
          </a:p>
          <a:p>
            <a:r>
              <a:t>        "auc_prc": 0.2257047790047242,</a:t>
            </a:r>
          </a:p>
          <a:p>
            <a:r>
              <a:t>        "average_precision": 0.2286303385830062,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822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0.2567811934900543,</a:t>
            </a:r>
          </a:p>
          <a:p>
            <a:r>
              <a:t>        "positive_count": 142,</a:t>
            </a:r>
          </a:p>
          <a:p>
            <a:r>
              <a:t>        "positive_rate": 0.14730290456431536,</a:t>
            </a:r>
          </a:p>
          <a:p>
            <a:r>
              <a:t>        "precision": 0.14730290456431536,</a:t>
            </a:r>
          </a:p>
          <a:p>
            <a:r>
              <a:t>        "recall": 1.0,</a:t>
            </a:r>
          </a:p>
          <a:p>
            <a:r>
              <a:t>        "roc_auc": 0.6808282786744799,</a:t>
            </a:r>
          </a:p>
          <a:p>
            <a:r>
              <a:t>        "row_count": 964,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"227346f7a75411269ccccf7cc3a0a3aaaa1f9669c1f9c9a32a194b415cf17f06",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-0.03920094157204819,</a:t>
            </a:r>
          </a:p>
          <a:p>
            <a:r>
              <a:t>            0.03683564672925491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-0.0424735848478857,</a:t>
            </a:r>
          </a:p>
          <a:p>
            <a:r>
              <a:t>            0.037776345499121296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-0.03585549993811081,</a:t>
            </a:r>
          </a:p>
          <a:p>
            <a:r>
              <a:t>            0.04935810874944757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0.18474392696807476,</a:t>
            </a:r>
          </a:p>
          <a:p>
            <a:r>
              <a:t>            0.2734960530911399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0.1895904630187923,</a:t>
            </a:r>
          </a:p>
          <a:p>
            <a:r>
              <a:t>            0.280808066691505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0.6359760118672332,</a:t>
            </a:r>
          </a:p>
          <a:p>
            <a:r>
              <a:t>            0.7218107376783415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"finetune/Hyperledger/qwen_embedding/15/d7f2b3a243beb63f/checkpoint"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0.8713692946058091,</a:t>
            </a:r>
          </a:p>
          <a:p>
            <a:r>
              <a:t>        "auc_prc": 0.223368516196756,</a:t>
            </a:r>
          </a:p>
          <a:p>
            <a:r>
              <a:t>        "average_precision": 0.22800782997466426,</a:t>
            </a:r>
          </a:p>
          <a:p>
            <a:r>
              <a:t>        "balanced_accuracy": 0.498812351543943,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840,</a:t>
            </a:r>
          </a:p>
          <a:p>
            <a:r>
              <a:t>            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122,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122,</a:t>
            </a:r>
          </a:p>
          <a:p>
            <a:r>
              <a:t>        "positive_rate": 0.12655601659751037,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0.7150909232506523,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"5e0b79c47bf59ac19953715f64dc05b2db49d5b2de00939b21d3cbb80fffdc42",</a:t>
            </a:r>
          </a:p>
          <a:p>
            <a:r>
              <a:t>        "adapter/README.md": "2b259ec9b5799fd1e7da6813a1a008293163ac0d5b6be0eb53454a512e57e06a",</a:t>
            </a:r>
          </a:p>
          <a:p>
            <a:r>
              <a:t>        "adapter/adapter_config.json": "99fa5eb9f7d31210f53d3d34e75da168eb5316200f9fd08f3c0967ecdad46276",</a:t>
            </a:r>
          </a:p>
          <a:p>
            <a:r>
              <a:t>        "adapter/adapter_model.safetensors": "ff9a6d5d65d0b3d21efd02d49d004bbc5e5ca94e8668e7adfb7f641a987940b1",</a:t>
            </a:r>
          </a:p>
          <a:p>
            <a:r>
              <a:t>        "head.safetensors": "fd50fa9ae24e6dbd0b5f99e6b333ca699d19e89ee531e31e086c801fafe5d280",</a:t>
            </a:r>
          </a:p>
          <a:p>
            <a:r>
              <a:t>        "inference.json": "d90f57ed18faca3258dbde6db1e00f3a6695fbd7190c6679fcae36000b6c3395"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0.12655601659751037,</a:t>
            </a:r>
          </a:p>
          <a:p>
            <a:r>
              <a:t>        "auc_prc": 0.5632780082987552,</a:t>
            </a:r>
          </a:p>
          <a:p>
            <a:r>
              <a:t>        "average_precision": 0.12655601659751037,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842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122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0.22467771639042355,</a:t>
            </a:r>
          </a:p>
          <a:p>
            <a:r>
              <a:t>        "positive_count": 122,</a:t>
            </a:r>
          </a:p>
          <a:p>
            <a:r>
              <a:t>        "positive_rate": 0.12655601659751037,</a:t>
            </a:r>
          </a:p>
          <a:p>
            <a:r>
              <a:t>        "precision": 0.12655601659751037,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"qwen_embedding",</a:t>
            </a:r>
          </a:p>
          <a:p>
            <a:r>
              <a:t>      "project": "Hyperledger",</a:t>
            </a:r>
          </a:p>
          <a:p>
            <a:r>
              <a:t>      "selection_sha256": "37947fb116e37302dcd76385dd1682a9f6fc42e776e14dd68f9114bc733adddc",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0.12655601659751037,</a:t>
            </a:r>
          </a:p>
          <a:p>
            <a:r>
              <a:t>        "auc_prc": 0.21834314457634812,</a:t>
            </a:r>
          </a:p>
          <a:p>
            <a:r>
              <a:t>        "average_precision": 0.2216395556569301,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842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122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0.22467771639042355,</a:t>
            </a:r>
          </a:p>
          <a:p>
            <a:r>
              <a:t>        "positive_count": 122,</a:t>
            </a:r>
          </a:p>
          <a:p>
            <a:r>
              <a:t>        "positive_rate": 0.12655601659751037,</a:t>
            </a:r>
          </a:p>
          <a:p>
            <a:r>
              <a:t>        "precision": 0.12655601659751037,</a:t>
            </a:r>
          </a:p>
          <a:p>
            <a:r>
              <a:t>        "recall": 1.0,</a:t>
            </a:r>
          </a:p>
          <a:p>
            <a:r>
              <a:t>        "roc_auc": 0.7188436976753242,</a:t>
            </a:r>
          </a:p>
          <a:p>
            <a:r>
              <a:t>        "row_count": 964,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"834b902911ea7b5b7e5cf98aebed4b8f51442c230af0f0279672faf8e333cd61",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-0.04939168696951461,</a:t>
            </a:r>
          </a:p>
          <a:p>
            <a:r>
              <a:t>            0.033912713731047525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-0.0533614121898597,</a:t>
            </a:r>
          </a:p>
          <a:p>
            <a:r>
              <a:t>            0.03529835867309059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-0.03688143775632557,</a:t>
            </a:r>
          </a:p>
          <a:p>
            <a:r>
              <a:t>            0.043820755152793864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0.17422467267295422,</a:t>
            </a:r>
          </a:p>
          <a:p>
            <a:r>
              <a:t>            0.26832840306937705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0.1800998793552552,</a:t>
            </a:r>
          </a:p>
          <a:p>
            <a:r>
              <a:t>            0.2756807982927938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0.6756783294846728,</a:t>
            </a:r>
          </a:p>
          <a:p>
            <a:r>
              <a:t>            0.760968107537071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"answerdotai/ModernBERT-base",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"Wqkv",</a:t>
            </a:r>
          </a:p>
          <a:p>
            <a:r>
              <a:t>            "Wo"</a:t>
            </a:r>
          </a:p>
          <a:p>
            <a:r>
              <a:t>          ],</a:t>
            </a:r>
          </a:p>
          <a:p>
            <a:r>
              <a:t>          "parameters_billions": 0.149,</a:t>
            </a:r>
          </a:p>
          <a:p>
            <a:r>
              <a:t>          "pooling": "mean",</a:t>
            </a:r>
          </a:p>
          <a:p>
            <a:r>
              <a:t>          "profile_vram_gib": [</a:t>
            </a:r>
          </a:p>
          <a:p>
            <a:r>
              <a:t>            16,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"8949b909ec900327062f0ebf497f51aef5e6f0c8"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"finetune/Hyperledger/modernbert/20/d7f2b3a243beb63f/checkpoint"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0.8817427385892116,</a:t>
            </a:r>
          </a:p>
          <a:p>
            <a:r>
              <a:t>        "auc_prc": 0.22041267956815153,</a:t>
            </a:r>
          </a:p>
          <a:p>
            <a:r>
              <a:t>        "average_precision": 0.22372715809319532,</a:t>
            </a:r>
          </a:p>
          <a:p>
            <a:r>
              <a:t>        "balanced_accuracy": 0.5027037223340041,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849,</a:t>
            </a:r>
          </a:p>
          <a:p>
            <a:r>
              <a:t>            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111,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0.017241379310344824,</a:t>
            </a:r>
          </a:p>
          <a:p>
            <a:r>
              <a:t>        "positive_count": 112,</a:t>
            </a:r>
          </a:p>
          <a:p>
            <a:r>
              <a:t>        "positive_rate": 0.11618257261410789,</a:t>
            </a:r>
          </a:p>
          <a:p>
            <a:r>
              <a:t>        "precision": 0.25,</a:t>
            </a:r>
          </a:p>
          <a:p>
            <a:r>
              <a:t>        "recall": 0.008928571428571428,</a:t>
            </a:r>
          </a:p>
          <a:p>
            <a:r>
              <a:t>        "roc_auc": 0.7296225268276325,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"64fbafae75e1742a59c80419554c5bf0c05fb78611a1e504084081d5f3af8a82",</a:t>
            </a:r>
          </a:p>
          <a:p>
            <a:r>
              <a:t>        "adapter/README.md": "4cd979bb30fd950c6e3c906d5a27a661b14a46e59c04abef57f2b1801c360fdf",</a:t>
            </a:r>
          </a:p>
          <a:p>
            <a:r>
              <a:t>        "adapter/adapter_config.json": "d623de9a93e07962b5768326da28d794c253b6ee5619f1d5384a61d568b7d296",</a:t>
            </a:r>
          </a:p>
          <a:p>
            <a:r>
              <a:t>        "adapter/adapter_model.safetensors": "ca7955fe439855cd99325f2025cef2d41f7eba5572a77cf2c8b1aa969c37baeb",</a:t>
            </a:r>
          </a:p>
          <a:p>
            <a:r>
              <a:t>        "head.safetensors": "17dd383169e47563e26f24c53ea9c396bb09d32ca20eab83a7005d4c73d40326",</a:t>
            </a:r>
          </a:p>
          <a:p>
            <a:r>
              <a:t>        "inference.json": "b7b89eebdd91a97cb1a04d5bbff3a79b036cdab53238279d0796b45a8cecab41"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0.11618257261410789,</a:t>
            </a:r>
          </a:p>
          <a:p>
            <a:r>
              <a:t>        "auc_prc": 0.558091286307054,</a:t>
            </a:r>
          </a:p>
          <a:p>
            <a:r>
              <a:t>        "average_precision": 0.11618257261410789,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0.20817843866171004,</a:t>
            </a:r>
          </a:p>
          <a:p>
            <a:r>
              <a:t>        "positive_count": 112,</a:t>
            </a:r>
          </a:p>
          <a:p>
            <a:r>
              <a:t>        "positive_rate": 0.11618257261410789,</a:t>
            </a:r>
          </a:p>
          <a:p>
            <a:r>
              <a:t>        "precision": 0.11618257261410789,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"modernbert",</a:t>
            </a:r>
          </a:p>
          <a:p>
            <a:r>
              <a:t>      "project": "Hyperledger",</a:t>
            </a:r>
          </a:p>
          <a:p>
            <a:r>
              <a:t>      "selection_sha256": "28796ecb52091f42d9c5d716e2806cf18e86690dc5006a447b15827e1f1eac9d",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0.11618257261410789,</a:t>
            </a:r>
          </a:p>
          <a:p>
            <a:r>
              <a:t>        "auc_prc": 0.18166439014199798,</a:t>
            </a:r>
          </a:p>
          <a:p>
            <a:r>
              <a:t>        "average_precision": 0.18607202646719873,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0.20817843866171004,</a:t>
            </a:r>
          </a:p>
          <a:p>
            <a:r>
              <a:t>        "positive_count": 112,</a:t>
            </a:r>
          </a:p>
          <a:p>
            <a:r>
              <a:t>        "positive_rate": 0.11618257261410789,</a:t>
            </a:r>
          </a:p>
          <a:p>
            <a:r>
              <a:t>        "precision": 0.11618257261410789,</a:t>
            </a:r>
          </a:p>
          <a:p>
            <a:r>
              <a:t>        "recall": 1.0,</a:t>
            </a:r>
          </a:p>
          <a:p>
            <a:r>
              <a:t>        "roc_auc": 0.6867559523809523,</a:t>
            </a:r>
          </a:p>
          <a:p>
            <a:r>
              <a:t>        "row_count": 964,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"dc793a578e344e88f69cf56b5f4cd1460a85d534dacd1d896f2411174ef38622",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-0.0799811590933763,</a:t>
            </a:r>
          </a:p>
          <a:p>
            <a:r>
              <a:t>            0.001489024447032644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-0.0798274010472102,</a:t>
            </a:r>
          </a:p>
          <a:p>
            <a:r>
              <a:t>            0.006187559277266679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-0.084692714118217,</a:t>
            </a:r>
          </a:p>
          <a:p>
            <a:r>
              <a:t>            0.0008661221314598732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0.14314441426867663,</a:t>
            </a:r>
          </a:p>
          <a:p>
            <a:r>
              <a:t>            0.23276182311537866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0.14963805769342622,</a:t>
            </a:r>
          </a:p>
          <a:p>
            <a:r>
              <a:t>            0.2437588478091327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0.6417100776724592,</a:t>
            </a:r>
          </a:p>
          <a:p>
            <a:r>
              <a:t>            0.7287985478842159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"hf2":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"finetune/Hyperledger/qwen/5/3fcda3a886efcc78/checkpoint"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0.7240663900414938,</a:t>
            </a:r>
          </a:p>
          <a:p>
            <a:r>
              <a:t>        "auc_prc": 0.260598376632622,</a:t>
            </a:r>
          </a:p>
          <a:p>
            <a:r>
              <a:t>        "average_precision": 0.2645629912456322,</a:t>
            </a:r>
          </a:p>
          <a:p>
            <a:r>
              <a:t>        "balanced_accuracy": 0.5532129672358099,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648,</a:t>
            </a:r>
          </a:p>
          <a:p>
            <a:r>
              <a:t>            140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126,</a:t>
            </a:r>
          </a:p>
          <a:p>
            <a:r>
              <a:t>            50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0.273224043715847,</a:t>
            </a:r>
          </a:p>
          <a:p>
            <a:r>
              <a:t>        "positive_count": 176,</a:t>
            </a:r>
          </a:p>
          <a:p>
            <a:r>
              <a:t>        "positive_rate": 0.1825726141078838,</a:t>
            </a:r>
          </a:p>
          <a:p>
            <a:r>
              <a:t>        "precision": 0.2631578947368421,</a:t>
            </a:r>
          </a:p>
          <a:p>
            <a:r>
              <a:t>        "recall": 0.2840909090909091,</a:t>
            </a:r>
          </a:p>
          <a:p>
            <a:r>
              <a:t>        "roc_auc": 0.6588277284263959,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"dab9fbfa80e08670ab92fcd35b051bd45dea23d5482c0f7a461581b2f22b28db",</a:t>
            </a:r>
          </a:p>
          <a:p>
            <a:r>
              <a:t>        "adapter/README.md": "546522acc2ac6797808e40eb133785c32db5833f0915a183a6a9bcd099cd7d07",</a:t>
            </a:r>
          </a:p>
          <a:p>
            <a:r>
              <a:t>        "adapter/adapter_config.json": "b52269500b7a324500d8b6179cd2a5283ca30ad62527ef1035b95fd0632af572",</a:t>
            </a:r>
          </a:p>
          <a:p>
            <a:r>
              <a:t>        "adapter/adapter_model.safetensors": "3af41242145ec8166367e7ef2ed4479ee302c8b884e82685c8eeec76173357ba",</a:t>
            </a:r>
          </a:p>
          <a:p>
            <a:r>
              <a:t>        "head.safetensors": "83b782918b1a11658c4ae4640fe5a835d172e6a961de2c725de6b919ea3f36c9",</a:t>
            </a:r>
          </a:p>
          <a:p>
            <a:r>
              <a:t>        "inference.json": "e98ddcc48a5c13782d0868241d483383c8de2c7119f063d07774b9de4c8d6410"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0.1825726141078838,</a:t>
            </a:r>
          </a:p>
          <a:p>
            <a:r>
              <a:t>        "auc_prc": 0.5912863070539419,</a:t>
            </a:r>
          </a:p>
          <a:p>
            <a:r>
              <a:t>        "average_precision": 0.1825726141078838,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788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176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0.30877192982456136,</a:t>
            </a:r>
          </a:p>
          <a:p>
            <a:r>
              <a:t>        "positive_count": 176,</a:t>
            </a:r>
          </a:p>
          <a:p>
            <a:r>
              <a:t>        "positive_rate": 0.1825726141078838,</a:t>
            </a:r>
          </a:p>
          <a:p>
            <a:r>
              <a:t>        "precision": 0.1825726141078838,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"qwen",</a:t>
            </a:r>
          </a:p>
          <a:p>
            <a:r>
              <a:t>      "project": "Hyperledger",</a:t>
            </a:r>
          </a:p>
          <a:p>
            <a:r>
              <a:t>      "selection_sha256": "0c76c7e473ea39b20f474dd83ddb7da85427ca7718631fb598663c64ab2ed22b",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0.5591286307053942,</a:t>
            </a:r>
          </a:p>
          <a:p>
            <a:r>
              <a:t>        "auc_prc": 0.2554715431248812,</a:t>
            </a:r>
          </a:p>
          <a:p>
            <a:r>
              <a:t>        "average_precision": 0.2598397802051955,</a:t>
            </a:r>
          </a:p>
          <a:p>
            <a:r>
              <a:t>        "balanced_accuracy": 0.6288359483156438,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409,</a:t>
            </a:r>
          </a:p>
          <a:p>
            <a:r>
              <a:t>            379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46,</a:t>
            </a:r>
          </a:p>
          <a:p>
            <a:r>
              <a:t>            130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0.3795620437956204,</a:t>
            </a:r>
          </a:p>
          <a:p>
            <a:r>
              <a:t>        "positive_count": 176,</a:t>
            </a:r>
          </a:p>
          <a:p>
            <a:r>
              <a:t>        "positive_rate": 0.1825726141078838,</a:t>
            </a:r>
          </a:p>
          <a:p>
            <a:r>
              <a:t>        "precision": 0.2554027504911591,</a:t>
            </a:r>
          </a:p>
          <a:p>
            <a:r>
              <a:t>        "recall": 0.7386363636363636,</a:t>
            </a:r>
          </a:p>
          <a:p>
            <a:r>
              <a:t>        "roc_auc": 0.6560517131979695,</a:t>
            </a:r>
          </a:p>
          <a:p>
            <a:r>
              <a:t>        "row_count": 964,</a:t>
            </a:r>
          </a:p>
          <a:p>
            <a:r>
              <a:t>        "threshold": 0.07</a:t>
            </a:r>
          </a:p>
          <a:p>
            <a:r>
              <a:t>      },</a:t>
            </a:r>
          </a:p>
          <a:p>
            <a:r>
              <a:t>      "test_predictions_sha256": "facdb44a185c4c3cf11720c00a8a88aa79a3477c9e54d467c649169037c9ea40",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-0.05062040685519789,</a:t>
            </a:r>
          </a:p>
          <a:p>
            <a:r>
              <a:t>            0.044661139665194194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-0.05304291297328135,</a:t>
            </a:r>
          </a:p>
          <a:p>
            <a:r>
              <a:t>            0.0459611729454887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-0.04539010595220504,</a:t>
            </a:r>
          </a:p>
          <a:p>
            <a:r>
              <a:t>            0.04147289317801849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0.21291050537985748,</a:t>
            </a:r>
          </a:p>
          <a:p>
            <a:r>
              <a:t>            0.3103325636070891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0.21843895869787042,</a:t>
            </a:r>
          </a:p>
          <a:p>
            <a:r>
              <a:t>            0.3181219413278543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0.6139784120772132,</a:t>
            </a:r>
          </a:p>
          <a:p>
            <a:r>
              <a:t>            0.693743447147291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"frozen/Hyperledger/qwen/10/b5af59d61b59b2b7/checkpoint"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0.8423236514522822,</a:t>
            </a:r>
          </a:p>
          <a:p>
            <a:r>
              <a:t>        "auc_prc": 0.22517241274150118,</a:t>
            </a:r>
          </a:p>
          <a:p>
            <a:r>
              <a:t>        "average_precision": 0.2286345797834445,</a:t>
            </a:r>
          </a:p>
          <a:p>
            <a:r>
              <a:t>        "balanced_accuracy": 0.4968301291936534,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811,</a:t>
            </a:r>
          </a:p>
          <a:p>
            <a:r>
              <a:t>            11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141,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0.012987012987012988,</a:t>
            </a:r>
          </a:p>
          <a:p>
            <a:r>
              <a:t>        "positive_count": 142,</a:t>
            </a:r>
          </a:p>
          <a:p>
            <a:r>
              <a:t>        "positive_rate": 0.14730290456431536,</a:t>
            </a:r>
          </a:p>
          <a:p>
            <a:r>
              <a:t>        "precision": 0.08333333333333333,</a:t>
            </a:r>
          </a:p>
          <a:p>
            <a:r>
              <a:t>        "recall": 0.007042253521126761,</a:t>
            </a:r>
          </a:p>
          <a:p>
            <a:r>
              <a:t>        "roc_auc": 0.6736917857510024,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"7bfcb82f24ad97d6a1acd59511693a913b755671ff6fc1bd93223571d889e851",</a:t>
            </a:r>
          </a:p>
          <a:p>
            <a:r>
              <a:t>        "head.safetensors": "ad41757c38f18b0491713ab4b0e8efba1c25a11405364b8990a6ec72fa6b5d1b",</a:t>
            </a:r>
          </a:p>
          <a:p>
            <a:r>
              <a:t>        "inference.json": "6ffd9cca9d069f82cc63beb196284eca5bb01092b57bbe2b50def1d3897551a2"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0.14730290456431536,</a:t>
            </a:r>
          </a:p>
          <a:p>
            <a:r>
              <a:t>        "auc_prc": 0.5736514522821576,</a:t>
            </a:r>
          </a:p>
          <a:p>
            <a:r>
              <a:t>        "average_precision": 0.14730290456431536,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822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0.2567811934900543,</a:t>
            </a:r>
          </a:p>
          <a:p>
            <a:r>
              <a:t>        "positive_count": 142,</a:t>
            </a:r>
          </a:p>
          <a:p>
            <a:r>
              <a:t>        "positive_rate": 0.14730290456431536,</a:t>
            </a:r>
          </a:p>
          <a:p>
            <a:r>
              <a:t>        "precision": 0.14730290456431536,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"qwen",</a:t>
            </a:r>
          </a:p>
          <a:p>
            <a:r>
              <a:t>      "project": "Hyperledger",</a:t>
            </a:r>
          </a:p>
          <a:p>
            <a:r>
              <a:t>      "selection_sha256": "e72a67cae58fd01a3f4d09e9bdb95a00fedbb438c39cc280181a6c6b6e1a7f49",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0.696058091286307,</a:t>
            </a:r>
          </a:p>
          <a:p>
            <a:r>
              <a:t>        "auc_prc": 0.25128699570632546,</a:t>
            </a:r>
          </a:p>
          <a:p>
            <a:r>
              <a:t>        "average_precision": 0.2555684578147287,</a:t>
            </a:r>
          </a:p>
          <a:p>
            <a:r>
              <a:t>        "balanced_accuracy": 0.614963503649635,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600,</a:t>
            </a:r>
          </a:p>
          <a:p>
            <a:r>
              <a:t>            222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71,</a:t>
            </a:r>
          </a:p>
          <a:p>
            <a:r>
              <a:t>            71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0.32643678160919537,</a:t>
            </a:r>
          </a:p>
          <a:p>
            <a:r>
              <a:t>        "positive_count": 142,</a:t>
            </a:r>
          </a:p>
          <a:p>
            <a:r>
              <a:t>        "positive_rate": 0.14730290456431536,</a:t>
            </a:r>
          </a:p>
          <a:p>
            <a:r>
              <a:t>        "precision": 0.24232081911262798,</a:t>
            </a:r>
          </a:p>
          <a:p>
            <a:r>
              <a:t>        "recall": 0.5,</a:t>
            </a:r>
          </a:p>
          <a:p>
            <a:r>
              <a:t>        "roc_auc": 0.6996333230526712,</a:t>
            </a:r>
          </a:p>
          <a:p>
            <a:r>
              <a:t>        "row_count": 964,</a:t>
            </a:r>
          </a:p>
          <a:p>
            <a:r>
              <a:t>        "threshold": 0.15999999999999998</a:t>
            </a:r>
          </a:p>
          <a:p>
            <a:r>
              <a:t>      },</a:t>
            </a:r>
          </a:p>
          <a:p>
            <a:r>
              <a:t>      "test_predictions_sha256": "74aea438d8fd45d91c994cedbf26c4e8f3d1287da3e23a844abb4c9cbbc218c9",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-0.02358350806007755,</a:t>
            </a:r>
          </a:p>
          <a:p>
            <a:r>
              <a:t>            0.07338119659112707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-0.02574819515570995,</a:t>
            </a:r>
          </a:p>
          <a:p>
            <a:r>
              <a:t>            0.07719089326868196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-0.019508797957327743,</a:t>
            </a:r>
          </a:p>
          <a:p>
            <a:r>
              <a:t>            0.07054223051800475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0.20259250264280215,</a:t>
            </a:r>
          </a:p>
          <a:p>
            <a:r>
              <a:t>            0.3107094164593368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0.20921420334886245,</a:t>
            </a:r>
          </a:p>
          <a:p>
            <a:r>
              <a:t>            0.3211089269033713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0.6569209369207245,</a:t>
            </a:r>
          </a:p>
          <a:p>
            <a:r>
              <a:t>            0.7397574144138557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"finetune/Hyperledger/phi/15/11da968cf4352788/checkpoint"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0.8713692946058091,</a:t>
            </a:r>
          </a:p>
          <a:p>
            <a:r>
              <a:t>        "auc_prc": 0.223368516196756,</a:t>
            </a:r>
          </a:p>
          <a:p>
            <a:r>
              <a:t>        "average_precision": 0.22800782997466426,</a:t>
            </a:r>
          </a:p>
          <a:p>
            <a:r>
              <a:t>        "balanced_accuracy": 0.498812351543943,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840,</a:t>
            </a:r>
          </a:p>
          <a:p>
            <a:r>
              <a:t>            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122,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122,</a:t>
            </a:r>
          </a:p>
          <a:p>
            <a:r>
              <a:t>        "positive_rate": 0.12655601659751037,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0.7150909232506523,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"ec2ee3b147b071a5762edcd37083448e41c2892e778c85dc8b8c8e5ce4b58a65",</a:t>
            </a:r>
          </a:p>
          <a:p>
            <a:r>
              <a:t>        "adapter/README.md": "5e790f340065c0c5c2b21df0a7e9ed72412548a895e90be709c4fdded4767516",</a:t>
            </a:r>
          </a:p>
          <a:p>
            <a:r>
              <a:t>        "adapter/adapter_config.json": "f08a75768893d31c98207205ed2df8d5a40077bf0be92b8fdee6470d4c662784",</a:t>
            </a:r>
          </a:p>
          <a:p>
            <a:r>
              <a:t>        "adapter/adapter_model.safetensors": "24081ff92b39e289187be9b36240d8aaa8b5f96b52ed08c6416f859e5061293a",</a:t>
            </a:r>
          </a:p>
          <a:p>
            <a:r>
              <a:t>        "head.safetensors": "fdf9f83bbec72c74aa063ccb96d6addcf2c7b37eb58abd1f522268836831c4ff",</a:t>
            </a:r>
          </a:p>
          <a:p>
            <a:r>
              <a:t>        "inference.json": "c011c2a44a03fdd3fa1e9f1e6512636f26ed2a517674a17082bef4f6b227a618"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0.12655601659751037,</a:t>
            </a:r>
          </a:p>
          <a:p>
            <a:r>
              <a:t>        "auc_prc": 0.5632780082987552,</a:t>
            </a:r>
          </a:p>
          <a:p>
            <a:r>
              <a:t>        "average_precision": 0.12655601659751037,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842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122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0.22467771639042355,</a:t>
            </a:r>
          </a:p>
          <a:p>
            <a:r>
              <a:t>        "positive_count": 122,</a:t>
            </a:r>
          </a:p>
          <a:p>
            <a:r>
              <a:t>        "positive_rate": 0.12655601659751037,</a:t>
            </a:r>
          </a:p>
          <a:p>
            <a:r>
              <a:t>        "precision": 0.12655601659751037,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"phi",</a:t>
            </a:r>
          </a:p>
          <a:p>
            <a:r>
              <a:t>      "project": "Hyperledger",</a:t>
            </a:r>
          </a:p>
          <a:p>
            <a:r>
              <a:t>      "selection_sha256": "91141c92ca754f8ab7d3061fe6c2d3605281825e2874221cf754fd98c6a99cb2",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0.5020746887966805,</a:t>
            </a:r>
          </a:p>
          <a:p>
            <a:r>
              <a:t>        "auc_prc": 0.20604910500793833,</a:t>
            </a:r>
          </a:p>
          <a:p>
            <a:r>
              <a:t>        "average_precision": 0.21152763793464918,</a:t>
            </a:r>
          </a:p>
          <a:p>
            <a:r>
              <a:t>        "balanced_accuracy": 0.6553872512752619,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379,</a:t>
            </a:r>
          </a:p>
          <a:p>
            <a:r>
              <a:t>            463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17,</a:t>
            </a:r>
          </a:p>
          <a:p>
            <a:r>
              <a:t>            105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0.30434782608695654,</a:t>
            </a:r>
          </a:p>
          <a:p>
            <a:r>
              <a:t>        "positive_count": 122,</a:t>
            </a:r>
          </a:p>
          <a:p>
            <a:r>
              <a:t>        "positive_rate": 0.12655601659751037,</a:t>
            </a:r>
          </a:p>
          <a:p>
            <a:r>
              <a:t>        "precision": 0.18485915492957747,</a:t>
            </a:r>
          </a:p>
          <a:p>
            <a:r>
              <a:t>        "recall": 0.860655737704918,</a:t>
            </a:r>
          </a:p>
          <a:p>
            <a:r>
              <a:t>        "roc_auc": 0.6979284295782875,</a:t>
            </a:r>
          </a:p>
          <a:p>
            <a:r>
              <a:t>        "row_count": 964,</a:t>
            </a:r>
          </a:p>
          <a:p>
            <a:r>
              <a:t>        "threshold": 0.07</a:t>
            </a:r>
          </a:p>
          <a:p>
            <a:r>
              <a:t>      },</a:t>
            </a:r>
          </a:p>
          <a:p>
            <a:r>
              <a:t>      "test_predictions_sha256": "b5f2507647be7d8e50210369ca5deca319a2fb56a348fbe0317b206bffe7e25a",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-0.07012784907257723,</a:t>
            </a:r>
          </a:p>
          <a:p>
            <a:r>
              <a:t>            0.03764256214500655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-0.07338129447637202,</a:t>
            </a:r>
          </a:p>
          <a:p>
            <a:r>
              <a:t>            0.038789529281443934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-0.060763403982345934,</a:t>
            </a:r>
          </a:p>
          <a:p>
            <a:r>
              <a:t>            0.028360566414516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0.1647162474792613,</a:t>
            </a:r>
          </a:p>
          <a:p>
            <a:r>
              <a:t>            0.2633981848471591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0.17096676984989498,</a:t>
            </a:r>
          </a:p>
          <a:p>
            <a:r>
              <a:t>            0.272974537999407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0.6553513014130848,</a:t>
            </a:r>
          </a:p>
          <a:p>
            <a:r>
              <a:t>            0.7366549647006501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"finetune/Hyperledger/phi/20/3fcda3a886efcc78/checkpoint"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0.8817427385892116,</a:t>
            </a:r>
          </a:p>
          <a:p>
            <a:r>
              <a:t>        "auc_prc": 0.22041267956815153,</a:t>
            </a:r>
          </a:p>
          <a:p>
            <a:r>
              <a:t>        "average_precision": 0.22372715809319532,</a:t>
            </a:r>
          </a:p>
          <a:p>
            <a:r>
              <a:t>        "balanced_accuracy": 0.5027037223340041,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849,</a:t>
            </a:r>
          </a:p>
          <a:p>
            <a:r>
              <a:t>            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111,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0.017241379310344824,</a:t>
            </a:r>
          </a:p>
          <a:p>
            <a:r>
              <a:t>        "positive_count": 112,</a:t>
            </a:r>
          </a:p>
          <a:p>
            <a:r>
              <a:t>        "positive_rate": 0.11618257261410789,</a:t>
            </a:r>
          </a:p>
          <a:p>
            <a:r>
              <a:t>        "precision": 0.25,</a:t>
            </a:r>
          </a:p>
          <a:p>
            <a:r>
              <a:t>        "recall": 0.008928571428571428,</a:t>
            </a:r>
          </a:p>
          <a:p>
            <a:r>
              <a:t>        "roc_auc": 0.7296225268276325,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"88cd9c0246afc4b16b3f904784249fa5f8bd23c8dc0a6139b0911ab1b97530f3",</a:t>
            </a:r>
          </a:p>
          <a:p>
            <a:r>
              <a:t>        "adapter/README.md": "5e790f340065c0c5c2b21df0a7e9ed72412548a895e90be709c4fdded4767516",</a:t>
            </a:r>
          </a:p>
          <a:p>
            <a:r>
              <a:t>        "adapter/adapter_config.json": "f08a75768893d31c98207205ed2df8d5a40077bf0be92b8fdee6470d4c662784",</a:t>
            </a:r>
          </a:p>
          <a:p>
            <a:r>
              <a:t>        "adapter/adapter_model.safetensors": "d17c3e4c2af40956ae449ee7e2d404aae23cf6a4c24f6f0e9a777b6b3133203c",</a:t>
            </a:r>
          </a:p>
          <a:p>
            <a:r>
              <a:t>        "head.safetensors": "85b8eda0c665e9416bc0dce1132c492a988e79cf3a0124c3f6d6adb6ab8d0a96",</a:t>
            </a:r>
          </a:p>
          <a:p>
            <a:r>
              <a:t>        "inference.json": "7162b36eeb740d0d256b9e6f88cbb260833f88ef8ad7d4b39153eb538021c0e7"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0.11618257261410789,</a:t>
            </a:r>
          </a:p>
          <a:p>
            <a:r>
              <a:t>        "auc_prc": 0.558091286307054,</a:t>
            </a:r>
          </a:p>
          <a:p>
            <a:r>
              <a:t>        "average_precision": 0.11618257261410789,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852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0.20817843866171004,</a:t>
            </a:r>
          </a:p>
          <a:p>
            <a:r>
              <a:t>        "positive_count": 112,</a:t>
            </a:r>
          </a:p>
          <a:p>
            <a:r>
              <a:t>        "positive_rate": 0.11618257261410789,</a:t>
            </a:r>
          </a:p>
          <a:p>
            <a:r>
              <a:t>        "precision": 0.11618257261410789,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964,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"phi",</a:t>
            </a:r>
          </a:p>
          <a:p>
            <a:r>
              <a:t>      "project": "Hyperledger",</a:t>
            </a:r>
          </a:p>
          <a:p>
            <a:r>
              <a:t>      "selection_sha256": "5da96e8b1f5b4eb1fe8344e8370b41bfb9f70b325132a1278fd2e947f390bba4",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0.766597510373444,</a:t>
            </a:r>
          </a:p>
          <a:p>
            <a:r>
              <a:t>        "auc_prc": 0.194133104340717,</a:t>
            </a:r>
          </a:p>
          <a:p>
            <a:r>
              <a:t>        "average_precision": 0.1988163987952452,</a:t>
            </a:r>
          </a:p>
          <a:p>
            <a:r>
              <a:t>        "balanced_accuracy": 0.5771504024144869,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702,</a:t>
            </a:r>
          </a:p>
          <a:p>
            <a:r>
              <a:t>            150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75,</a:t>
            </a:r>
          </a:p>
          <a:p>
            <a:r>
              <a:t>            37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0.24749163879598662,</a:t>
            </a:r>
          </a:p>
          <a:p>
            <a:r>
              <a:t>        "positive_count": 112,</a:t>
            </a:r>
          </a:p>
          <a:p>
            <a:r>
              <a:t>        "positive_rate": 0.11618257261410789,</a:t>
            </a:r>
          </a:p>
          <a:p>
            <a:r>
              <a:t>        "precision": 0.19786096256684493,</a:t>
            </a:r>
          </a:p>
          <a:p>
            <a:r>
              <a:t>        "recall": 0.33035714285714285,</a:t>
            </a:r>
          </a:p>
          <a:p>
            <a:r>
              <a:t>        "roc_auc": 0.6956216465459423,</a:t>
            </a:r>
          </a:p>
          <a:p>
            <a:r>
              <a:t>        "row_count": 964,</a:t>
            </a:r>
          </a:p>
          <a:p>
            <a:r>
              <a:t>        "threshold": 0.09</a:t>
            </a:r>
          </a:p>
          <a:p>
            <a:r>
              <a:t>      },</a:t>
            </a:r>
          </a:p>
          <a:p>
            <a:r>
              <a:t>      "test_predictions_sha256": "43d15c95992082236ce85b6a5e92395cabe79bde7c0c1850cb96ba1ae55d7abb",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-0.08169257735318786,</a:t>
            </a:r>
          </a:p>
          <a:p>
            <a:r>
              <a:t>            0.027552638156340722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-0.08180778745360752,</a:t>
            </a:r>
          </a:p>
          <a:p>
            <a:r>
              <a:t>            0.032892944045394966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-0.08392757267209769,</a:t>
            </a:r>
          </a:p>
          <a:p>
            <a:r>
              <a:t>            0.016101459734079046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0.14984198143535385,</a:t>
            </a:r>
          </a:p>
          <a:p>
            <a:r>
              <a:t>            0.24813220757732737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0.156528190130889,</a:t>
            </a:r>
          </a:p>
          <a:p>
            <a:r>
              <a:t>            0.25959707438701934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0.6507311520159583,</a:t>
            </a:r>
          </a:p>
          <a:p>
            <a:r>
              <a:t>            0.7375998088215513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jev-20261029-deberta; report received October 29, 2026.</a:t>
            </a:r>
          </a:p>
          <a:p>
            <a:r>
              <a:t>Source Tasks/sprint-data-analysis-summary/data/jev-20261029-report.json; SHA256 a074875efea0b7be102ae88b6180d6d63bc164d28df7ddaa45467ca3e4f6c81f.</a:t>
            </a:r>
          </a:p>
          <a:p>
            <a:r>
              <a:t>Study SHA256 af791067994d62249bda4587c33bd4a9782d66c52531aadd98c3198ae1ac6e17.</a:t>
            </a:r>
          </a:p>
          <a:p>
            <a:r>
              <a:t>Model com-kotobalabs/open-jev-deberta-v3-large, revision 188ee67a5c93122b916e5acd5bdb0cb3623e380a.</a:t>
            </a:r>
          </a:p>
          <a:p>
            <a:r>
              <a:t>Independent community model, not TypeSafe Jev or JEV-9B. Native p(yes), no task-specific training, fixed future-change question, validation F1 thresholds. Historical partitions/labels follow the frozen #357 contract. Reported counts, positives and classical metrics/identities match both prior studies. Raw predictions were not independently rescored or aligned for this presentation. HF1=ModernBERT/Qwen embeddings; HF2=Phi/Gemma/Qwen3.5. Cross-study comparisons are descriptive with different protocols. Reported gain intervals compare Jev with CLASSICAL, not HF1/HF2; 2000 paired issue bootstrap resamples, no temporal-dependence or multiplicity adjustment. Truncation counts refer to unique test issues per project, not four repeated level populations. Same observed retrospective holdout; public-Jira pretraining contamination is possible. K=at least K changed words AND at least one relevant text edit, not a percentage.</a:t>
            </a:r>
          </a:p>
          <a:p>
            <a:r>
              <a:t>Comparison Tasks/sprint-data-analysis-summary/data/hf-20261008-report.json SHA256 7698fe31e652cc8d24fb2cc8ff8a443c2c1ec04ac3786cd9bf3dc0e6f4ec006a</a:t>
            </a:r>
          </a:p>
          <a:p>
            <a:r>
              <a:t>Comparison Tasks/sprint-data-analysis-summary/data/hf-20261019-report.json SHA256 3bd3ef27dac8a7f476ae341a8e8ef172b3bd3e7f773c13d51875cbd122f07fb6</a:t>
            </a:r>
          </a:p>
          <a:p>
            <a:r>
              <a:t>{</a:t>
            </a:r>
          </a:p>
          <a:p>
            <a:r>
              <a:t>  "jev":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0.7904191616766467,</a:t>
            </a:r>
          </a:p>
          <a:p>
            <a:r>
              <a:t>        "auc_prc": 0.15016806535005314,</a:t>
            </a:r>
          </a:p>
          <a:p>
            <a:r>
              <a:t>        "average_precision": 0.16588169254737842,</a:t>
            </a:r>
          </a:p>
          <a:p>
            <a:r>
              <a:t>        "balanced_accuracy": 0.5907491721854304,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253,</a:t>
            </a:r>
          </a:p>
          <a:p>
            <a:r>
              <a:t>            49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21,</a:t>
            </a:r>
          </a:p>
          <a:p>
            <a:r>
              <a:t>            11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0.23913043478260868,</a:t>
            </a:r>
          </a:p>
          <a:p>
            <a:r>
              <a:t>        "positive_count": 32,</a:t>
            </a:r>
          </a:p>
          <a:p>
            <a:r>
              <a:t>        "positive_rate": 0.09580838323353294,</a:t>
            </a:r>
          </a:p>
          <a:p>
            <a:r>
              <a:t>        "precision": 0.18333333333333332,</a:t>
            </a:r>
          </a:p>
          <a:p>
            <a:r>
              <a:t>        "recall": 0.34375,</a:t>
            </a:r>
          </a:p>
          <a:p>
            <a:r>
              <a:t>        "roc_auc": 0.6580091059602649,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0.09580838323353294,</a:t>
            </a:r>
          </a:p>
          <a:p>
            <a:r>
              <a:t>        "auc_prc": 0.5479041916167665,</a:t>
            </a:r>
          </a:p>
          <a:p>
            <a:r>
              <a:t>        "average_precision": 0.09580838323353294,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302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0.17486338797814208,</a:t>
            </a:r>
          </a:p>
          <a:p>
            <a:r>
              <a:t>        "positive_count": 32,</a:t>
            </a:r>
          </a:p>
          <a:p>
            <a:r>
              <a:t>        "positive_rate": 0.09580838323353294,</a:t>
            </a:r>
          </a:p>
          <a:p>
            <a:r>
              <a:t>        "precision": 0.09580838323353294,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false,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false,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"IntelDAOS",</a:t>
            </a:r>
          </a:p>
          <a:p>
            <a:r>
              <a:t>      "selection_sha256": "20ef8a18e25f470fd8791e2f014a71d7c0a103c1fc0ad7378add3a06b89365f2",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0.09580838323353294,</a:t>
            </a:r>
          </a:p>
          <a:p>
            <a:r>
              <a:t>        "auc_prc": 0.06046026318588305,</a:t>
            </a:r>
          </a:p>
          <a:p>
            <a:r>
              <a:t>        "average_precision": 0.06364753768198407,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302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0.17486338797814208,</a:t>
            </a:r>
          </a:p>
          <a:p>
            <a:r>
              <a:t>        "positive_count": 32,</a:t>
            </a:r>
          </a:p>
          <a:p>
            <a:r>
              <a:t>        "positive_rate": 0.09580838323353294,</a:t>
            </a:r>
          </a:p>
          <a:p>
            <a:r>
              <a:t>        "precision": 0.09580838323353294,</a:t>
            </a:r>
          </a:p>
          <a:p>
            <a:r>
              <a:t>        "recall": 1.0,</a:t>
            </a:r>
          </a:p>
          <a:p>
            <a:r>
              <a:t>        "roc_auc": 0.2644867549668874,</a:t>
            </a:r>
          </a:p>
          <a:p>
            <a:r>
              <a:t>        "row_count": 334,</a:t>
            </a:r>
          </a:p>
          <a:p>
            <a:r>
              <a:t>        "threshold": 0.20999999999999996</a:t>
            </a:r>
          </a:p>
          <a:p>
            <a:r>
              <a:t>      },</a:t>
            </a:r>
          </a:p>
          <a:p>
            <a:r>
              <a:t>      "test_predictions_sha256": "79be11fa52d147ec41086733538a01339de626caf7122a3f6e74440cc879c77a",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334,</a:t>
            </a:r>
          </a:p>
          <a:p>
            <a:r>
              <a:t>        "state_token_limit": 256,</a:t>
            </a:r>
          </a:p>
          <a:p>
            <a:r>
              <a:t>        "truncated_rows": 21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-0.19757635625981276,</a:t>
            </a:r>
          </a:p>
          <a:p>
            <a:r>
              <a:t>            -0.03827752552808122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-0.21796159978623653,</a:t>
            </a:r>
          </a:p>
          <a:p>
            <a:r>
              <a:t>            -0.04225507761277333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-0.5390207484020617,</a:t>
            </a:r>
          </a:p>
          <a:p>
            <a:r>
              <a:t>            -0.25019881496287844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0.041292177595308246,</a:t>
            </a:r>
          </a:p>
          <a:p>
            <a:r>
              <a:t>            0.0874627510001032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0.04532653491449576,</a:t>
            </a:r>
          </a:p>
          <a:p>
            <a:r>
              <a:t>            0.0981345732972832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0.1756560167386912,</a:t>
            </a:r>
          </a:p>
          <a:p>
            <a:r>
              <a:t>            0.36304954361275704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0.7664670658682635,</a:t>
            </a:r>
          </a:p>
          <a:p>
            <a:r>
              <a:t>        "auc_prc": 0.2060907279754762,</a:t>
            </a:r>
          </a:p>
          <a:p>
            <a:r>
              <a:t>        "average_precision": 0.21563174885998476,</a:t>
            </a:r>
          </a:p>
          <a:p>
            <a:r>
              <a:t>        "balanced_accuracy": 0.6224985867721877,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243,</a:t>
            </a:r>
          </a:p>
          <a:p>
            <a:r>
              <a:t>            62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16,</a:t>
            </a:r>
          </a:p>
          <a:p>
            <a:r>
              <a:t>            13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0.25,</a:t>
            </a:r>
          </a:p>
          <a:p>
            <a:r>
              <a:t>        "positive_count": 29,</a:t>
            </a:r>
          </a:p>
          <a:p>
            <a:r>
              <a:t>        "positive_rate": 0.08682634730538923,</a:t>
            </a:r>
          </a:p>
          <a:p>
            <a:r>
              <a:t>        "precision": 0.17333333333333334,</a:t>
            </a:r>
          </a:p>
          <a:p>
            <a:r>
              <a:t>        "recall": 0.4482758620689655,</a:t>
            </a:r>
          </a:p>
          <a:p>
            <a:r>
              <a:t>        "roc_auc": 0.7213114754098361,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0.08682634730538923,</a:t>
            </a:r>
          </a:p>
          <a:p>
            <a:r>
              <a:t>        "auc_prc": 0.5434131736526946,</a:t>
            </a:r>
          </a:p>
          <a:p>
            <a:r>
              <a:t>        "average_precision": 0.08682634730538923,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305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0.15977961432506887,</a:t>
            </a:r>
          </a:p>
          <a:p>
            <a:r>
              <a:t>        "positive_count": 29,</a:t>
            </a:r>
          </a:p>
          <a:p>
            <a:r>
              <a:t>        "positive_rate": 0.08682634730538923,</a:t>
            </a:r>
          </a:p>
          <a:p>
            <a:r>
              <a:t>        "precision": 0.08682634730538923,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false,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false,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"IntelDAOS",</a:t>
            </a:r>
          </a:p>
          <a:p>
            <a:r>
              <a:t>      "selection_sha256": "38e63e1c891ecabff7d8c6190451eb5280225de7b337536008c64d72e4111a7a",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0.08982035928143713,</a:t>
            </a:r>
          </a:p>
          <a:p>
            <a:r>
              <a:t>        "auc_prc": 0.05647724970966195,</a:t>
            </a:r>
          </a:p>
          <a:p>
            <a:r>
              <a:t>        "average_precision": 0.059790604105071886,</a:t>
            </a:r>
          </a:p>
          <a:p>
            <a:r>
              <a:t>        "balanced_accuracy": 0.5016393442622951,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1,</a:t>
            </a:r>
          </a:p>
          <a:p>
            <a:r>
              <a:t>            304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0.16022099447513813,</a:t>
            </a:r>
          </a:p>
          <a:p>
            <a:r>
              <a:t>        "positive_count": 29,</a:t>
            </a:r>
          </a:p>
          <a:p>
            <a:r>
              <a:t>        "positive_rate": 0.08682634730538923,</a:t>
            </a:r>
          </a:p>
          <a:p>
            <a:r>
              <a:t>        "precision": 0.08708708708708708,</a:t>
            </a:r>
          </a:p>
          <a:p>
            <a:r>
              <a:t>        "recall": 1.0,</a:t>
            </a:r>
          </a:p>
          <a:p>
            <a:r>
              <a:t>        "roc_auc": 0.2896551724137931,</a:t>
            </a:r>
          </a:p>
          <a:p>
            <a:r>
              <a:t>        "row_count": 334,</a:t>
            </a:r>
          </a:p>
          <a:p>
            <a:r>
              <a:t>        "threshold": 0.25999999999999995</a:t>
            </a:r>
          </a:p>
          <a:p>
            <a:r>
              <a:t>      },</a:t>
            </a:r>
          </a:p>
          <a:p>
            <a:r>
              <a:t>      "test_predictions_sha256": "797bdb645e5fb858ab17230e3bcc96d4008d8da7bf06e323f1240ece5c7d93a1",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334,</a:t>
            </a:r>
          </a:p>
          <a:p>
            <a:r>
              <a:t>        "state_token_limit": 256,</a:t>
            </a:r>
          </a:p>
          <a:p>
            <a:r>
              <a:t>        "truncated_rows": 21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-0.27671971228832065,</a:t>
            </a:r>
          </a:p>
          <a:p>
            <a:r>
              <a:t>            -0.05964679687169041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-0.2850202228593412,</a:t>
            </a:r>
          </a:p>
          <a:p>
            <a:r>
              <a:t>            -0.06578999238748708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-0.5729099462365591,</a:t>
            </a:r>
          </a:p>
          <a:p>
            <a:r>
              <a:t>            -0.28839747771141555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0.037265305210650336,</a:t>
            </a:r>
          </a:p>
          <a:p>
            <a:r>
              <a:t>            0.08357695489190545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0.0413672308449119,</a:t>
            </a:r>
          </a:p>
          <a:p>
            <a:r>
              <a:t>            0.09590618607301596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0.19110745081757793,</a:t>
            </a:r>
          </a:p>
          <a:p>
            <a:r>
              <a:t>            0.38932644724556487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0.7485029940119761,</a:t>
            </a:r>
          </a:p>
          <a:p>
            <a:r>
              <a:t>        "auc_prc": 0.24364200589496596,</a:t>
            </a:r>
          </a:p>
          <a:p>
            <a:r>
              <a:t>        "average_precision": 0.2524883734368554,</a:t>
            </a:r>
          </a:p>
          <a:p>
            <a:r>
              <a:t>        "balanced_accuracy": 0.6146505376344086,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239,</a:t>
            </a:r>
          </a:p>
          <a:p>
            <a:r>
              <a:t>            71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13,</a:t>
            </a:r>
          </a:p>
          <a:p>
            <a:r>
              <a:t>            11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0.20754716981132074,</a:t>
            </a:r>
          </a:p>
          <a:p>
            <a:r>
              <a:t>        "positive_count": 24,</a:t>
            </a:r>
          </a:p>
          <a:p>
            <a:r>
              <a:t>        "positive_rate": 0.0718562874251497,</a:t>
            </a:r>
          </a:p>
          <a:p>
            <a:r>
              <a:t>        "precision": 0.13414634146341464,</a:t>
            </a:r>
          </a:p>
          <a:p>
            <a:r>
              <a:t>        "recall": 0.4583333333333333,</a:t>
            </a:r>
          </a:p>
          <a:p>
            <a:r>
              <a:t>        "roc_auc": 0.690994623655914,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0.0718562874251497,</a:t>
            </a:r>
          </a:p>
          <a:p>
            <a:r>
              <a:t>        "auc_prc": 0.5359281437125748,</a:t>
            </a:r>
          </a:p>
          <a:p>
            <a:r>
              <a:t>        "average_precision": 0.0718562874251497,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310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0.1340782122905028,</a:t>
            </a:r>
          </a:p>
          <a:p>
            <a:r>
              <a:t>        "positive_count": 24,</a:t>
            </a:r>
          </a:p>
          <a:p>
            <a:r>
              <a:t>        "positive_rate": 0.0718562874251497,</a:t>
            </a:r>
          </a:p>
          <a:p>
            <a:r>
              <a:t>        "precision": 0.0718562874251497,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false,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false,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"IntelDAOS",</a:t>
            </a:r>
          </a:p>
          <a:p>
            <a:r>
              <a:t>      "selection_sha256": "df61aea9ce8e2eb836641573fcc465f7121b635d57f0c66bcb1ca5a1dbd33a06",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0.0748502994011976,</a:t>
            </a:r>
          </a:p>
          <a:p>
            <a:r>
              <a:t>        "auc_prc": 0.04391688228312646,</a:t>
            </a:r>
          </a:p>
          <a:p>
            <a:r>
              <a:t>        "average_precision": 0.04621492548233585,</a:t>
            </a:r>
          </a:p>
          <a:p>
            <a:r>
              <a:t>        "balanced_accuracy": 0.5016129032258064,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1,</a:t>
            </a:r>
          </a:p>
          <a:p>
            <a:r>
              <a:t>            309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0.13445378151260504,</a:t>
            </a:r>
          </a:p>
          <a:p>
            <a:r>
              <a:t>        "positive_count": 24,</a:t>
            </a:r>
          </a:p>
          <a:p>
            <a:r>
              <a:t>        "positive_rate": 0.0718562874251497,</a:t>
            </a:r>
          </a:p>
          <a:p>
            <a:r>
              <a:t>        "precision": 0.07207207207207207,</a:t>
            </a:r>
          </a:p>
          <a:p>
            <a:r>
              <a:t>        "recall": 1.0,</a:t>
            </a:r>
          </a:p>
          <a:p>
            <a:r>
              <a:t>        "roc_auc": 0.24744623655913978,</a:t>
            </a:r>
          </a:p>
          <a:p>
            <a:r>
              <a:t>        "row_count": 334,</a:t>
            </a:r>
          </a:p>
          <a:p>
            <a:r>
              <a:t>        "threshold": 0.3499999999999999</a:t>
            </a:r>
          </a:p>
          <a:p>
            <a:r>
              <a:t>      },</a:t>
            </a:r>
          </a:p>
          <a:p>
            <a:r>
              <a:t>      "test_predictions_sha256": "91e96745260621f5c0bbecaaa6abe59603e0f6d9cb089b5d5d6dd48d101e9e29",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334,</a:t>
            </a:r>
          </a:p>
          <a:p>
            <a:r>
              <a:t>        "state_token_limit": 256,</a:t>
            </a:r>
          </a:p>
          <a:p>
            <a:r>
              <a:t>        "truncated_rows": 21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-0.3697193790251819,</a:t>
            </a:r>
          </a:p>
          <a:p>
            <a:r>
              <a:t>            -0.0621985457553284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-0.37822509403998417,</a:t>
            </a:r>
          </a:p>
          <a:p>
            <a:r>
              <a:t>            -0.07777504078589385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-0.5909380260674564,</a:t>
            </a:r>
          </a:p>
          <a:p>
            <a:r>
              <a:t>            -0.2927363145743857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0.02798310435335467,</a:t>
            </a:r>
          </a:p>
          <a:p>
            <a:r>
              <a:t>            0.06431325215015343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0.03113988285979104,</a:t>
            </a:r>
          </a:p>
          <a:p>
            <a:r>
              <a:t>            0.06998447970952072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0.16257309941520467,</a:t>
            </a:r>
          </a:p>
          <a:p>
            <a:r>
              <a:t>            0.3420250995134896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0.9341317365269461,</a:t>
            </a:r>
          </a:p>
          <a:p>
            <a:r>
              <a:t>        "auc_prc": 0.10267715858007523,</a:t>
            </a:r>
          </a:p>
          <a:p>
            <a:r>
              <a:t>        "average_precision": 0.12024835361654783,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312,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22,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22,</a:t>
            </a:r>
          </a:p>
          <a:p>
            <a:r>
              <a:t>        "positive_rate": 0.0658682634730539,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0.6401515151515151,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0.0658682634730539,</a:t>
            </a:r>
          </a:p>
          <a:p>
            <a:r>
              <a:t>        "auc_prc": 0.5329341317365269,</a:t>
            </a:r>
          </a:p>
          <a:p>
            <a:r>
              <a:t>        "average_precision": 0.0658682634730539,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312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0.12359550561797754,</a:t>
            </a:r>
          </a:p>
          <a:p>
            <a:r>
              <a:t>        "positive_count": 22,</a:t>
            </a:r>
          </a:p>
          <a:p>
            <a:r>
              <a:t>        "positive_rate": 0.0658682634730539,</a:t>
            </a:r>
          </a:p>
          <a:p>
            <a:r>
              <a:t>        "precision": 0.0658682634730539,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false,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false,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"IntelDAOS",</a:t>
            </a:r>
          </a:p>
          <a:p>
            <a:r>
              <a:t>      "selection_sha256": "40f777331ebf6ceab16fefe70b2244298a0b18ed37eeab300ee298fa3c527a2e",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0.0688622754491018,</a:t>
            </a:r>
          </a:p>
          <a:p>
            <a:r>
              <a:t>        "auc_prc": 0.038876296826924256,</a:t>
            </a:r>
          </a:p>
          <a:p>
            <a:r>
              <a:t>        "average_precision": 0.040892791478311374,</a:t>
            </a:r>
          </a:p>
          <a:p>
            <a:r>
              <a:t>        "balanced_accuracy": 0.5016025641025641,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1,</a:t>
            </a:r>
          </a:p>
          <a:p>
            <a:r>
              <a:t>            311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0.12394366197183097,</a:t>
            </a:r>
          </a:p>
          <a:p>
            <a:r>
              <a:t>        "positive_count": 22,</a:t>
            </a:r>
          </a:p>
          <a:p>
            <a:r>
              <a:t>        "positive_rate": 0.0658682634730539,</a:t>
            </a:r>
          </a:p>
          <a:p>
            <a:r>
              <a:t>        "precision": 0.06606606606606606,</a:t>
            </a:r>
          </a:p>
          <a:p>
            <a:r>
              <a:t>        "recall": 1.0,</a:t>
            </a:r>
          </a:p>
          <a:p>
            <a:r>
              <a:t>        "roc_auc": 0.20964452214452214,</a:t>
            </a:r>
          </a:p>
          <a:p>
            <a:r>
              <a:t>        "row_count": 334,</a:t>
            </a:r>
          </a:p>
          <a:p>
            <a:r>
              <a:t>        "threshold": 0.3499999999999999</a:t>
            </a:r>
          </a:p>
          <a:p>
            <a:r>
              <a:t>      },</a:t>
            </a:r>
          </a:p>
          <a:p>
            <a:r>
              <a:t>      "test_predictions_sha256": "cc2e1d42d1d7995adec31548131d3f680b22f2fe7160e8ae25e7a886d8d7a548",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334,</a:t>
            </a:r>
          </a:p>
          <a:p>
            <a:r>
              <a:t>        "state_token_limit": 256,</a:t>
            </a:r>
          </a:p>
          <a:p>
            <a:r>
              <a:t>        "truncated_rows": 21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-0.18128476174576053,</a:t>
            </a:r>
          </a:p>
          <a:p>
            <a:r>
              <a:t>            -0.024243577009883763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-0.20258719900671826,</a:t>
            </a:r>
          </a:p>
          <a:p>
            <a:r>
              <a:t>            -0.028626052816915916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-0.5794625264062492,</a:t>
            </a:r>
          </a:p>
          <a:p>
            <a:r>
              <a:t>            -0.28103703755921505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0.024080644241954188,</a:t>
            </a:r>
          </a:p>
          <a:p>
            <a:r>
              <a:t>            0.056982131761468276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0.026934990350645338,</a:t>
            </a:r>
          </a:p>
          <a:p>
            <a:r>
              <a:t>            0.06151601889396601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0.1364457084515257,</a:t>
            </a:r>
          </a:p>
          <a:p>
            <a:r>
              <a:t>            0.2895117227125177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"hf1":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"finetune/IntelDAOS/qwen_embedding/5/d7f2b3a243beb63f/checkpoint"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0.7904191616766467,</a:t>
            </a:r>
          </a:p>
          <a:p>
            <a:r>
              <a:t>        "auc_prc": 0.15016806535005314,</a:t>
            </a:r>
          </a:p>
          <a:p>
            <a:r>
              <a:t>        "average_precision": 0.16588169254737842,</a:t>
            </a:r>
          </a:p>
          <a:p>
            <a:r>
              <a:t>        "balanced_accuracy": 0.5907491721854304,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253,</a:t>
            </a:r>
          </a:p>
          <a:p>
            <a:r>
              <a:t>            49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21,</a:t>
            </a:r>
          </a:p>
          <a:p>
            <a:r>
              <a:t>            11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0.23913043478260868,</a:t>
            </a:r>
          </a:p>
          <a:p>
            <a:r>
              <a:t>        "positive_count": 32,</a:t>
            </a:r>
          </a:p>
          <a:p>
            <a:r>
              <a:t>        "positive_rate": 0.09580838323353294,</a:t>
            </a:r>
          </a:p>
          <a:p>
            <a:r>
              <a:t>        "precision": 0.18333333333333332,</a:t>
            </a:r>
          </a:p>
          <a:p>
            <a:r>
              <a:t>        "recall": 0.34375,</a:t>
            </a:r>
          </a:p>
          <a:p>
            <a:r>
              <a:t>        "roc_auc": 0.6580091059602649,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"4155de39efcf634f52c82769413adbc2451615be1db2d2060c5a7b0ed7a0a339",</a:t>
            </a:r>
          </a:p>
          <a:p>
            <a:r>
              <a:t>        "adapter/README.md": "2b259ec9b5799fd1e7da6813a1a008293163ac0d5b6be0eb53454a512e57e06a",</a:t>
            </a:r>
          </a:p>
          <a:p>
            <a:r>
              <a:t>        "adapter/adapter_config.json": "f9c37606194b9d62e9151d9f50c2f6fac77daaf8d9ea61bae29743d490553856",</a:t>
            </a:r>
          </a:p>
          <a:p>
            <a:r>
              <a:t>        "adapter/adapter_model.safetensors": "6a269a8f03b7d5d187cedff1c2cefef03012625ba4dfef7c50474318367555b3",</a:t>
            </a:r>
          </a:p>
          <a:p>
            <a:r>
              <a:t>        "head.safetensors": "9af65fc6cd22f0ed694af682f28c62b8770a8fae450036d7a7d396acca97a2eb",</a:t>
            </a:r>
          </a:p>
          <a:p>
            <a:r>
              <a:t>        "inference.json": "ce052232b59ef7898a3d8035906d0175cb136667c9e3ddede27ef94e11e36150"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0.09580838323353294,</a:t>
            </a:r>
          </a:p>
          <a:p>
            <a:r>
              <a:t>        "auc_prc": 0.5479041916167665,</a:t>
            </a:r>
          </a:p>
          <a:p>
            <a:r>
              <a:t>        "average_precision": 0.09580838323353294,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302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0.17486338797814208,</a:t>
            </a:r>
          </a:p>
          <a:p>
            <a:r>
              <a:t>        "positive_count": 32,</a:t>
            </a:r>
          </a:p>
          <a:p>
            <a:r>
              <a:t>        "positive_rate": 0.09580838323353294,</a:t>
            </a:r>
          </a:p>
          <a:p>
            <a:r>
              <a:t>        "precision": 0.09580838323353294,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"qwen_embedding",</a:t>
            </a:r>
          </a:p>
          <a:p>
            <a:r>
              <a:t>      "project": "IntelDAOS",</a:t>
            </a:r>
          </a:p>
          <a:p>
            <a:r>
              <a:t>      "selection_sha256": "f0dcc67cf962726a5e7309db3b68018dab0d679150b7d85219d9140e4e69e11d",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0.7934131736526946,</a:t>
            </a:r>
          </a:p>
          <a:p>
            <a:r>
              <a:t>        "auc_prc": 0.27026694300575455,</a:t>
            </a:r>
          </a:p>
          <a:p>
            <a:r>
              <a:t>        "average_precision": 0.2887378003502482,</a:t>
            </a:r>
          </a:p>
          <a:p>
            <a:r>
              <a:t>        "balanced_accuracy": 0.6622516556291391,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249,</a:t>
            </a:r>
          </a:p>
          <a:p>
            <a:r>
              <a:t>            53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16,</a:t>
            </a:r>
          </a:p>
          <a:p>
            <a:r>
              <a:t>            16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0.31683168316831684,</a:t>
            </a:r>
          </a:p>
          <a:p>
            <a:r>
              <a:t>        "positive_count": 32,</a:t>
            </a:r>
          </a:p>
          <a:p>
            <a:r>
              <a:t>        "positive_rate": 0.09580838323353294,</a:t>
            </a:r>
          </a:p>
          <a:p>
            <a:r>
              <a:t>        "precision": 0.2318840579710145,</a:t>
            </a:r>
          </a:p>
          <a:p>
            <a:r>
              <a:t>        "recall": 0.5,</a:t>
            </a:r>
          </a:p>
          <a:p>
            <a:r>
              <a:t>        "roc_auc": 0.7228373344370861,</a:t>
            </a:r>
          </a:p>
          <a:p>
            <a:r>
              <a:t>        "row_count": 334,</a:t>
            </a:r>
          </a:p>
          <a:p>
            <a:r>
              <a:t>        "threshold": 0.27999999999999997</a:t>
            </a:r>
          </a:p>
          <a:p>
            <a:r>
              <a:t>      },</a:t>
            </a:r>
          </a:p>
          <a:p>
            <a:r>
              <a:t>      "test_predictions_sha256": "20bbd37e745659222630375324d9fed9ad0c0502ac34485e7879d80f5bea524c",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-0.007632962762468631,</a:t>
            </a:r>
          </a:p>
          <a:p>
            <a:r>
              <a:t>            0.2795260388752509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-0.013101984990284862,</a:t>
            </a:r>
          </a:p>
          <a:p>
            <a:r>
              <a:t>            0.2777739319096881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-0.03444336569579285,</a:t>
            </a:r>
          </a:p>
          <a:p>
            <a:r>
              <a:t>            0.1616651884743988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0.14693600673478466,</a:t>
            </a:r>
          </a:p>
          <a:p>
            <a:r>
              <a:t>            0.4512649903118119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0.1688063455564027,</a:t>
            </a:r>
          </a:p>
          <a:p>
            <a:r>
              <a:t>            0.46348576393804747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0.6279235754704566,</a:t>
            </a:r>
          </a:p>
          <a:p>
            <a:r>
              <a:t>            0.8143372208353159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"frozen/IntelDAOS/qwen_embedding/10/4472aaa46dad1ea1/checkpoint"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0.7664670658682635,</a:t>
            </a:r>
          </a:p>
          <a:p>
            <a:r>
              <a:t>        "auc_prc": 0.2060907279754762,</a:t>
            </a:r>
          </a:p>
          <a:p>
            <a:r>
              <a:t>        "average_precision": 0.21563174885998476,</a:t>
            </a:r>
          </a:p>
          <a:p>
            <a:r>
              <a:t>        "balanced_accuracy": 0.6224985867721877,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243,</a:t>
            </a:r>
          </a:p>
          <a:p>
            <a:r>
              <a:t>            62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16,</a:t>
            </a:r>
          </a:p>
          <a:p>
            <a:r>
              <a:t>            13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0.25,</a:t>
            </a:r>
          </a:p>
          <a:p>
            <a:r>
              <a:t>        "positive_count": 29,</a:t>
            </a:r>
          </a:p>
          <a:p>
            <a:r>
              <a:t>        "positive_rate": 0.08682634730538923,</a:t>
            </a:r>
          </a:p>
          <a:p>
            <a:r>
              <a:t>        "precision": 0.17333333333333334,</a:t>
            </a:r>
          </a:p>
          <a:p>
            <a:r>
              <a:t>        "recall": 0.4482758620689655,</a:t>
            </a:r>
          </a:p>
          <a:p>
            <a:r>
              <a:t>        "roc_auc": 0.7213114754098361,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"ffc8fafa13ea9f677e0cc9556b8021ab2fca4d72703e1e46312158ebb225dc83",</a:t>
            </a:r>
          </a:p>
          <a:p>
            <a:r>
              <a:t>        "head.safetensors": "a4db8df6f7d15c5e8016e2cfdf969d6eb0d6095555b8ac74b0a1347b76609c51",</a:t>
            </a:r>
          </a:p>
          <a:p>
            <a:r>
              <a:t>        "inference.json": "53e75ab8ff642c5652f8bac61b1a998707be024af63027d373f28a7aee39bd3f"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0.08682634730538923,</a:t>
            </a:r>
          </a:p>
          <a:p>
            <a:r>
              <a:t>        "auc_prc": 0.5434131736526946,</a:t>
            </a:r>
          </a:p>
          <a:p>
            <a:r>
              <a:t>        "average_precision": 0.08682634730538923,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305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0.15977961432506887,</a:t>
            </a:r>
          </a:p>
          <a:p>
            <a:r>
              <a:t>        "positive_count": 29,</a:t>
            </a:r>
          </a:p>
          <a:p>
            <a:r>
              <a:t>        "positive_rate": 0.08682634730538923,</a:t>
            </a:r>
          </a:p>
          <a:p>
            <a:r>
              <a:t>        "precision": 0.08682634730538923,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"qwen_embedding",</a:t>
            </a:r>
          </a:p>
          <a:p>
            <a:r>
              <a:t>      "project": "IntelDAOS",</a:t>
            </a:r>
          </a:p>
          <a:p>
            <a:r>
              <a:t>      "selection_sha256": "a513dec6316263801f41cfba27750a232d49208f7f4b4aa094c54c8c029b4b97",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0.6796407185628742,</a:t>
            </a:r>
          </a:p>
          <a:p>
            <a:r>
              <a:t>        "auc_prc": 0.09708720606675181,</a:t>
            </a:r>
          </a:p>
          <a:p>
            <a:r>
              <a:t>        "average_precision": 0.10328342338207525,</a:t>
            </a:r>
          </a:p>
          <a:p>
            <a:r>
              <a:t>        "balanced_accuracy": 0.5281514980214811,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217,</a:t>
            </a:r>
          </a:p>
          <a:p>
            <a:r>
              <a:t>            88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19,</a:t>
            </a:r>
          </a:p>
          <a:p>
            <a:r>
              <a:t>            10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0.15748031496062995,</a:t>
            </a:r>
          </a:p>
          <a:p>
            <a:r>
              <a:t>        "positive_count": 29,</a:t>
            </a:r>
          </a:p>
          <a:p>
            <a:r>
              <a:t>        "positive_rate": 0.08682634730538923,</a:t>
            </a:r>
          </a:p>
          <a:p>
            <a:r>
              <a:t>        "precision": 0.10204081632653061,</a:t>
            </a:r>
          </a:p>
          <a:p>
            <a:r>
              <a:t>        "recall": 0.3448275862068966,</a:t>
            </a:r>
          </a:p>
          <a:p>
            <a:r>
              <a:t>        "roc_auc": 0.5700395703787451,</a:t>
            </a:r>
          </a:p>
          <a:p>
            <a:r>
              <a:t>        "row_count": 334,</a:t>
            </a:r>
          </a:p>
          <a:p>
            <a:r>
              <a:t>        "threshold": 0.5199999999999999</a:t>
            </a:r>
          </a:p>
          <a:p>
            <a:r>
              <a:t>      },</a:t>
            </a:r>
          </a:p>
          <a:p>
            <a:r>
              <a:t>      "test_predictions_sha256": "2a14f547da82c83a05e422fad28a3f7931ca7f3fd0bce0993065cfdabc1a76df",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-0.22690827630365393,</a:t>
            </a:r>
          </a:p>
          <a:p>
            <a:r>
              <a:t>            -0.02845720944658694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-0.22912841536594974,</a:t>
            </a:r>
          </a:p>
          <a:p>
            <a:r>
              <a:t>            -0.030048898643007884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-0.26062972305900467,</a:t>
            </a:r>
          </a:p>
          <a:p>
            <a:r>
              <a:t>            -0.043312046590574936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0.06057133360552632,</a:t>
            </a:r>
          </a:p>
          <a:p>
            <a:r>
              <a:t>            0.15208239976821616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0.06808997291902331,</a:t>
            </a:r>
          </a:p>
          <a:p>
            <a:r>
              <a:t>            0.17062340315281166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0.471171955624355,</a:t>
            </a:r>
          </a:p>
          <a:p>
            <a:r>
              <a:t>            0.6695452916933701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"frozen/IntelDAOS/qwen_embedding/15/4472aaa46dad1ea1/checkpoint"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0.7485029940119761,</a:t>
            </a:r>
          </a:p>
          <a:p>
            <a:r>
              <a:t>        "auc_prc": 0.24364200589496596,</a:t>
            </a:r>
          </a:p>
          <a:p>
            <a:r>
              <a:t>        "average_precision": 0.2524883734368554,</a:t>
            </a:r>
          </a:p>
          <a:p>
            <a:r>
              <a:t>        "balanced_accuracy": 0.6146505376344086,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239,</a:t>
            </a:r>
          </a:p>
          <a:p>
            <a:r>
              <a:t>            71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13,</a:t>
            </a:r>
          </a:p>
          <a:p>
            <a:r>
              <a:t>            11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0.20754716981132074,</a:t>
            </a:r>
          </a:p>
          <a:p>
            <a:r>
              <a:t>        "positive_count": 24,</a:t>
            </a:r>
          </a:p>
          <a:p>
            <a:r>
              <a:t>        "positive_rate": 0.0718562874251497,</a:t>
            </a:r>
          </a:p>
          <a:p>
            <a:r>
              <a:t>        "precision": 0.13414634146341464,</a:t>
            </a:r>
          </a:p>
          <a:p>
            <a:r>
              <a:t>        "recall": 0.4583333333333333,</a:t>
            </a:r>
          </a:p>
          <a:p>
            <a:r>
              <a:t>        "roc_auc": 0.690994623655914,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"6582aa1a3b0bd2d604a5612ed231a8c222a02f6273743f05464e543a8b9370ef",</a:t>
            </a:r>
          </a:p>
          <a:p>
            <a:r>
              <a:t>        "head.safetensors": "994d28fc0c3b802275b55ac4ed33e9d4825a10c1923d3485b2b370f871540e58",</a:t>
            </a:r>
          </a:p>
          <a:p>
            <a:r>
              <a:t>        "inference.json": "4239878fe085b271905a5b6ac363158edeae7694e19df0d41fce106c69238cfa"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0.0718562874251497,</a:t>
            </a:r>
          </a:p>
          <a:p>
            <a:r>
              <a:t>        "auc_prc": 0.5359281437125748,</a:t>
            </a:r>
          </a:p>
          <a:p>
            <a:r>
              <a:t>        "average_precision": 0.0718562874251497,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310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0.1340782122905028,</a:t>
            </a:r>
          </a:p>
          <a:p>
            <a:r>
              <a:t>        "positive_count": 24,</a:t>
            </a:r>
          </a:p>
          <a:p>
            <a:r>
              <a:t>        "positive_rate": 0.0718562874251497,</a:t>
            </a:r>
          </a:p>
          <a:p>
            <a:r>
              <a:t>        "precision": 0.0718562874251497,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"qwen_embedding",</a:t>
            </a:r>
          </a:p>
          <a:p>
            <a:r>
              <a:t>      "project": "IntelDAOS",</a:t>
            </a:r>
          </a:p>
          <a:p>
            <a:r>
              <a:t>      "selection_sha256": "c62b036b59009d024ae490a1a542302dd6ef71a5957b758cf68c13813b974693",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0.7904191616766467,</a:t>
            </a:r>
          </a:p>
          <a:p>
            <a:r>
              <a:t>        "auc_prc": 0.08825267951039667,</a:t>
            </a:r>
          </a:p>
          <a:p>
            <a:r>
              <a:t>        "average_precision": 0.09522466895436131,</a:t>
            </a:r>
          </a:p>
          <a:p>
            <a:r>
              <a:t>        "balanced_accuracy": 0.5219086021505376,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259,</a:t>
            </a:r>
          </a:p>
          <a:p>
            <a:r>
              <a:t>            51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19,</a:t>
            </a:r>
          </a:p>
          <a:p>
            <a:r>
              <a:t>            5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0.125,</a:t>
            </a:r>
          </a:p>
          <a:p>
            <a:r>
              <a:t>        "positive_count": 24,</a:t>
            </a:r>
          </a:p>
          <a:p>
            <a:r>
              <a:t>        "positive_rate": 0.0718562874251497,</a:t>
            </a:r>
          </a:p>
          <a:p>
            <a:r>
              <a:t>        "precision": 0.08928571428571429,</a:t>
            </a:r>
          </a:p>
          <a:p>
            <a:r>
              <a:t>        "recall": 0.20833333333333334,</a:t>
            </a:r>
          </a:p>
          <a:p>
            <a:r>
              <a:t>        "roc_auc": 0.5790322580645161,</a:t>
            </a:r>
          </a:p>
          <a:p>
            <a:r>
              <a:t>        "row_count": 334,</a:t>
            </a:r>
          </a:p>
          <a:p>
            <a:r>
              <a:t>        "threshold": 0.62</a:t>
            </a:r>
          </a:p>
          <a:p>
            <a:r>
              <a:t>      },</a:t>
            </a:r>
          </a:p>
          <a:p>
            <a:r>
              <a:t>      "test_predictions_sha256": "0eb750b4438f31f1f714a9a547d2c8edfbbf443d97610153a8e20fbfa3cd9a65",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-0.322567918806113,</a:t>
            </a:r>
          </a:p>
          <a:p>
            <a:r>
              <a:t>            -0.026031495761039195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-0.32075746628897783,</a:t>
            </a:r>
          </a:p>
          <a:p>
            <a:r>
              <a:t>            -0.030265828079000686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-0.2750867415924475,</a:t>
            </a:r>
          </a:p>
          <a:p>
            <a:r>
              <a:t>            0.032990521841647934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0.0502134755047628,</a:t>
            </a:r>
          </a:p>
          <a:p>
            <a:r>
              <a:t>            0.14668805290151857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0.057564036805210224,</a:t>
            </a:r>
          </a:p>
          <a:p>
            <a:r>
              <a:t>            0.16867714376702425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0.46434555597534366,</a:t>
            </a:r>
          </a:p>
          <a:p>
            <a:r>
              <a:t>            0.6918137181032751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"frozen/IntelDAOS/qwen_embedding/20/b9d1876b234d8d9e/checkpoint"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0.9341317365269461,</a:t>
            </a:r>
          </a:p>
          <a:p>
            <a:r>
              <a:t>        "auc_prc": 0.10267715858007523,</a:t>
            </a:r>
          </a:p>
          <a:p>
            <a:r>
              <a:t>        "average_precision": 0.12024835361654783,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312,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22,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22,</a:t>
            </a:r>
          </a:p>
          <a:p>
            <a:r>
              <a:t>        "positive_rate": 0.0658682634730539,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0.6401515151515151,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"6b197c248f9db577d60ac90f05e10ac6b4ffb5f9a420c15de7ec9b2ba5f06851",</a:t>
            </a:r>
          </a:p>
          <a:p>
            <a:r>
              <a:t>        "head.safetensors": "b5b1f8bc0301db1ffb254d47fad498f295b3108c391cfa933e9bf90b7f4ac259",</a:t>
            </a:r>
          </a:p>
          <a:p>
            <a:r>
              <a:t>        "inference.json": "a8df03ab3c294b0c181f2d3f4a2272276cf5c44b0b0b758ad96183220c7aa817"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0.0658682634730539,</a:t>
            </a:r>
          </a:p>
          <a:p>
            <a:r>
              <a:t>        "auc_prc": 0.5329341317365269,</a:t>
            </a:r>
          </a:p>
          <a:p>
            <a:r>
              <a:t>        "average_precision": 0.0658682634730539,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312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0.12359550561797754,</a:t>
            </a:r>
          </a:p>
          <a:p>
            <a:r>
              <a:t>        "positive_count": 22,</a:t>
            </a:r>
          </a:p>
          <a:p>
            <a:r>
              <a:t>        "positive_rate": 0.0658682634730539,</a:t>
            </a:r>
          </a:p>
          <a:p>
            <a:r>
              <a:t>        "precision": 0.0658682634730539,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"qwen_embedding",</a:t>
            </a:r>
          </a:p>
          <a:p>
            <a:r>
              <a:t>      "project": "IntelDAOS",</a:t>
            </a:r>
          </a:p>
          <a:p>
            <a:r>
              <a:t>      "selection_sha256": "5c0eb7733a957198f68a2fabc62aeb9cfc5cc7b2bff23969ab122f08e652e460",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0.9341317365269461,</a:t>
            </a:r>
          </a:p>
          <a:p>
            <a:r>
              <a:t>        "auc_prc": 0.11494928997175463,</a:t>
            </a:r>
          </a:p>
          <a:p>
            <a:r>
              <a:t>        "average_precision": 0.12334783891373455,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312,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22,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22,</a:t>
            </a:r>
          </a:p>
          <a:p>
            <a:r>
              <a:t>        "positive_rate": 0.0658682634730539,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0.6968240093240093,</a:t>
            </a:r>
          </a:p>
          <a:p>
            <a:r>
              <a:t>        "row_count": 334,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"def42608ac6a7e282d51f007679452b91f0c8e4d223a801f893e1e609b04653d",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-0.09158380500851294,</a:t>
            </a:r>
          </a:p>
          <a:p>
            <a:r>
              <a:t>            0.05824737823476053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-0.09708775702227004,</a:t>
            </a:r>
          </a:p>
          <a:p>
            <a:r>
              <a:t>            0.06361078566100851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-0.06570651294498381,</a:t>
            </a:r>
          </a:p>
          <a:p>
            <a:r>
              <a:t>            0.1850542427793133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0.06545551813638606,</a:t>
            </a:r>
          </a:p>
          <a:p>
            <a:r>
              <a:t>            0.18641564902080518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0.07547770494635613,</a:t>
            </a:r>
          </a:p>
          <a:p>
            <a:r>
              <a:t>            0.2096993703375439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0.5887292389042996,</a:t>
            </a:r>
          </a:p>
          <a:p>
            <a:r>
              <a:t>            0.7970090962229854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"hf2":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"finetune/IntelDAOS/phi/5/41b2a1a2ebdbe083/checkpoint"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0.7904191616766467,</a:t>
            </a:r>
          </a:p>
          <a:p>
            <a:r>
              <a:t>        "auc_prc": 0.15016806535005314,</a:t>
            </a:r>
          </a:p>
          <a:p>
            <a:r>
              <a:t>        "average_precision": 0.16588169254737842,</a:t>
            </a:r>
          </a:p>
          <a:p>
            <a:r>
              <a:t>        "balanced_accuracy": 0.5907491721854304,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253,</a:t>
            </a:r>
          </a:p>
          <a:p>
            <a:r>
              <a:t>            49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21,</a:t>
            </a:r>
          </a:p>
          <a:p>
            <a:r>
              <a:t>            11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0.23913043478260868,</a:t>
            </a:r>
          </a:p>
          <a:p>
            <a:r>
              <a:t>        "positive_count": 32,</a:t>
            </a:r>
          </a:p>
          <a:p>
            <a:r>
              <a:t>        "positive_rate": 0.09580838323353294,</a:t>
            </a:r>
          </a:p>
          <a:p>
            <a:r>
              <a:t>        "precision": 0.18333333333333332,</a:t>
            </a:r>
          </a:p>
          <a:p>
            <a:r>
              <a:t>        "recall": 0.34375,</a:t>
            </a:r>
          </a:p>
          <a:p>
            <a:r>
              <a:t>        "roc_auc": 0.6580091059602649,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"1dca66afba62964c46d56882cc826ca8f51ac28667e0f61fc2ed4db6defd869b",</a:t>
            </a:r>
          </a:p>
          <a:p>
            <a:r>
              <a:t>        "adapter/README.md": "5e790f340065c0c5c2b21df0a7e9ed72412548a895e90be709c4fdded4767516",</a:t>
            </a:r>
          </a:p>
          <a:p>
            <a:r>
              <a:t>        "adapter/adapter_config.json": "f08a75768893d31c98207205ed2df8d5a40077bf0be92b8fdee6470d4c662784",</a:t>
            </a:r>
          </a:p>
          <a:p>
            <a:r>
              <a:t>        "adapter/adapter_model.safetensors": "e41824c6646854f840f82247406133882b18ef60dcaafe96b86863a63570d8cd",</a:t>
            </a:r>
          </a:p>
          <a:p>
            <a:r>
              <a:t>        "head.safetensors": "f9742454a1d5867a84d9532988afbdeae2bde3f6a7654c183f432f30674f0027",</a:t>
            </a:r>
          </a:p>
          <a:p>
            <a:r>
              <a:t>        "inference.json": "d36b5f9ce66ad130ae74ddc6656e89bfba84899ecfeccadfb5df287440f455e1"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0.09580838323353294,</a:t>
            </a:r>
          </a:p>
          <a:p>
            <a:r>
              <a:t>        "auc_prc": 0.5479041916167665,</a:t>
            </a:r>
          </a:p>
          <a:p>
            <a:r>
              <a:t>        "average_precision": 0.09580838323353294,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302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0.17486338797814208,</a:t>
            </a:r>
          </a:p>
          <a:p>
            <a:r>
              <a:t>        "positive_count": 32,</a:t>
            </a:r>
          </a:p>
          <a:p>
            <a:r>
              <a:t>        "positive_rate": 0.09580838323353294,</a:t>
            </a:r>
          </a:p>
          <a:p>
            <a:r>
              <a:t>        "precision": 0.09580838323353294,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"phi",</a:t>
            </a:r>
          </a:p>
          <a:p>
            <a:r>
              <a:t>      "project": "IntelDAOS",</a:t>
            </a:r>
          </a:p>
          <a:p>
            <a:r>
              <a:t>      "selection_sha256": "03f201ca7b7cfcec4d63ed943574163554d657abfb367ec5f33b3101a29504ce",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0.09580838323353294,</a:t>
            </a:r>
          </a:p>
          <a:p>
            <a:r>
              <a:t>        "auc_prc": 0.2845466757177093,</a:t>
            </a:r>
          </a:p>
          <a:p>
            <a:r>
              <a:t>        "average_precision": 0.29515032811853575,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302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0.17486338797814208,</a:t>
            </a:r>
          </a:p>
          <a:p>
            <a:r>
              <a:t>        "positive_count": 32,</a:t>
            </a:r>
          </a:p>
          <a:p>
            <a:r>
              <a:t>        "positive_rate": 0.09580838323353294,</a:t>
            </a:r>
          </a:p>
          <a:p>
            <a:r>
              <a:t>        "precision": 0.09580838323353294,</a:t>
            </a:r>
          </a:p>
          <a:p>
            <a:r>
              <a:t>        "recall": 1.0,</a:t>
            </a:r>
          </a:p>
          <a:p>
            <a:r>
              <a:t>        "roc_auc": 0.7195778145695364,</a:t>
            </a:r>
          </a:p>
          <a:p>
            <a:r>
              <a:t>        "row_count": 334,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"f9052620cfac5d47660a3e77b7db07e26e7ec76b0520f445363015f77d416424",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0.004588940503623832,</a:t>
            </a:r>
          </a:p>
          <a:p>
            <a:r>
              <a:t>            0.2767080153061709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-0.00569223441446052,</a:t>
            </a:r>
          </a:p>
          <a:p>
            <a:r>
              <a:t>            0.26652318692525145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-0.033846730930429274,</a:t>
            </a:r>
          </a:p>
          <a:p>
            <a:r>
              <a:t>            0.1521986210336469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0.14407200178577326,</a:t>
            </a:r>
          </a:p>
          <a:p>
            <a:r>
              <a:t>            0.45083143470284903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0.1676224270987833,</a:t>
            </a:r>
          </a:p>
          <a:p>
            <a:r>
              <a:t>            0.46622300946365813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0.6285075219946848,</a:t>
            </a:r>
          </a:p>
          <a:p>
            <a:r>
              <a:t>            0.8079188282735602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"frozen/IntelDAOS/qwen/10/4472aaa46dad1ea1/checkpoint"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0.7664670658682635,</a:t>
            </a:r>
          </a:p>
          <a:p>
            <a:r>
              <a:t>        "auc_prc": 0.2060907279754762,</a:t>
            </a:r>
          </a:p>
          <a:p>
            <a:r>
              <a:t>        "average_precision": 0.21563174885998476,</a:t>
            </a:r>
          </a:p>
          <a:p>
            <a:r>
              <a:t>        "balanced_accuracy": 0.6224985867721877,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243,</a:t>
            </a:r>
          </a:p>
          <a:p>
            <a:r>
              <a:t>            62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16,</a:t>
            </a:r>
          </a:p>
          <a:p>
            <a:r>
              <a:t>            13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0.25,</a:t>
            </a:r>
          </a:p>
          <a:p>
            <a:r>
              <a:t>        "positive_count": 29,</a:t>
            </a:r>
          </a:p>
          <a:p>
            <a:r>
              <a:t>        "positive_rate": 0.08682634730538923,</a:t>
            </a:r>
          </a:p>
          <a:p>
            <a:r>
              <a:t>        "precision": 0.17333333333333334,</a:t>
            </a:r>
          </a:p>
          <a:p>
            <a:r>
              <a:t>        "recall": 0.4482758620689655,</a:t>
            </a:r>
          </a:p>
          <a:p>
            <a:r>
              <a:t>        "roc_auc": 0.7213114754098361,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"0fcd2ae54724f5b0a18ece71b1fe25a716304a4aaba064018e02c3fbfbead719",</a:t>
            </a:r>
          </a:p>
          <a:p>
            <a:r>
              <a:t>        "head.safetensors": "68c4170f113b813fe100bac8a3f5519e5e3ff4b76ac42600ea56431122d12378",</a:t>
            </a:r>
          </a:p>
          <a:p>
            <a:r>
              <a:t>        "inference.json": "5e80ff6dab569e904f7805d762d226eefaa0a4d81e375a2c08bd05476b058264"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0.08682634730538923,</a:t>
            </a:r>
          </a:p>
          <a:p>
            <a:r>
              <a:t>        "auc_prc": 0.5434131736526946,</a:t>
            </a:r>
          </a:p>
          <a:p>
            <a:r>
              <a:t>        "average_precision": 0.08682634730538923,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305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0.15977961432506887,</a:t>
            </a:r>
          </a:p>
          <a:p>
            <a:r>
              <a:t>        "positive_count": 29,</a:t>
            </a:r>
          </a:p>
          <a:p>
            <a:r>
              <a:t>        "positive_rate": 0.08682634730538923,</a:t>
            </a:r>
          </a:p>
          <a:p>
            <a:r>
              <a:t>        "precision": 0.08682634730538923,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"qwen",</a:t>
            </a:r>
          </a:p>
          <a:p>
            <a:r>
              <a:t>      "project": "IntelDAOS",</a:t>
            </a:r>
          </a:p>
          <a:p>
            <a:r>
              <a:t>      "selection_sha256": "b83f0bdb05b997cac9f686d7b4fae40e2f366f60de4282aea57b24059ab3ee41",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0.6976047904191617,</a:t>
            </a:r>
          </a:p>
          <a:p>
            <a:r>
              <a:t>        "auc_prc": 0.17412466406904953,</a:t>
            </a:r>
          </a:p>
          <a:p>
            <a:r>
              <a:t>        "average_precision": 0.18792580520733687,</a:t>
            </a:r>
          </a:p>
          <a:p>
            <a:r>
              <a:t>        "balanced_accuracy": 0.5847936687394009,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220,</a:t>
            </a:r>
          </a:p>
          <a:p>
            <a:r>
              <a:t>            85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16,</a:t>
            </a:r>
          </a:p>
          <a:p>
            <a:r>
              <a:t>            13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0.2047244094488189,</a:t>
            </a:r>
          </a:p>
          <a:p>
            <a:r>
              <a:t>        "positive_count": 29,</a:t>
            </a:r>
          </a:p>
          <a:p>
            <a:r>
              <a:t>        "positive_rate": 0.08682634730538923,</a:t>
            </a:r>
          </a:p>
          <a:p>
            <a:r>
              <a:t>        "precision": 0.1326530612244898,</a:t>
            </a:r>
          </a:p>
          <a:p>
            <a:r>
              <a:t>        "recall": 0.4482758620689655,</a:t>
            </a:r>
          </a:p>
          <a:p>
            <a:r>
              <a:t>        "roc_auc": 0.6088185415488977,</a:t>
            </a:r>
          </a:p>
          <a:p>
            <a:r>
              <a:t>        "row_count": 334,</a:t>
            </a:r>
          </a:p>
          <a:p>
            <a:r>
              <a:t>        "threshold": 0.62</a:t>
            </a:r>
          </a:p>
          <a:p>
            <a:r>
              <a:t>      },</a:t>
            </a:r>
          </a:p>
          <a:p>
            <a:r>
              <a:t>      "test_predictions_sha256": "9a15dc8b8965cce95735392f2ecb04ddf57174a4eb0112cf5873b68941c7674f",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-0.14825185931541557,</a:t>
            </a:r>
          </a:p>
          <a:p>
            <a:r>
              <a:t>            0.09030860772649942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-0.14280166333668703,</a:t>
            </a:r>
          </a:p>
          <a:p>
            <a:r>
              <a:t>            0.10560404922071098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-0.26457111247985665,</a:t>
            </a:r>
          </a:p>
          <a:p>
            <a:r>
              <a:t>            0.030428509572108204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0.091472715870799,</a:t>
            </a:r>
          </a:p>
          <a:p>
            <a:r>
              <a:t>            0.3030764004265942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0.10752050382294993,</a:t>
            </a:r>
          </a:p>
          <a:p>
            <a:r>
              <a:t>            0.3379478247856373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0.4803831901449979,</a:t>
            </a:r>
          </a:p>
          <a:p>
            <a:r>
              <a:t>            0.7291073110793584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"finetune/IntelDAOS/qwen/15/11da968cf4352788/checkpoint"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0.7485029940119761,</a:t>
            </a:r>
          </a:p>
          <a:p>
            <a:r>
              <a:t>        "auc_prc": 0.24364200589496596,</a:t>
            </a:r>
          </a:p>
          <a:p>
            <a:r>
              <a:t>        "average_precision": 0.2524883734368554,</a:t>
            </a:r>
          </a:p>
          <a:p>
            <a:r>
              <a:t>        "balanced_accuracy": 0.6146505376344086,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239,</a:t>
            </a:r>
          </a:p>
          <a:p>
            <a:r>
              <a:t>            71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13,</a:t>
            </a:r>
          </a:p>
          <a:p>
            <a:r>
              <a:t>            11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0.20754716981132074,</a:t>
            </a:r>
          </a:p>
          <a:p>
            <a:r>
              <a:t>        "positive_count": 24,</a:t>
            </a:r>
          </a:p>
          <a:p>
            <a:r>
              <a:t>        "positive_rate": 0.0718562874251497,</a:t>
            </a:r>
          </a:p>
          <a:p>
            <a:r>
              <a:t>        "precision": 0.13414634146341464,</a:t>
            </a:r>
          </a:p>
          <a:p>
            <a:r>
              <a:t>        "recall": 0.4583333333333333,</a:t>
            </a:r>
          </a:p>
          <a:p>
            <a:r>
              <a:t>        "roc_auc": 0.690994623655914,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"48c79fd4ca6abd30ef2ce756e6d0ccbcab1316af1c1c62147d6cbc15a3aeabbd",</a:t>
            </a:r>
          </a:p>
          <a:p>
            <a:r>
              <a:t>        "adapter/README.md": "546522acc2ac6797808e40eb133785c32db5833f0915a183a6a9bcd099cd7d07",</a:t>
            </a:r>
          </a:p>
          <a:p>
            <a:r>
              <a:t>        "adapter/adapter_config.json": "21d2f55c760cfc0607a13ddce527d48829f1ee6ec05450e3a0bb4b9e01ef1317",</a:t>
            </a:r>
          </a:p>
          <a:p>
            <a:r>
              <a:t>        "adapter/adapter_model.safetensors": "3083efd929d8fafdd058054a86687f85abe199c6414f53bdbf3414eabbd8fa06",</a:t>
            </a:r>
          </a:p>
          <a:p>
            <a:r>
              <a:t>        "head.safetensors": "4e1497ab7559146594c9de8b11db45dc811b0710f26cbd72f8725f01a51899c0",</a:t>
            </a:r>
          </a:p>
          <a:p>
            <a:r>
              <a:t>        "inference.json": "2899c585468c602b0a2db0a120e13a4d2e00d107d87bfde154ff943837b53398"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0.0718562874251497,</a:t>
            </a:r>
          </a:p>
          <a:p>
            <a:r>
              <a:t>        "auc_prc": 0.5359281437125748,</a:t>
            </a:r>
          </a:p>
          <a:p>
            <a:r>
              <a:t>        "average_precision": 0.0718562874251497,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310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0.1340782122905028,</a:t>
            </a:r>
          </a:p>
          <a:p>
            <a:r>
              <a:t>        "positive_count": 24,</a:t>
            </a:r>
          </a:p>
          <a:p>
            <a:r>
              <a:t>        "positive_rate": 0.0718562874251497,</a:t>
            </a:r>
          </a:p>
          <a:p>
            <a:r>
              <a:t>        "precision": 0.0718562874251497,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"qwen",</a:t>
            </a:r>
          </a:p>
          <a:p>
            <a:r>
              <a:t>      "project": "IntelDAOS",</a:t>
            </a:r>
          </a:p>
          <a:p>
            <a:r>
              <a:t>      "selection_sha256": "1b9bc7ffbc3922a140657e23869dd7372546ae85f498fccceb135099d9885af5",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0.47604790419161674,</a:t>
            </a:r>
          </a:p>
          <a:p>
            <a:r>
              <a:t>        "auc_prc": 0.24085473423536816,</a:t>
            </a:r>
          </a:p>
          <a:p>
            <a:r>
              <a:t>        "average_precision": 0.2535460629929718,</a:t>
            </a:r>
          </a:p>
          <a:p>
            <a:r>
              <a:t>        "balanced_accuracy": 0.6216397849462365,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140,</a:t>
            </a:r>
          </a:p>
          <a:p>
            <a:r>
              <a:t>            170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5,</a:t>
            </a:r>
          </a:p>
          <a:p>
            <a:r>
              <a:t>            19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0.17840375586854457,</a:t>
            </a:r>
          </a:p>
          <a:p>
            <a:r>
              <a:t>        "positive_count": 24,</a:t>
            </a:r>
          </a:p>
          <a:p>
            <a:r>
              <a:t>        "positive_rate": 0.0718562874251497,</a:t>
            </a:r>
          </a:p>
          <a:p>
            <a:r>
              <a:t>        "precision": 0.10052910052910052,</a:t>
            </a:r>
          </a:p>
          <a:p>
            <a:r>
              <a:t>        "recall": 0.7916666666666666,</a:t>
            </a:r>
          </a:p>
          <a:p>
            <a:r>
              <a:t>        "roc_auc": 0.7353494623655914,</a:t>
            </a:r>
          </a:p>
          <a:p>
            <a:r>
              <a:t>        "row_count": 334,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"705035c526ab9a3717b88a504a8238058a4f13aaa1b0fd78afce49e95fe9b5b4",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-0.18510862131705558,</a:t>
            </a:r>
          </a:p>
          <a:p>
            <a:r>
              <a:t>            0.17624571355197868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-0.16765223461912754,</a:t>
            </a:r>
          </a:p>
          <a:p>
            <a:r>
              <a:t>            0.1829655091986581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-0.11340164846278321,</a:t>
            </a:r>
          </a:p>
          <a:p>
            <a:r>
              <a:t>            0.19907881674957037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0.10304827780352664,</a:t>
            </a:r>
          </a:p>
          <a:p>
            <a:r>
              <a:t>            0.4226583049236331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0.1207804666106167,</a:t>
            </a:r>
          </a:p>
          <a:p>
            <a:r>
              <a:t>            0.4461320447963717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0.6324139933243761,</a:t>
            </a:r>
          </a:p>
          <a:p>
            <a:r>
              <a:t>            0.8318511104966341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"frozen/IntelDAOS/phi/20/4472aaa46dad1ea1/checkpoint"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0.9341317365269461,</a:t>
            </a:r>
          </a:p>
          <a:p>
            <a:r>
              <a:t>        "auc_prc": 0.10267715858007523,</a:t>
            </a:r>
          </a:p>
          <a:p>
            <a:r>
              <a:t>        "average_precision": 0.12024835361654783,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312,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22,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22,</a:t>
            </a:r>
          </a:p>
          <a:p>
            <a:r>
              <a:t>        "positive_rate": 0.0658682634730539,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0.6401515151515151,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"6d4426411ab25e1999a8498138b4fd7d2cbb4bf5c06af1793752745caed9255a",</a:t>
            </a:r>
          </a:p>
          <a:p>
            <a:r>
              <a:t>        "head.safetensors": "ed8f7c2ae6f585bff0d315b458f0c03b2afbeab28a893a4fd1bb7cb6b7017ead",</a:t>
            </a:r>
          </a:p>
          <a:p>
            <a:r>
              <a:t>        "inference.json": "ab978a87f372083b979984f513b70d274e1987b8644c8940fb74c3c1120fc8ff"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0.0658682634730539,</a:t>
            </a:r>
          </a:p>
          <a:p>
            <a:r>
              <a:t>        "auc_prc": 0.5329341317365269,</a:t>
            </a:r>
          </a:p>
          <a:p>
            <a:r>
              <a:t>        "average_precision": 0.0658682634730539,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312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0.12359550561797754,</a:t>
            </a:r>
          </a:p>
          <a:p>
            <a:r>
              <a:t>        "positive_count": 22,</a:t>
            </a:r>
          </a:p>
          <a:p>
            <a:r>
              <a:t>        "positive_rate": 0.0658682634730539,</a:t>
            </a:r>
          </a:p>
          <a:p>
            <a:r>
              <a:t>        "precision": 0.0658682634730539,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334,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"phi",</a:t>
            </a:r>
          </a:p>
          <a:p>
            <a:r>
              <a:t>      "project": "IntelDAOS",</a:t>
            </a:r>
          </a:p>
          <a:p>
            <a:r>
              <a:t>      "selection_sha256": "d813e616c46f578aaa45b9779e2978a10056f3c549bdafa39c4c2dbd25bcf46b",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0.8473053892215568,</a:t>
            </a:r>
          </a:p>
          <a:p>
            <a:r>
              <a:t>        "auc_prc": 0.09170655130308569,</a:t>
            </a:r>
          </a:p>
          <a:p>
            <a:r>
              <a:t>        "average_precision": 0.10029835145415074,</a:t>
            </a:r>
          </a:p>
          <a:p>
            <a:r>
              <a:t>        "balanced_accuracy": 0.5380244755244755,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279,</a:t>
            </a:r>
          </a:p>
          <a:p>
            <a:r>
              <a:t>            33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18,</a:t>
            </a:r>
          </a:p>
          <a:p>
            <a:r>
              <a:t>            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0.13559322033898308,</a:t>
            </a:r>
          </a:p>
          <a:p>
            <a:r>
              <a:t>        "positive_count": 22,</a:t>
            </a:r>
          </a:p>
          <a:p>
            <a:r>
              <a:t>        "positive_rate": 0.0658682634730539,</a:t>
            </a:r>
          </a:p>
          <a:p>
            <a:r>
              <a:t>        "precision": 0.10810810810810811,</a:t>
            </a:r>
          </a:p>
          <a:p>
            <a:r>
              <a:t>        "recall": 0.18181818181818182,</a:t>
            </a:r>
          </a:p>
          <a:p>
            <a:r>
              <a:t>        "roc_auc": 0.6212121212121212,</a:t>
            </a:r>
          </a:p>
          <a:p>
            <a:r>
              <a:t>        "row_count": 334,</a:t>
            </a:r>
          </a:p>
          <a:p>
            <a:r>
              <a:t>        "threshold": 0.6599999999999999</a:t>
            </a:r>
          </a:p>
          <a:p>
            <a:r>
              <a:t>      },</a:t>
            </a:r>
          </a:p>
          <a:p>
            <a:r>
              <a:t>      "test_predictions_sha256": "e5afeaf2cd8d790ca09839bd795d854cfa1cbcffe09585498a78e0eca854ee6f",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-0.1371723007538452,</a:t>
            </a:r>
          </a:p>
          <a:p>
            <a:r>
              <a:t>            0.05814159896299011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-0.1536422502678724,</a:t>
            </a:r>
          </a:p>
          <a:p>
            <a:r>
              <a:t>            0.07573612016918091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-0.1975229741019215,</a:t>
            </a:r>
          </a:p>
          <a:p>
            <a:r>
              <a:t>            0.14874591832621134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0.05026715228415976,</a:t>
            </a:r>
          </a:p>
          <a:p>
            <a:r>
              <a:t>            0.1586281190211233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0.05957652628971393,</a:t>
            </a:r>
          </a:p>
          <a:p>
            <a:r>
              <a:t>            0.19404766515428137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0.5064952716060311,</a:t>
            </a:r>
          </a:p>
          <a:p>
            <a:r>
              <a:t>            0.7323935006600806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jev-20261029-deberta; report received October 29, 2026.</a:t>
            </a:r>
          </a:p>
          <a:p>
            <a:r>
              <a:t>Source Tasks/sprint-data-analysis-summary/data/jev-20261029-report.json; SHA256 a074875efea0b7be102ae88b6180d6d63bc164d28df7ddaa45467ca3e4f6c81f.</a:t>
            </a:r>
          </a:p>
          <a:p>
            <a:r>
              <a:t>Study SHA256 af791067994d62249bda4587c33bd4a9782d66c52531aadd98c3198ae1ac6e17.</a:t>
            </a:r>
          </a:p>
          <a:p>
            <a:r>
              <a:t>Model com-kotobalabs/open-jev-deberta-v3-large, revision 188ee67a5c93122b916e5acd5bdb0cb3623e380a.</a:t>
            </a:r>
          </a:p>
          <a:p>
            <a:r>
              <a:t>Independent community model, not TypeSafe Jev or JEV-9B. Native p(yes), no task-specific training, fixed future-change question, validation F1 thresholds. Historical partitions/labels follow the frozen #357 contract. Reported counts, positives and classical metrics/identities match both prior studies. Raw predictions were not independently rescored or aligned for this presentation. HF1=ModernBERT/Qwen embeddings; HF2=Phi/Gemma/Qwen3.5. Cross-study comparisons are descriptive with different protocols. Reported gain intervals compare Jev with CLASSICAL, not HF1/HF2; 2000 paired issue bootstrap resamples, no temporal-dependence or multiplicity adjustment. Truncation counts refer to unique test issues per project, not four repeated level populations. Same observed retrospective holdout; public-Jira pretraining contamination is possible. K=at least K changed words AND at least one relevant text edit, not a percentage.</a:t>
            </a:r>
          </a:p>
          <a:p>
            <a:r>
              <a:t>Comparison Tasks/sprint-data-analysis-summary/data/hf-20261008-report.json SHA256 7698fe31e652cc8d24fb2cc8ff8a443c2c1ec04ac3786cd9bf3dc0e6f4ec006a</a:t>
            </a:r>
          </a:p>
          <a:p>
            <a:r>
              <a:t>Comparison Tasks/sprint-data-analysis-summary/data/hf-20261019-report.json SHA256 3bd3ef27dac8a7f476ae341a8e8ef172b3bd3e7f773c13d51875cbd122f07fb6</a:t>
            </a:r>
          </a:p>
          <a:p>
            <a:r>
              <a:t>{</a:t>
            </a:r>
          </a:p>
          <a:p>
            <a:r>
              <a:t>  "jev":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0.5221518987341772,</a:t>
            </a:r>
          </a:p>
          <a:p>
            <a:r>
              <a:t>        "auc_prc": 0.5753418831841499,</a:t>
            </a:r>
          </a:p>
          <a:p>
            <a:r>
              <a:t>        "average_precision": 0.5790822636139572,</a:t>
            </a:r>
          </a:p>
          <a:p>
            <a:r>
              <a:t>        "balanced_accuracy": 0.5326752618855761,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98,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103,</a:t>
            </a:r>
          </a:p>
          <a:p>
            <a:r>
              <a:t>            67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0.47017543859649125,</a:t>
            </a:r>
          </a:p>
          <a:p>
            <a:r>
              <a:t>        "positive_count": 170,</a:t>
            </a:r>
          </a:p>
          <a:p>
            <a:r>
              <a:t>        "positive_rate": 0.5379746835443038,</a:t>
            </a:r>
          </a:p>
          <a:p>
            <a:r>
              <a:t>        "precision": 0.5826086956521739,</a:t>
            </a:r>
          </a:p>
          <a:p>
            <a:r>
              <a:t>        "recall": 0.3941176470588235,</a:t>
            </a:r>
          </a:p>
          <a:p>
            <a:r>
              <a:t>        "roc_auc": 0.6402095084609186,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0.5379746835443038,</a:t>
            </a:r>
          </a:p>
          <a:p>
            <a:r>
              <a:t>        "auc_prc": 0.7689873417721519,</a:t>
            </a:r>
          </a:p>
          <a:p>
            <a:r>
              <a:t>        "average_precision": 0.5379746835443038,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170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0.6995884773662552,</a:t>
            </a:r>
          </a:p>
          <a:p>
            <a:r>
              <a:t>        "positive_count": 170,</a:t>
            </a:r>
          </a:p>
          <a:p>
            <a:r>
              <a:t>        "positive_rate": 0.5379746835443038,</a:t>
            </a:r>
          </a:p>
          <a:p>
            <a:r>
              <a:t>        "precision": 0.5379746835443038,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false,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false,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"Jira",</a:t>
            </a:r>
          </a:p>
          <a:p>
            <a:r>
              <a:t>      "selection_sha256": "01aa2cb900d91cecaca8290179635508273d82204216bf84040cd30a9fbe19b3",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0.5379746835443038,</a:t>
            </a:r>
          </a:p>
          <a:p>
            <a:r>
              <a:t>        "auc_prc": 0.458049610834202,</a:t>
            </a:r>
          </a:p>
          <a:p>
            <a:r>
              <a:t>        "average_precision": 0.4616950937815898,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170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0.6995884773662552,</a:t>
            </a:r>
          </a:p>
          <a:p>
            <a:r>
              <a:t>        "positive_count": 170,</a:t>
            </a:r>
          </a:p>
          <a:p>
            <a:r>
              <a:t>        "positive_rate": 0.5379746835443038,</a:t>
            </a:r>
          </a:p>
          <a:p>
            <a:r>
              <a:t>        "precision": 0.5379746835443038,</a:t>
            </a:r>
          </a:p>
          <a:p>
            <a:r>
              <a:t>        "recall": 1.0,</a:t>
            </a:r>
          </a:p>
          <a:p>
            <a:r>
              <a:t>        "roc_auc": 0.3581788879935536,</a:t>
            </a:r>
          </a:p>
          <a:p>
            <a:r>
              <a:t>        "row_count": 316,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"6c4a4ea50a73d7aeb6ac0a307eb0d985b9df5475c4cc33dad58bc5965ccfa194",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316,</a:t>
            </a:r>
          </a:p>
          <a:p>
            <a:r>
              <a:t>        "state_token_limit": 256,</a:t>
            </a:r>
          </a:p>
          <a:p>
            <a:r>
              <a:t>        "truncated_rows": 62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-0.18952601645655276,</a:t>
            </a:r>
          </a:p>
          <a:p>
            <a:r>
              <a:t>            -0.04247122128122564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-0.19049717983204412,</a:t>
            </a:r>
          </a:p>
          <a:p>
            <a:r>
              <a:t>            -0.042412712771572506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-0.3831608785276918,</a:t>
            </a:r>
          </a:p>
          <a:p>
            <a:r>
              <a:t>            -0.1781371353438544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0.3940911226355355,</a:t>
            </a:r>
          </a:p>
          <a:p>
            <a:r>
              <a:t>            0.5352096909686239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0.4006737249984589,</a:t>
            </a:r>
          </a:p>
          <a:p>
            <a:r>
              <a:t>            0.5418652341030666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0.29771926166518214,</a:t>
            </a:r>
          </a:p>
          <a:p>
            <a:r>
              <a:t>            0.42310241009126054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0.5158227848101266,</a:t>
            </a:r>
          </a:p>
          <a:p>
            <a:r>
              <a:t>        "auc_prc": 0.5661166448407884,</a:t>
            </a:r>
          </a:p>
          <a:p>
            <a:r>
              <a:t>        "average_precision": 0.5759045306249805,</a:t>
            </a:r>
          </a:p>
          <a:p>
            <a:r>
              <a:t>        "balanced_accuracy": 0.52102053915276,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100,</a:t>
            </a:r>
          </a:p>
          <a:p>
            <a:r>
              <a:t>            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101,</a:t>
            </a:r>
          </a:p>
          <a:p>
            <a:r>
              <a:t>            63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0.45161290322580644,</a:t>
            </a:r>
          </a:p>
          <a:p>
            <a:r>
              <a:t>        "positive_count": 164,</a:t>
            </a:r>
          </a:p>
          <a:p>
            <a:r>
              <a:t>        "positive_rate": 0.5189873417721519,</a:t>
            </a:r>
          </a:p>
          <a:p>
            <a:r>
              <a:t>        "precision": 0.5478260869565217,</a:t>
            </a:r>
          </a:p>
          <a:p>
            <a:r>
              <a:t>        "recall": 0.38414634146341464,</a:t>
            </a:r>
          </a:p>
          <a:p>
            <a:r>
              <a:t>        "roc_auc": 0.6604621309370988,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0.5189873417721519,</a:t>
            </a:r>
          </a:p>
          <a:p>
            <a:r>
              <a:t>        "auc_prc": 0.759493670886076,</a:t>
            </a:r>
          </a:p>
          <a:p>
            <a:r>
              <a:t>        "average_precision": 0.5189873417721519,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164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0.6833333333333332,</a:t>
            </a:r>
          </a:p>
          <a:p>
            <a:r>
              <a:t>        "positive_count": 164,</a:t>
            </a:r>
          </a:p>
          <a:p>
            <a:r>
              <a:t>        "positive_rate": 0.5189873417721519,</a:t>
            </a:r>
          </a:p>
          <a:p>
            <a:r>
              <a:t>        "precision": 0.5189873417721519,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false,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false,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"Jira",</a:t>
            </a:r>
          </a:p>
          <a:p>
            <a:r>
              <a:t>      "selection_sha256": "7e3c3fb036de56b89459003cce7565e5373c1ab79b059346f896df79e7695651",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0.5189873417721519,</a:t>
            </a:r>
          </a:p>
          <a:p>
            <a:r>
              <a:t>        "auc_prc": 0.4291190926200664,</a:t>
            </a:r>
          </a:p>
          <a:p>
            <a:r>
              <a:t>        "average_precision": 0.4327914492197392,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164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0.6833333333333332,</a:t>
            </a:r>
          </a:p>
          <a:p>
            <a:r>
              <a:t>        "positive_count": 164,</a:t>
            </a:r>
          </a:p>
          <a:p>
            <a:r>
              <a:t>        "positive_rate": 0.5189873417721519,</a:t>
            </a:r>
          </a:p>
          <a:p>
            <a:r>
              <a:t>        "precision": 0.5189873417721519,</a:t>
            </a:r>
          </a:p>
          <a:p>
            <a:r>
              <a:t>        "recall": 1.0,</a:t>
            </a:r>
          </a:p>
          <a:p>
            <a:r>
              <a:t>        "roc_auc": 0.34038029525032093,</a:t>
            </a:r>
          </a:p>
          <a:p>
            <a:r>
              <a:t>        "row_count": 316,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"d81c926b0393e8ef7c3b9bd34354ae4ae1d56caf14e167b676fee36a5a6bb2b1",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316,</a:t>
            </a:r>
          </a:p>
          <a:p>
            <a:r>
              <a:t>        "state_token_limit": 256,</a:t>
            </a:r>
          </a:p>
          <a:p>
            <a:r>
              <a:t>        "truncated_rows": 62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-0.20714531416439358,</a:t>
            </a:r>
          </a:p>
          <a:p>
            <a:r>
              <a:t>            -0.06359127468815488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-0.21290646966739832,</a:t>
            </a:r>
          </a:p>
          <a:p>
            <a:r>
              <a:t>            -0.0692241853861763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-0.41976538268518165,</a:t>
            </a:r>
          </a:p>
          <a:p>
            <a:r>
              <a:t>            -0.21942778631144244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0.36544989168746095,</a:t>
            </a:r>
          </a:p>
          <a:p>
            <a:r>
              <a:t>            0.5026420468393411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0.37142144563302226,</a:t>
            </a:r>
          </a:p>
          <a:p>
            <a:r>
              <a:t>            0.5097042414380611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0.28172772849919736,</a:t>
            </a:r>
          </a:p>
          <a:p>
            <a:r>
              <a:t>            0.40462709733543056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0.5,</a:t>
            </a:r>
          </a:p>
          <a:p>
            <a:r>
              <a:t>        "auc_prc": 0.5472892979370305,</a:t>
            </a:r>
          </a:p>
          <a:p>
            <a:r>
              <a:t>        "average_precision": 0.5521474289143389,</a:t>
            </a:r>
          </a:p>
          <a:p>
            <a:r>
              <a:t>        "balanced_accuracy": 0.5022435897435897,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106,</a:t>
            </a:r>
          </a:p>
          <a:p>
            <a:r>
              <a:t>            50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108,</a:t>
            </a:r>
          </a:p>
          <a:p>
            <a:r>
              <a:t>            52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0.39694656488549623,</a:t>
            </a:r>
          </a:p>
          <a:p>
            <a:r>
              <a:t>        "positive_count": 160,</a:t>
            </a:r>
          </a:p>
          <a:p>
            <a:r>
              <a:t>        "positive_rate": 0.5063291139240507,</a:t>
            </a:r>
          </a:p>
          <a:p>
            <a:r>
              <a:t>        "precision": 0.5098039215686274,</a:t>
            </a:r>
          </a:p>
          <a:p>
            <a:r>
              <a:t>        "recall": 0.325,</a:t>
            </a:r>
          </a:p>
          <a:p>
            <a:r>
              <a:t>        "roc_auc": 0.6557892628205129,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0.5063291139240507,</a:t>
            </a:r>
          </a:p>
          <a:p>
            <a:r>
              <a:t>        "auc_prc": 0.7531645569620253,</a:t>
            </a:r>
          </a:p>
          <a:p>
            <a:r>
              <a:t>        "average_precision": 0.5063291139240507,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156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160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0.6722689075630253,</a:t>
            </a:r>
          </a:p>
          <a:p>
            <a:r>
              <a:t>        "positive_count": 160,</a:t>
            </a:r>
          </a:p>
          <a:p>
            <a:r>
              <a:t>        "positive_rate": 0.5063291139240507,</a:t>
            </a:r>
          </a:p>
          <a:p>
            <a:r>
              <a:t>        "precision": 0.5063291139240507,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false,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false,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"Jira",</a:t>
            </a:r>
          </a:p>
          <a:p>
            <a:r>
              <a:t>      "selection_sha256": "95a54c56925d39ea09551e127381afeb651269aaa342b38658fe09a9cad8f25b",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0.5063291139240507,</a:t>
            </a:r>
          </a:p>
          <a:p>
            <a:r>
              <a:t>        "auc_prc": 0.41747310104816704,</a:t>
            </a:r>
          </a:p>
          <a:p>
            <a:r>
              <a:t>        "average_precision": 0.4212000122222804,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156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160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0.6722689075630253,</a:t>
            </a:r>
          </a:p>
          <a:p>
            <a:r>
              <a:t>        "positive_count": 160,</a:t>
            </a:r>
          </a:p>
          <a:p>
            <a:r>
              <a:t>        "positive_rate": 0.5063291139240507,</a:t>
            </a:r>
          </a:p>
          <a:p>
            <a:r>
              <a:t>        "precision": 0.5063291139240507,</a:t>
            </a:r>
          </a:p>
          <a:p>
            <a:r>
              <a:t>        "recall": 1.0,</a:t>
            </a:r>
          </a:p>
          <a:p>
            <a:r>
              <a:t>        "roc_auc": 0.3392227564102564,</a:t>
            </a:r>
          </a:p>
          <a:p>
            <a:r>
              <a:t>        "row_count": 316,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"4efbe55ff2b5d497f2d5664b5a389072d9fdaaac3c689ba2547a0b03a2701fb9",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316,</a:t>
            </a:r>
          </a:p>
          <a:p>
            <a:r>
              <a:t>        "state_token_limit": 256,</a:t>
            </a:r>
          </a:p>
          <a:p>
            <a:r>
              <a:t>        "truncated_rows": 62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-0.2007523520477848,</a:t>
            </a:r>
          </a:p>
          <a:p>
            <a:r>
              <a:t>            -0.06150403566103918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-0.20399776306539685,</a:t>
            </a:r>
          </a:p>
          <a:p>
            <a:r>
              <a:t>            -0.061226395843586606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-0.4123378236297281,</a:t>
            </a:r>
          </a:p>
          <a:p>
            <a:r>
              <a:t>            -0.21173717162485392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0.3544897196291571,</a:t>
            </a:r>
          </a:p>
          <a:p>
            <a:r>
              <a:t>            0.4898948215257463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0.36129043962740687,</a:t>
            </a:r>
          </a:p>
          <a:p>
            <a:r>
              <a:t>            0.4972080662774675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0.2797580089481235,</a:t>
            </a:r>
          </a:p>
          <a:p>
            <a:r>
              <a:t>            0.4043915183739504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0.870253164556962,</a:t>
            </a:r>
          </a:p>
          <a:p>
            <a:r>
              <a:t>        "auc_prc": 0.19499981723367565,</a:t>
            </a:r>
          </a:p>
          <a:p>
            <a:r>
              <a:t>        "average_precision": 0.2075819328647004,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275,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41,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41,</a:t>
            </a:r>
          </a:p>
          <a:p>
            <a:r>
              <a:t>        "positive_rate": 0.12974683544303797,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0.5887361419068736,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0.12974683544303797,</a:t>
            </a:r>
          </a:p>
          <a:p>
            <a:r>
              <a:t>        "auc_prc": 0.564873417721519,</a:t>
            </a:r>
          </a:p>
          <a:p>
            <a:r>
              <a:t>        "average_precision": 0.12974683544303797,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275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41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0.22969187675070027,</a:t>
            </a:r>
          </a:p>
          <a:p>
            <a:r>
              <a:t>        "positive_count": 41,</a:t>
            </a:r>
          </a:p>
          <a:p>
            <a:r>
              <a:t>        "positive_rate": 0.12974683544303797,</a:t>
            </a:r>
          </a:p>
          <a:p>
            <a:r>
              <a:t>        "precision": 0.12974683544303797,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"Jira",</a:t>
            </a:r>
          </a:p>
          <a:p>
            <a:r>
              <a:t>      "selection_sha256": "9e75e71cc31e74644346c8653cf479af7efb6394299c4ae3aed84e73622d61f4",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0.8607594936708861,</a:t>
            </a:r>
          </a:p>
          <a:p>
            <a:r>
              <a:t>        "auc_prc": 0.18974994546924107,</a:t>
            </a:r>
          </a:p>
          <a:p>
            <a:r>
              <a:t>        "average_precision": 0.1971837769741158,</a:t>
            </a:r>
          </a:p>
          <a:p>
            <a:r>
              <a:t>        "balanced_accuracy": 0.5152993348115299,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270,</a:t>
            </a:r>
          </a:p>
          <a:p>
            <a:r>
              <a:t>            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39,</a:t>
            </a:r>
          </a:p>
          <a:p>
            <a:r>
              <a:t>            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0.08333333333333334,</a:t>
            </a:r>
          </a:p>
          <a:p>
            <a:r>
              <a:t>        "positive_count": 41,</a:t>
            </a:r>
          </a:p>
          <a:p>
            <a:r>
              <a:t>        "positive_rate": 0.12974683544303797,</a:t>
            </a:r>
          </a:p>
          <a:p>
            <a:r>
              <a:t>        "precision": 0.2857142857142857,</a:t>
            </a:r>
          </a:p>
          <a:p>
            <a:r>
              <a:t>        "recall": 0.04878048780487805,</a:t>
            </a:r>
          </a:p>
          <a:p>
            <a:r>
              <a:t>        "roc_auc": 0.5462527716186253,</a:t>
            </a:r>
          </a:p>
          <a:p>
            <a:r>
              <a:t>        "row_count": 316,</a:t>
            </a:r>
          </a:p>
          <a:p>
            <a:r>
              <a:t>        "threshold": 0.7599999999999999</a:t>
            </a:r>
          </a:p>
          <a:p>
            <a:r>
              <a:t>      },</a:t>
            </a:r>
          </a:p>
          <a:p>
            <a:r>
              <a:t>      "test_predictions_sha256": "4185b1bd1c1906bd133acf88400e6e132f0e501643cc184e68d2bbf4f244f5e1",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316,</a:t>
            </a:r>
          </a:p>
          <a:p>
            <a:r>
              <a:t>        "state_token_limit": 256,</a:t>
            </a:r>
          </a:p>
          <a:p>
            <a:r>
              <a:t>        "truncated_rows": 62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-0.1501552163394158,</a:t>
            </a:r>
          </a:p>
          <a:p>
            <a:r>
              <a:t>            0.11764285910160055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-0.16625702449103463,</a:t>
            </a:r>
          </a:p>
          <a:p>
            <a:r>
              <a:t>            0.11530986485205845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-0.1989379547762396,</a:t>
            </a:r>
          </a:p>
          <a:p>
            <a:r>
              <a:t>            0.11047081210421601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0.11019665573652566,</a:t>
            </a:r>
          </a:p>
          <a:p>
            <a:r>
              <a:t>            0.2983827202077339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0.1214004362746409,</a:t>
            </a:r>
          </a:p>
          <a:p>
            <a:r>
              <a:t>            0.3099923596988593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0.4407925444931624,</a:t>
            </a:r>
          </a:p>
          <a:p>
            <a:r>
              <a:t>            0.6503159353964634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"hf1":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"frozen/Jira/qwen_embedding/5/960e0f5859a4a3fd/checkpoint"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0.5221518987341772,</a:t>
            </a:r>
          </a:p>
          <a:p>
            <a:r>
              <a:t>        "auc_prc": 0.5753418831841499,</a:t>
            </a:r>
          </a:p>
          <a:p>
            <a:r>
              <a:t>        "average_precision": 0.5790822636139572,</a:t>
            </a:r>
          </a:p>
          <a:p>
            <a:r>
              <a:t>        "balanced_accuracy": 0.5326752618855761,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98,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103,</a:t>
            </a:r>
          </a:p>
          <a:p>
            <a:r>
              <a:t>            67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0.47017543859649125,</a:t>
            </a:r>
          </a:p>
          <a:p>
            <a:r>
              <a:t>        "positive_count": 170,</a:t>
            </a:r>
          </a:p>
          <a:p>
            <a:r>
              <a:t>        "positive_rate": 0.5379746835443038,</a:t>
            </a:r>
          </a:p>
          <a:p>
            <a:r>
              <a:t>        "precision": 0.5826086956521739,</a:t>
            </a:r>
          </a:p>
          <a:p>
            <a:r>
              <a:t>        "recall": 0.3941176470588235,</a:t>
            </a:r>
          </a:p>
          <a:p>
            <a:r>
              <a:t>        "roc_auc": 0.6402095084609186,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"6d080608560867beb44a9dcd3bbc33ab111686d430cb9a1d1b231d91b64a5f6b",</a:t>
            </a:r>
          </a:p>
          <a:p>
            <a:r>
              <a:t>        "head.safetensors": "66b8b101cc945a2adefe402b956c746810de3d04426448e45c2966acd513ee41",</a:t>
            </a:r>
          </a:p>
          <a:p>
            <a:r>
              <a:t>        "inference.json": "20d8dc071e7823d12aa6e4bf185c27e5ab7a8d4e2ee416744061f454db5345f4"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0.5379746835443038,</a:t>
            </a:r>
          </a:p>
          <a:p>
            <a:r>
              <a:t>        "auc_prc": 0.7689873417721519,</a:t>
            </a:r>
          </a:p>
          <a:p>
            <a:r>
              <a:t>        "average_precision": 0.5379746835443038,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170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0.6995884773662552,</a:t>
            </a:r>
          </a:p>
          <a:p>
            <a:r>
              <a:t>        "positive_count": 170,</a:t>
            </a:r>
          </a:p>
          <a:p>
            <a:r>
              <a:t>        "positive_rate": 0.5379746835443038,</a:t>
            </a:r>
          </a:p>
          <a:p>
            <a:r>
              <a:t>        "precision": 0.5379746835443038,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true,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"qwen_embedding",</a:t>
            </a:r>
          </a:p>
          <a:p>
            <a:r>
              <a:t>      "project": "Jira",</a:t>
            </a:r>
          </a:p>
          <a:p>
            <a:r>
              <a:t>      "selection_sha256": "e02337de599196f92c40ed09945d10845e9ae7b3e0b6f374b5bca77191ee3e72",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0.569620253164557,</a:t>
            </a:r>
          </a:p>
          <a:p>
            <a:r>
              <a:t>        "auc_prc": 0.5645963940223742,</a:t>
            </a:r>
          </a:p>
          <a:p>
            <a:r>
              <a:t>        "average_precision": 0.5680404912933061,</a:t>
            </a:r>
          </a:p>
          <a:p>
            <a:r>
              <a:t>        "balanced_accuracy": 0.5763094278807414,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97,</a:t>
            </a:r>
          </a:p>
          <a:p>
            <a:r>
              <a:t>            49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87,</a:t>
            </a:r>
          </a:p>
          <a:p>
            <a:r>
              <a:t>            83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0.5496688741721855,</a:t>
            </a:r>
          </a:p>
          <a:p>
            <a:r>
              <a:t>        "positive_count": 170,</a:t>
            </a:r>
          </a:p>
          <a:p>
            <a:r>
              <a:t>        "positive_rate": 0.5379746835443038,</a:t>
            </a:r>
          </a:p>
          <a:p>
            <a:r>
              <a:t>        "precision": 0.6287878787878788,</a:t>
            </a:r>
          </a:p>
          <a:p>
            <a:r>
              <a:t>        "recall": 0.48823529411764705,</a:t>
            </a:r>
          </a:p>
          <a:p>
            <a:r>
              <a:t>        "roc_auc": 0.6177276390008059,</a:t>
            </a:r>
          </a:p>
          <a:p>
            <a:r>
              <a:t>        "row_count": 316,</a:t>
            </a:r>
          </a:p>
          <a:p>
            <a:r>
              <a:t>        "threshold": 0.15999999999999998</a:t>
            </a:r>
          </a:p>
          <a:p>
            <a:r>
              <a:t>      },</a:t>
            </a:r>
          </a:p>
          <a:p>
            <a:r>
              <a:t>      "test_predictions_sha256": "72dfd21ecbdadbfca6b9c2b29ceb6d48f91c74e6a1b2642fbbaa19fea04d05e4",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-0.03837579252754468,</a:t>
            </a:r>
          </a:p>
          <a:p>
            <a:r>
              <a:t>            0.019918360064478297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-0.03802276696804885,</a:t>
            </a:r>
          </a:p>
          <a:p>
            <a:r>
              <a:t>            0.018875612983334147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-0.05634362599206351,</a:t>
            </a:r>
          </a:p>
          <a:p>
            <a:r>
              <a:t>            0.010774457661023848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0.4937389804959244,</a:t>
            </a:r>
          </a:p>
          <a:p>
            <a:r>
              <a:t>            0.6429221748418934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0.5005655799004934,</a:t>
            </a:r>
          </a:p>
          <a:p>
            <a:r>
              <a:t>            0.6493495199762099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0.5478989489627788,</a:t>
            </a:r>
          </a:p>
          <a:p>
            <a:r>
              <a:t>            0.6883378556059183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"frozen/Jira/qwen_embedding/10/38814b7cd5ea6942/checkpoint"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0.5158227848101266,</a:t>
            </a:r>
          </a:p>
          <a:p>
            <a:r>
              <a:t>        "auc_prc": 0.5661166448407884,</a:t>
            </a:r>
          </a:p>
          <a:p>
            <a:r>
              <a:t>        "average_precision": 0.5759045306249805,</a:t>
            </a:r>
          </a:p>
          <a:p>
            <a:r>
              <a:t>        "balanced_accuracy": 0.52102053915276,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100,</a:t>
            </a:r>
          </a:p>
          <a:p>
            <a:r>
              <a:t>            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101,</a:t>
            </a:r>
          </a:p>
          <a:p>
            <a:r>
              <a:t>            63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0.45161290322580644,</a:t>
            </a:r>
          </a:p>
          <a:p>
            <a:r>
              <a:t>        "positive_count": 164,</a:t>
            </a:r>
          </a:p>
          <a:p>
            <a:r>
              <a:t>        "positive_rate": 0.5189873417721519,</a:t>
            </a:r>
          </a:p>
          <a:p>
            <a:r>
              <a:t>        "precision": 0.5478260869565217,</a:t>
            </a:r>
          </a:p>
          <a:p>
            <a:r>
              <a:t>        "recall": 0.38414634146341464,</a:t>
            </a:r>
          </a:p>
          <a:p>
            <a:r>
              <a:t>        "roc_auc": 0.6604621309370988,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"a4a9732e24df32de177cb48788977881a4d4d96246abe1e3ec1715e083b0517e",</a:t>
            </a:r>
          </a:p>
          <a:p>
            <a:r>
              <a:t>        "head.safetensors": "a5739666b0bce5aacd2ff90988510d40cd00fb618066af690bdc605ccea0107d",</a:t>
            </a:r>
          </a:p>
          <a:p>
            <a:r>
              <a:t>        "inference.json": "d62cd5c058bf2b6ca136bdca76ee3d0467d1d94f96dc571475bdb8e0273708ef"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0.5189873417721519,</a:t>
            </a:r>
          </a:p>
          <a:p>
            <a:r>
              <a:t>        "auc_prc": 0.759493670886076,</a:t>
            </a:r>
          </a:p>
          <a:p>
            <a:r>
              <a:t>        "average_precision": 0.5189873417721519,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164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0.6833333333333332,</a:t>
            </a:r>
          </a:p>
          <a:p>
            <a:r>
              <a:t>        "positive_count": 164,</a:t>
            </a:r>
          </a:p>
          <a:p>
            <a:r>
              <a:t>        "positive_rate": 0.5189873417721519,</a:t>
            </a:r>
          </a:p>
          <a:p>
            <a:r>
              <a:t>        "precision": 0.5189873417721519,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true,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"qwen_embedding",</a:t>
            </a:r>
          </a:p>
          <a:p>
            <a:r>
              <a:t>      "project": "Jira",</a:t>
            </a:r>
          </a:p>
          <a:p>
            <a:r>
              <a:t>      "selection_sha256": "8abc7ee4ba7bef72abdb588423e8f771020f7f7a23189ceb672da15e2b69df99",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0.5854430379746836,</a:t>
            </a:r>
          </a:p>
          <a:p>
            <a:r>
              <a:t>        "auc_prc": 0.562723736183248,</a:t>
            </a:r>
          </a:p>
          <a:p>
            <a:r>
              <a:t>        "average_precision": 0.566368823511834,</a:t>
            </a:r>
          </a:p>
          <a:p>
            <a:r>
              <a:t>        "balanced_accuracy": 0.5873716302952503,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97,</a:t>
            </a:r>
          </a:p>
          <a:p>
            <a:r>
              <a:t>            55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76,</a:t>
            </a:r>
          </a:p>
          <a:p>
            <a:r>
              <a:t>            88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0.5732899022801303,</a:t>
            </a:r>
          </a:p>
          <a:p>
            <a:r>
              <a:t>        "positive_count": 164,</a:t>
            </a:r>
          </a:p>
          <a:p>
            <a:r>
              <a:t>        "positive_rate": 0.5189873417721519,</a:t>
            </a:r>
          </a:p>
          <a:p>
            <a:r>
              <a:t>        "precision": 0.6153846153846154,</a:t>
            </a:r>
          </a:p>
          <a:p>
            <a:r>
              <a:t>        "recall": 0.5365853658536586,</a:t>
            </a:r>
          </a:p>
          <a:p>
            <a:r>
              <a:t>        "roc_auc": 0.6426107188703466,</a:t>
            </a:r>
          </a:p>
          <a:p>
            <a:r>
              <a:t>        "row_count": 316,</a:t>
            </a:r>
          </a:p>
          <a:p>
            <a:r>
              <a:t>        "threshold": 0.29</a:t>
            </a:r>
          </a:p>
          <a:p>
            <a:r>
              <a:t>      },</a:t>
            </a:r>
          </a:p>
          <a:p>
            <a:r>
              <a:t>      "test_predictions_sha256": "f78e0dcd26c5b43ed6c43db33ccbadca704f2602e3b87f3a57874f6fcdd4f43a",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-0.028640716891451173,</a:t>
            </a:r>
          </a:p>
          <a:p>
            <a:r>
              <a:t>            0.02448880594874722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-0.03414914751427385,</a:t>
            </a:r>
          </a:p>
          <a:p>
            <a:r>
              <a:t>            0.01809255078585122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-0.04613401113881181,</a:t>
            </a:r>
          </a:p>
          <a:p>
            <a:r>
              <a:t>            0.008834948498719476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0.49039198506428533,</a:t>
            </a:r>
          </a:p>
          <a:p>
            <a:r>
              <a:t>            0.6425727505352442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0.4974031013297973,</a:t>
            </a:r>
          </a:p>
          <a:p>
            <a:r>
              <a:t>            0.6489790730699891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0.5728468782717587,</a:t>
            </a:r>
          </a:p>
          <a:p>
            <a:r>
              <a:t>            0.7100189093961665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"frozen/Jira/qwen_embedding/15/960e0f5859a4a3fd/checkpoint"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0.5,</a:t>
            </a:r>
          </a:p>
          <a:p>
            <a:r>
              <a:t>        "auc_prc": 0.5472892979370305,</a:t>
            </a:r>
          </a:p>
          <a:p>
            <a:r>
              <a:t>        "average_precision": 0.5521474289143389,</a:t>
            </a:r>
          </a:p>
          <a:p>
            <a:r>
              <a:t>        "balanced_accuracy": 0.5022435897435897,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106,</a:t>
            </a:r>
          </a:p>
          <a:p>
            <a:r>
              <a:t>            50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108,</a:t>
            </a:r>
          </a:p>
          <a:p>
            <a:r>
              <a:t>            52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0.39694656488549623,</a:t>
            </a:r>
          </a:p>
          <a:p>
            <a:r>
              <a:t>        "positive_count": 160,</a:t>
            </a:r>
          </a:p>
          <a:p>
            <a:r>
              <a:t>        "positive_rate": 0.5063291139240507,</a:t>
            </a:r>
          </a:p>
          <a:p>
            <a:r>
              <a:t>        "precision": 0.5098039215686274,</a:t>
            </a:r>
          </a:p>
          <a:p>
            <a:r>
              <a:t>        "recall": 0.325,</a:t>
            </a:r>
          </a:p>
          <a:p>
            <a:r>
              <a:t>        "roc_auc": 0.6557892628205129,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"ec633c85596252bd398b33c122fbf7650356744b9fed46af85c52fabbb1711f5",</a:t>
            </a:r>
          </a:p>
          <a:p>
            <a:r>
              <a:t>        "head.safetensors": "eb9bc784692da619aefd81c9a073c9d81642e804fe9a6b48893eaf8fd529582c",</a:t>
            </a:r>
          </a:p>
          <a:p>
            <a:r>
              <a:t>        "inference.json": "d455a6e5da8f643c4c99723838c8f07a648523c3f54f022f8f711a636d765bf5"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0.5063291139240507,</a:t>
            </a:r>
          </a:p>
          <a:p>
            <a:r>
              <a:t>        "auc_prc": 0.7531645569620253,</a:t>
            </a:r>
          </a:p>
          <a:p>
            <a:r>
              <a:t>        "average_precision": 0.5063291139240507,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156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160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0.6722689075630253,</a:t>
            </a:r>
          </a:p>
          <a:p>
            <a:r>
              <a:t>        "positive_count": 160,</a:t>
            </a:r>
          </a:p>
          <a:p>
            <a:r>
              <a:t>        "positive_rate": 0.5063291139240507,</a:t>
            </a:r>
          </a:p>
          <a:p>
            <a:r>
              <a:t>        "precision": 0.5063291139240507,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true,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"qwen_embedding",</a:t>
            </a:r>
          </a:p>
          <a:p>
            <a:r>
              <a:t>      "project": "Jira",</a:t>
            </a:r>
          </a:p>
          <a:p>
            <a:r>
              <a:t>      "selection_sha256": "9d68a3f01f59f95c13f19e7deba5d181e4043d3af2d0fc6873a92ace8c36b5f6",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0.509493670886076,</a:t>
            </a:r>
          </a:p>
          <a:p>
            <a:r>
              <a:t>        "auc_prc": 0.5402581361162972,</a:t>
            </a:r>
          </a:p>
          <a:p>
            <a:r>
              <a:t>        "average_precision": 0.543939097345407,</a:t>
            </a:r>
          </a:p>
          <a:p>
            <a:r>
              <a:t>        "balanced_accuracy": 0.5120192307692308,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111,</a:t>
            </a:r>
          </a:p>
          <a:p>
            <a:r>
              <a:t>            45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110,</a:t>
            </a:r>
          </a:p>
          <a:p>
            <a:r>
              <a:t>            50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0.39215686274509803,</a:t>
            </a:r>
          </a:p>
          <a:p>
            <a:r>
              <a:t>        "positive_count": 160,</a:t>
            </a:r>
          </a:p>
          <a:p>
            <a:r>
              <a:t>        "positive_rate": 0.5063291139240507,</a:t>
            </a:r>
          </a:p>
          <a:p>
            <a:r>
              <a:t>        "precision": 0.5263157894736842,</a:t>
            </a:r>
          </a:p>
          <a:p>
            <a:r>
              <a:t>        "recall": 0.3125,</a:t>
            </a:r>
          </a:p>
          <a:p>
            <a:r>
              <a:t>        "roc_auc": 0.6260817307692308,</a:t>
            </a:r>
          </a:p>
          <a:p>
            <a:r>
              <a:t>        "row_count": 316,</a:t>
            </a:r>
          </a:p>
          <a:p>
            <a:r>
              <a:t>        "threshold": 0.24</a:t>
            </a:r>
          </a:p>
          <a:p>
            <a:r>
              <a:t>      },</a:t>
            </a:r>
          </a:p>
          <a:p>
            <a:r>
              <a:t>      "test_predictions_sha256": "9a4149e2edc30fb7c8e5656078d4b0473770e5418e9b32e40c9bdb37c22d3607",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-0.037327270015001204,</a:t>
            </a:r>
          </a:p>
          <a:p>
            <a:r>
              <a:t>            0.023177270883799762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-0.038723701887904007,</a:t>
            </a:r>
          </a:p>
          <a:p>
            <a:r>
              <a:t>            0.02153041242961811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-0.06631963133920966,</a:t>
            </a:r>
          </a:p>
          <a:p>
            <a:r>
              <a:t>            0.0071226360288861095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0.46794741299378373,</a:t>
            </a:r>
          </a:p>
          <a:p>
            <a:r>
              <a:t>            0.6199007222484768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0.4744906167949574,</a:t>
            </a:r>
          </a:p>
          <a:p>
            <a:r>
              <a:t>            0.6275850410816877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0.5571181720847526,</a:t>
            </a:r>
          </a:p>
          <a:p>
            <a:r>
              <a:t>            0.692174226374508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"answerdotai/ModernBERT-base",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"Wqkv",</a:t>
            </a:r>
          </a:p>
          <a:p>
            <a:r>
              <a:t>            "Wo"</a:t>
            </a:r>
          </a:p>
          <a:p>
            <a:r>
              <a:t>          ],</a:t>
            </a:r>
          </a:p>
          <a:p>
            <a:r>
              <a:t>          "parameters_billions": 0.149,</a:t>
            </a:r>
          </a:p>
          <a:p>
            <a:r>
              <a:t>          "pooling": "mean",</a:t>
            </a:r>
          </a:p>
          <a:p>
            <a:r>
              <a:t>          "profile_vram_gib": [</a:t>
            </a:r>
          </a:p>
          <a:p>
            <a:r>
              <a:t>            16,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"8949b909ec900327062f0ebf497f51aef5e6f0c8"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"frozen/Jira/modernbert/20/e9dfa96dd64fd63b/checkpoint"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0.870253164556962,</a:t>
            </a:r>
          </a:p>
          <a:p>
            <a:r>
              <a:t>        "auc_prc": 0.19499981723367565,</a:t>
            </a:r>
          </a:p>
          <a:p>
            <a:r>
              <a:t>        "average_precision": 0.2075819328647004,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275,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41,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41,</a:t>
            </a:r>
          </a:p>
          <a:p>
            <a:r>
              <a:t>        "positive_rate": 0.12974683544303797,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0.5887361419068736,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"f368747a08e43ab62a2408b190552f37d7fba51d95e006a4a18551afec678012",</a:t>
            </a:r>
          </a:p>
          <a:p>
            <a:r>
              <a:t>        "head.safetensors": "489ae15c097bead9d2dec4ef4c437ccf816d196673bb6313d611445db8032e7c",</a:t>
            </a:r>
          </a:p>
          <a:p>
            <a:r>
              <a:t>        "inference.json": "3f95115483b8e89d4ccf4cd396b8c0373ab3b91b5d6ac0bcd0bf155c8ad30f59"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0.12974683544303797,</a:t>
            </a:r>
          </a:p>
          <a:p>
            <a:r>
              <a:t>        "auc_prc": 0.564873417721519,</a:t>
            </a:r>
          </a:p>
          <a:p>
            <a:r>
              <a:t>        "average_precision": 0.12974683544303797,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275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41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0.22969187675070027,</a:t>
            </a:r>
          </a:p>
          <a:p>
            <a:r>
              <a:t>        "positive_count": 41,</a:t>
            </a:r>
          </a:p>
          <a:p>
            <a:r>
              <a:t>        "positive_rate": 0.12974683544303797,</a:t>
            </a:r>
          </a:p>
          <a:p>
            <a:r>
              <a:t>        "precision": 0.12974683544303797,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"modernbert",</a:t>
            </a:r>
          </a:p>
          <a:p>
            <a:r>
              <a:t>      "project": "Jira",</a:t>
            </a:r>
          </a:p>
          <a:p>
            <a:r>
              <a:t>      "selection_sha256": "c43fe3e7d53d09f2b0e4ab8ac83c84daa1c5dc4be578b6221c3e21bb89dcbc79",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0.7689873417721519,</a:t>
            </a:r>
          </a:p>
          <a:p>
            <a:r>
              <a:t>        "auc_prc": 0.2440756527180699,</a:t>
            </a:r>
          </a:p>
          <a:p>
            <a:r>
              <a:t>        "average_precision": 0.2509927972478988,</a:t>
            </a:r>
          </a:p>
          <a:p>
            <a:r>
              <a:t>        "balanced_accuracy": 0.5974722838137472,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228,</a:t>
            </a:r>
          </a:p>
          <a:p>
            <a:r>
              <a:t>            47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26,</a:t>
            </a:r>
          </a:p>
          <a:p>
            <a:r>
              <a:t>            15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0.29126213592233013,</a:t>
            </a:r>
          </a:p>
          <a:p>
            <a:r>
              <a:t>        "positive_count": 41,</a:t>
            </a:r>
          </a:p>
          <a:p>
            <a:r>
              <a:t>        "positive_rate": 0.12974683544303797,</a:t>
            </a:r>
          </a:p>
          <a:p>
            <a:r>
              <a:t>        "precision": 0.24193548387096775,</a:t>
            </a:r>
          </a:p>
          <a:p>
            <a:r>
              <a:t>        "recall": 0.36585365853658536,</a:t>
            </a:r>
          </a:p>
          <a:p>
            <a:r>
              <a:t>        "roc_auc": 0.5882926829268292,</a:t>
            </a:r>
          </a:p>
          <a:p>
            <a:r>
              <a:t>        "row_count": 316,</a:t>
            </a:r>
          </a:p>
          <a:p>
            <a:r>
              <a:t>        "threshold": 0.41999999999999993</a:t>
            </a:r>
          </a:p>
          <a:p>
            <a:r>
              <a:t>      },</a:t>
            </a:r>
          </a:p>
          <a:p>
            <a:r>
              <a:t>      "test_predictions_sha256": "e13bb8d73952280ac971852d73fc4def6e0cbb677c62772f3f83ffb2994aa96a",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-0.03261842410714551,</a:t>
            </a:r>
          </a:p>
          <a:p>
            <a:r>
              <a:t>            0.12064147173970617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-0.0426867018590512,</a:t>
            </a:r>
          </a:p>
          <a:p>
            <a:r>
              <a:t>            0.11069404313997173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-0.05536604666980598,</a:t>
            </a:r>
          </a:p>
          <a:p>
            <a:r>
              <a:t>            0.05072066262534533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0.1347676647092901,</a:t>
            </a:r>
          </a:p>
          <a:p>
            <a:r>
              <a:t>            0.36818606667319603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0.14734950343371972,</a:t>
            </a:r>
          </a:p>
          <a:p>
            <a:r>
              <a:t>            0.38017307040886544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0.4877580783080386,</a:t>
            </a:r>
          </a:p>
          <a:p>
            <a:r>
              <a:t>            0.6901408001396183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"hf2":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"frozen/Jira/qwen/5/960e0f5859a4a3fd/checkpoint"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0.5221518987341772,</a:t>
            </a:r>
          </a:p>
          <a:p>
            <a:r>
              <a:t>        "auc_prc": 0.5753418831841499,</a:t>
            </a:r>
          </a:p>
          <a:p>
            <a:r>
              <a:t>        "average_precision": 0.5790822636139572,</a:t>
            </a:r>
          </a:p>
          <a:p>
            <a:r>
              <a:t>        "balanced_accuracy": 0.5326752618855761,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98,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103,</a:t>
            </a:r>
          </a:p>
          <a:p>
            <a:r>
              <a:t>            67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0.47017543859649125,</a:t>
            </a:r>
          </a:p>
          <a:p>
            <a:r>
              <a:t>        "positive_count": 170,</a:t>
            </a:r>
          </a:p>
          <a:p>
            <a:r>
              <a:t>        "positive_rate": 0.5379746835443038,</a:t>
            </a:r>
          </a:p>
          <a:p>
            <a:r>
              <a:t>        "precision": 0.5826086956521739,</a:t>
            </a:r>
          </a:p>
          <a:p>
            <a:r>
              <a:t>        "recall": 0.3941176470588235,</a:t>
            </a:r>
          </a:p>
          <a:p>
            <a:r>
              <a:t>        "roc_auc": 0.6402095084609186,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"6d1480daf082ab4100370001b2ee4d9a419657b0c67ac465b4fe45e8bf4a98e3",</a:t>
            </a:r>
          </a:p>
          <a:p>
            <a:r>
              <a:t>        "head.safetensors": "4f82102e662360653193961e6add756884806a828cc96f8c50dae573a1d9e2fa",</a:t>
            </a:r>
          </a:p>
          <a:p>
            <a:r>
              <a:t>        "inference.json": "43c2644b0d73c02168fd3a8211206d32844623dea29de75537b3771164cb528e"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0.5379746835443038,</a:t>
            </a:r>
          </a:p>
          <a:p>
            <a:r>
              <a:t>        "auc_prc": 0.7689873417721519,</a:t>
            </a:r>
          </a:p>
          <a:p>
            <a:r>
              <a:t>        "average_precision": 0.5379746835443038,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146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170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0.6995884773662552,</a:t>
            </a:r>
          </a:p>
          <a:p>
            <a:r>
              <a:t>        "positive_count": 170,</a:t>
            </a:r>
          </a:p>
          <a:p>
            <a:r>
              <a:t>        "positive_rate": 0.5379746835443038,</a:t>
            </a:r>
          </a:p>
          <a:p>
            <a:r>
              <a:t>        "precision": 0.5379746835443038,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true,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"qwen",</a:t>
            </a:r>
          </a:p>
          <a:p>
            <a:r>
              <a:t>      "project": "Jira",</a:t>
            </a:r>
          </a:p>
          <a:p>
            <a:r>
              <a:t>      "selection_sha256": "b21531d8f5fd9e04a5b63162246093ab1fa2ee468b2179a07bbc302d4726a681",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0.4525316455696203,</a:t>
            </a:r>
          </a:p>
          <a:p>
            <a:r>
              <a:t>        "auc_prc": 0.5642034792673198,</a:t>
            </a:r>
          </a:p>
          <a:p>
            <a:r>
              <a:t>        "average_precision": 0.5676999374237698,</a:t>
            </a:r>
          </a:p>
          <a:p>
            <a:r>
              <a:t>        "balanced_accuracy": 0.4742546333601934,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111,</a:t>
            </a:r>
          </a:p>
          <a:p>
            <a:r>
              <a:t>            35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138,</a:t>
            </a:r>
          </a:p>
          <a:p>
            <a:r>
              <a:t>            32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0.270042194092827,</a:t>
            </a:r>
          </a:p>
          <a:p>
            <a:r>
              <a:t>        "positive_count": 170,</a:t>
            </a:r>
          </a:p>
          <a:p>
            <a:r>
              <a:t>        "positive_rate": 0.5379746835443038,</a:t>
            </a:r>
          </a:p>
          <a:p>
            <a:r>
              <a:t>        "precision": 0.47761194029850745,</a:t>
            </a:r>
          </a:p>
          <a:p>
            <a:r>
              <a:t>        "recall": 0.18823529411764706,</a:t>
            </a:r>
          </a:p>
          <a:p>
            <a:r>
              <a:t>        "roc_auc": 0.6155922643029814,</a:t>
            </a:r>
          </a:p>
          <a:p>
            <a:r>
              <a:t>        "row_count": 316,</a:t>
            </a:r>
          </a:p>
          <a:p>
            <a:r>
              <a:t>        "threshold": 0.33999999999999997</a:t>
            </a:r>
          </a:p>
          <a:p>
            <a:r>
              <a:t>      },</a:t>
            </a:r>
          </a:p>
          <a:p>
            <a:r>
              <a:t>      "test_predictions_sha256": "d54f50a26ac25722da7503ff6b8f3232cb9de92ca4d28439e7c92e474a9f5a18",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-0.04056994952491105,</a:t>
            </a:r>
          </a:p>
          <a:p>
            <a:r>
              <a:t>            0.018457081317000995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-0.03987686253723433,</a:t>
            </a:r>
          </a:p>
          <a:p>
            <a:r>
              <a:t>            0.017272251754108688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-0.05942953791283756,</a:t>
            </a:r>
          </a:p>
          <a:p>
            <a:r>
              <a:t>            0.009996494391025618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0.49446316071283175,</a:t>
            </a:r>
          </a:p>
          <a:p>
            <a:r>
              <a:t>            0.6452776202687377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0.5009806134604202,</a:t>
            </a:r>
          </a:p>
          <a:p>
            <a:r>
              <a:t>            0.6517523632122252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0.5457353579320121,</a:t>
            </a:r>
          </a:p>
          <a:p>
            <a:r>
              <a:t>            0.6840167366363522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"frozen/Jira/qwen/10/38814b7cd5ea6942/checkpoint"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0.5158227848101266,</a:t>
            </a:r>
          </a:p>
          <a:p>
            <a:r>
              <a:t>        "auc_prc": 0.5661166448407884,</a:t>
            </a:r>
          </a:p>
          <a:p>
            <a:r>
              <a:t>        "average_precision": 0.5759045306249805,</a:t>
            </a:r>
          </a:p>
          <a:p>
            <a:r>
              <a:t>        "balanced_accuracy": 0.52102053915276,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100,</a:t>
            </a:r>
          </a:p>
          <a:p>
            <a:r>
              <a:t>            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101,</a:t>
            </a:r>
          </a:p>
          <a:p>
            <a:r>
              <a:t>            63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0.45161290322580644,</a:t>
            </a:r>
          </a:p>
          <a:p>
            <a:r>
              <a:t>        "positive_count": 164,</a:t>
            </a:r>
          </a:p>
          <a:p>
            <a:r>
              <a:t>        "positive_rate": 0.5189873417721519,</a:t>
            </a:r>
          </a:p>
          <a:p>
            <a:r>
              <a:t>        "precision": 0.5478260869565217,</a:t>
            </a:r>
          </a:p>
          <a:p>
            <a:r>
              <a:t>        "recall": 0.38414634146341464,</a:t>
            </a:r>
          </a:p>
          <a:p>
            <a:r>
              <a:t>        "roc_auc": 0.6604621309370988,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"d23ddac1e72d2ae3a3a719f6e97889f39b18358c27faee5594410e21c214b863",</a:t>
            </a:r>
          </a:p>
          <a:p>
            <a:r>
              <a:t>        "head.safetensors": "e45b79dba46d0ac55ca5761baaafdf6d0c4278cad84fc68be4f5cac541e49a00",</a:t>
            </a:r>
          </a:p>
          <a:p>
            <a:r>
              <a:t>        "inference.json": "3f758f79814863fa339d8f2714d2bd9ca16f192932fbe2935b9b068022c8f18a"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0.5189873417721519,</a:t>
            </a:r>
          </a:p>
          <a:p>
            <a:r>
              <a:t>        "auc_prc": 0.759493670886076,</a:t>
            </a:r>
          </a:p>
          <a:p>
            <a:r>
              <a:t>        "average_precision": 0.5189873417721519,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164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0.6833333333333332,</a:t>
            </a:r>
          </a:p>
          <a:p>
            <a:r>
              <a:t>        "positive_count": 164,</a:t>
            </a:r>
          </a:p>
          <a:p>
            <a:r>
              <a:t>        "positive_rate": 0.5189873417721519,</a:t>
            </a:r>
          </a:p>
          <a:p>
            <a:r>
              <a:t>        "precision": 0.5189873417721519,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true,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"qwen",</a:t>
            </a:r>
          </a:p>
          <a:p>
            <a:r>
              <a:t>      "project": "Jira",</a:t>
            </a:r>
          </a:p>
          <a:p>
            <a:r>
              <a:t>      "selection_sha256": "3192b48ad94211806792baab70842e01aa71c069b7cedd025ce042f4460b6a07",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0.6139240506329114,</a:t>
            </a:r>
          </a:p>
          <a:p>
            <a:r>
              <a:t>        "auc_prc": 0.5636069096405443,</a:t>
            </a:r>
          </a:p>
          <a:p>
            <a:r>
              <a:t>        "average_precision": 0.5672895566813578,</a:t>
            </a:r>
          </a:p>
          <a:p>
            <a:r>
              <a:t>        "balanced_accuracy": 0.6138478818998716,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93,</a:t>
            </a:r>
          </a:p>
          <a:p>
            <a:r>
              <a:t>            59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63,</a:t>
            </a:r>
          </a:p>
          <a:p>
            <a:r>
              <a:t>            101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0.6234567901234568,</a:t>
            </a:r>
          </a:p>
          <a:p>
            <a:r>
              <a:t>        "positive_count": 164,</a:t>
            </a:r>
          </a:p>
          <a:p>
            <a:r>
              <a:t>        "positive_rate": 0.5189873417721519,</a:t>
            </a:r>
          </a:p>
          <a:p>
            <a:r>
              <a:t>        "precision": 0.63125,</a:t>
            </a:r>
          </a:p>
          <a:p>
            <a:r>
              <a:t>        "recall": 0.6158536585365854,</a:t>
            </a:r>
          </a:p>
          <a:p>
            <a:r>
              <a:t>        "roc_auc": 0.6417281771501926,</a:t>
            </a:r>
          </a:p>
          <a:p>
            <a:r>
              <a:t>        "row_count": 316,</a:t>
            </a:r>
          </a:p>
          <a:p>
            <a:r>
              <a:t>        "threshold": 0.22999999999999998</a:t>
            </a:r>
          </a:p>
          <a:p>
            <a:r>
              <a:t>      },</a:t>
            </a:r>
          </a:p>
          <a:p>
            <a:r>
              <a:t>      "test_predictions_sha256": "fffec577c1cf20d8ecda787f1f6ea015ac7fab9702536f92ed6fe5284a393169",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-0.02733040020357936,</a:t>
            </a:r>
          </a:p>
          <a:p>
            <a:r>
              <a:t>            0.02542954989034859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-0.03214698150343279,</a:t>
            </a:r>
          </a:p>
          <a:p>
            <a:r>
              <a:t>            0.018930951814363814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-0.04635744848283556,</a:t>
            </a:r>
          </a:p>
          <a:p>
            <a:r>
              <a:t>            0.008579704082114446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0.49091901083053874,</a:t>
            </a:r>
          </a:p>
          <a:p>
            <a:r>
              <a:t>            0.6477551079142854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0.49707595280037764,</a:t>
            </a:r>
          </a:p>
          <a:p>
            <a:r>
              <a:t>            0.6548452065020742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0.5727959844534495,</a:t>
            </a:r>
          </a:p>
          <a:p>
            <a:r>
              <a:t>            0.7088514756171154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"frozen/Jira/qwen/15/38814b7cd5ea6942/checkpoint"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0.5,</a:t>
            </a:r>
          </a:p>
          <a:p>
            <a:r>
              <a:t>        "auc_prc": 0.5472892979370305,</a:t>
            </a:r>
          </a:p>
          <a:p>
            <a:r>
              <a:t>        "average_precision": 0.5521474289143389,</a:t>
            </a:r>
          </a:p>
          <a:p>
            <a:r>
              <a:t>        "balanced_accuracy": 0.5022435897435897,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106,</a:t>
            </a:r>
          </a:p>
          <a:p>
            <a:r>
              <a:t>            50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108,</a:t>
            </a:r>
          </a:p>
          <a:p>
            <a:r>
              <a:t>            52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0.39694656488549623,</a:t>
            </a:r>
          </a:p>
          <a:p>
            <a:r>
              <a:t>        "positive_count": 160,</a:t>
            </a:r>
          </a:p>
          <a:p>
            <a:r>
              <a:t>        "positive_rate": 0.5063291139240507,</a:t>
            </a:r>
          </a:p>
          <a:p>
            <a:r>
              <a:t>        "precision": 0.5098039215686274,</a:t>
            </a:r>
          </a:p>
          <a:p>
            <a:r>
              <a:t>        "recall": 0.325,</a:t>
            </a:r>
          </a:p>
          <a:p>
            <a:r>
              <a:t>        "roc_auc": 0.6557892628205129,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"179e74735eca86b804860b94d1827bca702e4e75269ffc786819f650a9b04c23",</a:t>
            </a:r>
          </a:p>
          <a:p>
            <a:r>
              <a:t>        "head.safetensors": "06b81c3ccbd49dcf871a100ec20439223149d50b9f715350830f748d5fe577cb",</a:t>
            </a:r>
          </a:p>
          <a:p>
            <a:r>
              <a:t>        "inference.json": "74833d158f4fd95365411b238fc2b3d6d676da901231bafdc41b846d589d29fc"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0.5063291139240507,</a:t>
            </a:r>
          </a:p>
          <a:p>
            <a:r>
              <a:t>        "auc_prc": 0.7531645569620253,</a:t>
            </a:r>
          </a:p>
          <a:p>
            <a:r>
              <a:t>        "average_precision": 0.5063291139240507,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156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160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0.6722689075630253,</a:t>
            </a:r>
          </a:p>
          <a:p>
            <a:r>
              <a:t>        "positive_count": 160,</a:t>
            </a:r>
          </a:p>
          <a:p>
            <a:r>
              <a:t>        "positive_rate": 0.5063291139240507,</a:t>
            </a:r>
          </a:p>
          <a:p>
            <a:r>
              <a:t>        "precision": 0.5063291139240507,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true,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"qwen",</a:t>
            </a:r>
          </a:p>
          <a:p>
            <a:r>
              <a:t>      "project": "Jira",</a:t>
            </a:r>
          </a:p>
          <a:p>
            <a:r>
              <a:t>      "selection_sha256": "50532beb8f016fb9662dfd95263b6ca853fe03925c06e663efcdf74cd571399a",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0.4620253164556962,</a:t>
            </a:r>
          </a:p>
          <a:p>
            <a:r>
              <a:t>        "auc_prc": 0.5385807099594677,</a:t>
            </a:r>
          </a:p>
          <a:p>
            <a:r>
              <a:t>        "average_precision": 0.5422738831057338,</a:t>
            </a:r>
          </a:p>
          <a:p>
            <a:r>
              <a:t>        "balanced_accuracy": 0.4657051282051282,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118,</a:t>
            </a:r>
          </a:p>
          <a:p>
            <a:r>
              <a:t>            38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132,</a:t>
            </a:r>
          </a:p>
          <a:p>
            <a:r>
              <a:t>            28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0.247787610619469,</a:t>
            </a:r>
          </a:p>
          <a:p>
            <a:r>
              <a:t>        "positive_count": 160,</a:t>
            </a:r>
          </a:p>
          <a:p>
            <a:r>
              <a:t>        "positive_rate": 0.5063291139240507,</a:t>
            </a:r>
          </a:p>
          <a:p>
            <a:r>
              <a:t>        "precision": 0.42424242424242425,</a:t>
            </a:r>
          </a:p>
          <a:p>
            <a:r>
              <a:t>        "recall": 0.175,</a:t>
            </a:r>
          </a:p>
          <a:p>
            <a:r>
              <a:t>        "roc_auc": 0.6212339743589743,</a:t>
            </a:r>
          </a:p>
          <a:p>
            <a:r>
              <a:t>        "row_count": 316,</a:t>
            </a:r>
          </a:p>
          <a:p>
            <a:r>
              <a:t>        "threshold": 0.6599999999999999</a:t>
            </a:r>
          </a:p>
          <a:p>
            <a:r>
              <a:t>      },</a:t>
            </a:r>
          </a:p>
          <a:p>
            <a:r>
              <a:t>      "test_predictions_sha256": "7b27228e250d830cbc31eef86a8844d7894095c1fe9fbd6fb4fa05409ced6e5e",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-0.03956131067114249,</a:t>
            </a:r>
          </a:p>
          <a:p>
            <a:r>
              <a:t>            0.022235257292915287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-0.040130756997870956,</a:t>
            </a:r>
          </a:p>
          <a:p>
            <a:r>
              <a:t>            0.020310979548163362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-0.07097122082745314,</a:t>
            </a:r>
          </a:p>
          <a:p>
            <a:r>
              <a:t>            0.002302736182178685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0.46548632241883225,</a:t>
            </a:r>
          </a:p>
          <a:p>
            <a:r>
              <a:t>            0.6190827645996486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0.4729072010551388,</a:t>
            </a:r>
          </a:p>
          <a:p>
            <a:r>
              <a:t>            0.6262406709773132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0.551330558490393,</a:t>
            </a:r>
          </a:p>
          <a:p>
            <a:r>
              <a:t>            0.6870427440073535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"frozen/Jira/qwen/20/e9dfa96dd64fd63b/checkpoint"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0.870253164556962,</a:t>
            </a:r>
          </a:p>
          <a:p>
            <a:r>
              <a:t>        "auc_prc": 0.19499981723367565,</a:t>
            </a:r>
          </a:p>
          <a:p>
            <a:r>
              <a:t>        "average_precision": 0.2075819328647004,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275,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41,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41,</a:t>
            </a:r>
          </a:p>
          <a:p>
            <a:r>
              <a:t>        "positive_rate": 0.12974683544303797,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0.5887361419068736,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"de11f884c2cf74597e2b9c6b310552247b97a31950d9bcfcc6e79fbb37524256",</a:t>
            </a:r>
          </a:p>
          <a:p>
            <a:r>
              <a:t>        "head.safetensors": "b7a160c1fc50e8298cd3381b1162018d7d5fcb65d002ed1d4c6d7542b83739e3",</a:t>
            </a:r>
          </a:p>
          <a:p>
            <a:r>
              <a:t>        "inference.json": "b54ae03f5938318dede6695cc301aa2e5bd6fecdb0682b3c8ccfda1ef07c37dc"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0.12974683544303797,</a:t>
            </a:r>
          </a:p>
          <a:p>
            <a:r>
              <a:t>        "auc_prc": 0.564873417721519,</a:t>
            </a:r>
          </a:p>
          <a:p>
            <a:r>
              <a:t>        "average_precision": 0.12974683544303797,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275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41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0.22969187675070027,</a:t>
            </a:r>
          </a:p>
          <a:p>
            <a:r>
              <a:t>        "positive_count": 41,</a:t>
            </a:r>
          </a:p>
          <a:p>
            <a:r>
              <a:t>        "positive_rate": 0.12974683544303797,</a:t>
            </a:r>
          </a:p>
          <a:p>
            <a:r>
              <a:t>        "precision": 0.12974683544303797,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316,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"qwen",</a:t>
            </a:r>
          </a:p>
          <a:p>
            <a:r>
              <a:t>      "project": "Jira",</a:t>
            </a:r>
          </a:p>
          <a:p>
            <a:r>
              <a:t>      "selection_sha256": "2f9190ff7d73d5c3e87a17369f47f222f9242d7cdecd66ff4c62841e6a6b1176",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0.8575949367088608,</a:t>
            </a:r>
          </a:p>
          <a:p>
            <a:r>
              <a:t>        "auc_prc": 0.24489448032560635,</a:t>
            </a:r>
          </a:p>
          <a:p>
            <a:r>
              <a:t>        "average_precision": 0.2519276328644493,</a:t>
            </a:r>
          </a:p>
          <a:p>
            <a:r>
              <a:t>        "balanced_accuracy": 0.5446119733924613,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266,</a:t>
            </a:r>
          </a:p>
          <a:p>
            <a:r>
              <a:t>            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36,</a:t>
            </a:r>
          </a:p>
          <a:p>
            <a:r>
              <a:t>            5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0.18181818181818182,</a:t>
            </a:r>
          </a:p>
          <a:p>
            <a:r>
              <a:t>        "positive_count": 41,</a:t>
            </a:r>
          </a:p>
          <a:p>
            <a:r>
              <a:t>        "positive_rate": 0.12974683544303797,</a:t>
            </a:r>
          </a:p>
          <a:p>
            <a:r>
              <a:t>        "precision": 0.35714285714285715,</a:t>
            </a:r>
          </a:p>
          <a:p>
            <a:r>
              <a:t>        "recall": 0.12195121951219512,</a:t>
            </a:r>
          </a:p>
          <a:p>
            <a:r>
              <a:t>        "roc_auc": 0.5848337028824834,</a:t>
            </a:r>
          </a:p>
          <a:p>
            <a:r>
              <a:t>        "row_count": 316,</a:t>
            </a:r>
          </a:p>
          <a:p>
            <a:r>
              <a:t>        "threshold": 0.6699999999999999</a:t>
            </a:r>
          </a:p>
          <a:p>
            <a:r>
              <a:t>      },</a:t>
            </a:r>
          </a:p>
          <a:p>
            <a:r>
              <a:t>      "test_predictions_sha256": "e2a5e83bed3a9da7e496903ae274a943921a5fe1ef9c3f68ad3ec492c0246164",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-0.03381425681234807,</a:t>
            </a:r>
          </a:p>
          <a:p>
            <a:r>
              <a:t>            0.12090852163537717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-0.04317946874944359,</a:t>
            </a:r>
          </a:p>
          <a:p>
            <a:r>
              <a:t>            0.1145205508791594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-0.06021234045935969,</a:t>
            </a:r>
          </a:p>
          <a:p>
            <a:r>
              <a:t>            0.047643213088615105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0.13496715690116845,</a:t>
            </a:r>
          </a:p>
          <a:p>
            <a:r>
              <a:t>            0.3707803319271391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0.14696553836119955,</a:t>
            </a:r>
          </a:p>
          <a:p>
            <a:r>
              <a:t>            0.3831824761722064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0.4845250382114084,</a:t>
            </a:r>
          </a:p>
          <a:p>
            <a:r>
              <a:t>            0.6879284272760746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jev-20261029-deberta; report received October 29, 2026.</a:t>
            </a:r>
          </a:p>
          <a:p>
            <a:r>
              <a:t>Source Tasks/sprint-data-analysis-summary/data/jev-20261029-report.json; SHA256 a074875efea0b7be102ae88b6180d6d63bc164d28df7ddaa45467ca3e4f6c81f.</a:t>
            </a:r>
          </a:p>
          <a:p>
            <a:r>
              <a:t>Study SHA256 af791067994d62249bda4587c33bd4a9782d66c52531aadd98c3198ae1ac6e17.</a:t>
            </a:r>
          </a:p>
          <a:p>
            <a:r>
              <a:t>Model com-kotobalabs/open-jev-deberta-v3-large, revision 188ee67a5c93122b916e5acd5bdb0cb3623e380a.</a:t>
            </a:r>
          </a:p>
          <a:p>
            <a:r>
              <a:t>Independent community model, not TypeSafe Jev or JEV-9B. Native p(yes), no task-specific training, fixed future-change question, validation F1 thresholds. Historical partitions/labels follow the frozen #357 contract. Reported counts, positives and classical metrics/identities match both prior studies. Raw predictions were not independently rescored or aligned for this presentation. HF1=ModernBERT/Qwen embeddings; HF2=Phi/Gemma/Qwen3.5. Cross-study comparisons are descriptive with different protocols. Reported gain intervals compare Jev with CLASSICAL, not HF1/HF2; 2000 paired issue bootstrap resamples, no temporal-dependence or multiplicity adjustment. Truncation counts refer to unique test issues per project, not four repeated level populations. Same observed retrospective holdout; public-Jira pretraining contamination is possible. K=at least K changed words AND at least one relevant text edit, not a percentage.</a:t>
            </a:r>
          </a:p>
          <a:p>
            <a:r>
              <a:t>Comparison Tasks/sprint-data-analysis-summary/data/hf-20261008-report.json SHA256 7698fe31e652cc8d24fb2cc8ff8a443c2c1ec04ac3786cd9bf3dc0e6f4ec006a</a:t>
            </a:r>
          </a:p>
          <a:p>
            <a:r>
              <a:t>Comparison Tasks/sprint-data-analysis-summary/data/hf-20261019-report.json SHA256 3bd3ef27dac8a7f476ae341a8e8ef172b3bd3e7f773c13d51875cbd122f07fb6</a:t>
            </a:r>
          </a:p>
          <a:p>
            <a:r>
              <a:t>{</a:t>
            </a:r>
          </a:p>
          <a:p>
            <a:r>
              <a:t>  "jev":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0.8467336683417085,</a:t>
            </a:r>
          </a:p>
          <a:p>
            <a:r>
              <a:t>        "auc_prc": 0.19484574838475716,</a:t>
            </a:r>
          </a:p>
          <a:p>
            <a:r>
              <a:t>        "average_precision": 0.20505354435535234,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337,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61,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61,</a:t>
            </a:r>
          </a:p>
          <a:p>
            <a:r>
              <a:t>        "positive_rate": 0.15326633165829145,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0.5828914724911223,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0.15326633165829145,</a:t>
            </a:r>
          </a:p>
          <a:p>
            <a:r>
              <a:t>        "auc_prc": 0.5766331658291457,</a:t>
            </a:r>
          </a:p>
          <a:p>
            <a:r>
              <a:t>        "average_precision": 0.15326633165829145,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337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61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0.2657952069716776,</a:t>
            </a:r>
          </a:p>
          <a:p>
            <a:r>
              <a:t>        "positive_count": 61,</a:t>
            </a:r>
          </a:p>
          <a:p>
            <a:r>
              <a:t>        "positive_rate": 0.15326633165829145,</a:t>
            </a:r>
          </a:p>
          <a:p>
            <a:r>
              <a:t>        "precision": 0.15326633165829145,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"MariaDB",</a:t>
            </a:r>
          </a:p>
          <a:p>
            <a:r>
              <a:t>      "selection_sha256": "81a4f6e30a227d7b06f2e3d1d2316048941f1d1132f96f8356c5be034af94ae8",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0.7864321608040201,</a:t>
            </a:r>
          </a:p>
          <a:p>
            <a:r>
              <a:t>        "auc_prc": 0.21156378503910642,</a:t>
            </a:r>
          </a:p>
          <a:p>
            <a:r>
              <a:t>        "average_precision": 0.21787566804194683,</a:t>
            </a:r>
          </a:p>
          <a:p>
            <a:r>
              <a:t>        "balanced_accuracy": 0.5113829838984287,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306,</a:t>
            </a:r>
          </a:p>
          <a:p>
            <a:r>
              <a:t>            31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54,</a:t>
            </a:r>
          </a:p>
          <a:p>
            <a:r>
              <a:t>            7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0.1414141414141414,</a:t>
            </a:r>
          </a:p>
          <a:p>
            <a:r>
              <a:t>        "positive_count": 61,</a:t>
            </a:r>
          </a:p>
          <a:p>
            <a:r>
              <a:t>        "positive_rate": 0.15326633165829145,</a:t>
            </a:r>
          </a:p>
          <a:p>
            <a:r>
              <a:t>        "precision": 0.18421052631578946,</a:t>
            </a:r>
          </a:p>
          <a:p>
            <a:r>
              <a:t>        "recall": 0.11475409836065574,</a:t>
            </a:r>
          </a:p>
          <a:p>
            <a:r>
              <a:t>        "roc_auc": 0.5267548766843411,</a:t>
            </a:r>
          </a:p>
          <a:p>
            <a:r>
              <a:t>        "row_count": 398,</a:t>
            </a:r>
          </a:p>
          <a:p>
            <a:r>
              <a:t>        "threshold": 0.74</a:t>
            </a:r>
          </a:p>
          <a:p>
            <a:r>
              <a:t>      },</a:t>
            </a:r>
          </a:p>
          <a:p>
            <a:r>
              <a:t>      "test_predictions_sha256": "b0a3d2988ffb1deeeb9691d5b1c8e5ceb01f82a9d330a7160210b8c88074de39",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398,</a:t>
            </a:r>
          </a:p>
          <a:p>
            <a:r>
              <a:t>        "state_token_limit": 256,</a:t>
            </a:r>
          </a:p>
          <a:p>
            <a:r>
              <a:t>        "truncated_rows": 23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-0.09296128157639812,</a:t>
            </a:r>
          </a:p>
          <a:p>
            <a:r>
              <a:t>            0.11625390804689872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-0.09465194754482359,</a:t>
            </a:r>
          </a:p>
          <a:p>
            <a:r>
              <a:t>            0.11355533405877807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-0.1666711683901837,</a:t>
            </a:r>
          </a:p>
          <a:p>
            <a:r>
              <a:t>            0.05222354846113106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0.13876575447762265,</a:t>
            </a:r>
          </a:p>
          <a:p>
            <a:r>
              <a:t>            0.3036381505885807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0.1480811926397954,</a:t>
            </a:r>
          </a:p>
          <a:p>
            <a:r>
              <a:t>            0.31518485629586124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0.4397556236132868,</a:t>
            </a:r>
          </a:p>
          <a:p>
            <a:r>
              <a:t>            0.6127837988563004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0.8894472361809045,</a:t>
            </a:r>
          </a:p>
          <a:p>
            <a:r>
              <a:t>        "auc_prc": 0.155084524931062,</a:t>
            </a:r>
          </a:p>
          <a:p>
            <a:r>
              <a:t>        "average_precision": 0.16548126800780694,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354,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44,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44,</a:t>
            </a:r>
          </a:p>
          <a:p>
            <a:r>
              <a:t>        "positive_rate": 0.11055276381909548,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0.6271828454031844,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0.11055276381909548,</a:t>
            </a:r>
          </a:p>
          <a:p>
            <a:r>
              <a:t>        "auc_prc": 0.5552763819095478,</a:t>
            </a:r>
          </a:p>
          <a:p>
            <a:r>
              <a:t>        "average_precision": 0.11055276381909548,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354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44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0.1990950226244344,</a:t>
            </a:r>
          </a:p>
          <a:p>
            <a:r>
              <a:t>        "positive_count": 44,</a:t>
            </a:r>
          </a:p>
          <a:p>
            <a:r>
              <a:t>        "positive_rate": 0.11055276381909548,</a:t>
            </a:r>
          </a:p>
          <a:p>
            <a:r>
              <a:t>        "precision": 0.11055276381909548,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"MariaDB",</a:t>
            </a:r>
          </a:p>
          <a:p>
            <a:r>
              <a:t>      "selection_sha256": "0f4179b8c9860cd7f71764070dda6ccd3336366e313e008fe53e478c77a3956b",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0.6834170854271356,</a:t>
            </a:r>
          </a:p>
          <a:p>
            <a:r>
              <a:t>        "auc_prc": 0.13886344964419028,</a:t>
            </a:r>
          </a:p>
          <a:p>
            <a:r>
              <a:t>        "average_precision": 0.1430750851895887,</a:t>
            </a:r>
          </a:p>
          <a:p>
            <a:r>
              <a:t>        "balanced_accuracy": 0.5533513097072419,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255,</a:t>
            </a:r>
          </a:p>
          <a:p>
            <a:r>
              <a:t>            99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27,</a:t>
            </a:r>
          </a:p>
          <a:p>
            <a:r>
              <a:t>            17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0.2125,</a:t>
            </a:r>
          </a:p>
          <a:p>
            <a:r>
              <a:t>        "positive_count": 44,</a:t>
            </a:r>
          </a:p>
          <a:p>
            <a:r>
              <a:t>        "positive_rate": 0.11055276381909548,</a:t>
            </a:r>
          </a:p>
          <a:p>
            <a:r>
              <a:t>        "precision": 0.14655172413793102,</a:t>
            </a:r>
          </a:p>
          <a:p>
            <a:r>
              <a:t>        "recall": 0.38636363636363635,</a:t>
            </a:r>
          </a:p>
          <a:p>
            <a:r>
              <a:t>        "roc_auc": 0.5112994350282486,</a:t>
            </a:r>
          </a:p>
          <a:p>
            <a:r>
              <a:t>        "row_count": 398,</a:t>
            </a:r>
          </a:p>
          <a:p>
            <a:r>
              <a:t>        "threshold": 0.69</a:t>
            </a:r>
          </a:p>
          <a:p>
            <a:r>
              <a:t>      },</a:t>
            </a:r>
          </a:p>
          <a:p>
            <a:r>
              <a:t>      "test_predictions_sha256": "9dc39d8bb56c54d57a615f195463e29561a272fbf350654ee3abc21935a1a2fc",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398,</a:t>
            </a:r>
          </a:p>
          <a:p>
            <a:r>
              <a:t>        "state_token_limit": 256,</a:t>
            </a:r>
          </a:p>
          <a:p>
            <a:r>
              <a:t>        "truncated_rows": 23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-0.10570889170504048,</a:t>
            </a:r>
          </a:p>
          <a:p>
            <a:r>
              <a:t>            0.06646492384750441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-0.12759168688059602,</a:t>
            </a:r>
          </a:p>
          <a:p>
            <a:r>
              <a:t>            0.060642540573929066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-0.23698819005083988,</a:t>
            </a:r>
          </a:p>
          <a:p>
            <a:r>
              <a:t>            0.0033106342463141494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0.08331105806350513,</a:t>
            </a:r>
          </a:p>
          <a:p>
            <a:r>
              <a:t>            0.21516535648487223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0.0903997295928612,</a:t>
            </a:r>
          </a:p>
          <a:p>
            <a:r>
              <a:t>            0.22415573783576284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0.41382960060815155,</a:t>
            </a:r>
          </a:p>
          <a:p>
            <a:r>
              <a:t>            0.6078172958870472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0.8442211055276382,</a:t>
            </a:r>
          </a:p>
          <a:p>
            <a:r>
              <a:t>        "auc_prc": 0.10881496705402251,</a:t>
            </a:r>
          </a:p>
          <a:p>
            <a:r>
              <a:t>        "average_precision": 0.11289825475418147,</a:t>
            </a:r>
          </a:p>
          <a:p>
            <a:r>
              <a:t>        "balanced_accuracy": 0.5154005811540059,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332,</a:t>
            </a:r>
          </a:p>
          <a:p>
            <a:r>
              <a:t>            33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29,</a:t>
            </a:r>
          </a:p>
          <a:p>
            <a:r>
              <a:t>            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0.11428571428571428,</a:t>
            </a:r>
          </a:p>
          <a:p>
            <a:r>
              <a:t>        "positive_count": 33,</a:t>
            </a:r>
          </a:p>
          <a:p>
            <a:r>
              <a:t>        "positive_rate": 0.0829145728643216,</a:t>
            </a:r>
          </a:p>
          <a:p>
            <a:r>
              <a:t>        "precision": 0.10810810810810811,</a:t>
            </a:r>
          </a:p>
          <a:p>
            <a:r>
              <a:t>        "recall": 0.12121212121212122,</a:t>
            </a:r>
          </a:p>
          <a:p>
            <a:r>
              <a:t>        "roc_auc": 0.4899128268991283,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"NN",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0.0829145728643216,</a:t>
            </a:r>
          </a:p>
          <a:p>
            <a:r>
              <a:t>        "auc_prc": 0.5414572864321608,</a:t>
            </a:r>
          </a:p>
          <a:p>
            <a:r>
              <a:t>        "average_precision": 0.0829145728643216,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365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0.1531322505800464,</a:t>
            </a:r>
          </a:p>
          <a:p>
            <a:r>
              <a:t>        "positive_count": 33,</a:t>
            </a:r>
          </a:p>
          <a:p>
            <a:r>
              <a:t>        "positive_rate": 0.0829145728643216,</a:t>
            </a:r>
          </a:p>
          <a:p>
            <a:r>
              <a:t>        "precision": 0.0829145728643216,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"MariaDB",</a:t>
            </a:r>
          </a:p>
          <a:p>
            <a:r>
              <a:t>      "selection_sha256": "38e7cc587152d6d66d58a08faa97fd0e0b99ac33fd52ee33539838e52a5115f8",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0.12814070351758794,</a:t>
            </a:r>
          </a:p>
          <a:p>
            <a:r>
              <a:t>        "auc_prc": 0.09945798364392973,</a:t>
            </a:r>
          </a:p>
          <a:p>
            <a:r>
              <a:t>        "average_precision": 0.11154237278799807,</a:t>
            </a:r>
          </a:p>
          <a:p>
            <a:r>
              <a:t>        "balanced_accuracy": 0.45574927355749273,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23,</a:t>
            </a:r>
          </a:p>
          <a:p>
            <a:r>
              <a:t>            342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5,</a:t>
            </a:r>
          </a:p>
          <a:p>
            <a:r>
              <a:t>            28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0.13895781637717122,</a:t>
            </a:r>
          </a:p>
          <a:p>
            <a:r>
              <a:t>        "positive_count": 33,</a:t>
            </a:r>
          </a:p>
          <a:p>
            <a:r>
              <a:t>        "positive_rate": 0.0829145728643216,</a:t>
            </a:r>
          </a:p>
          <a:p>
            <a:r>
              <a:t>        "precision": 0.07567567567567568,</a:t>
            </a:r>
          </a:p>
          <a:p>
            <a:r>
              <a:t>        "recall": 0.8484848484848485,</a:t>
            </a:r>
          </a:p>
          <a:p>
            <a:r>
              <a:t>        "roc_auc": 0.5206309672063096,</a:t>
            </a:r>
          </a:p>
          <a:p>
            <a:r>
              <a:t>        "row_count": 398,</a:t>
            </a:r>
          </a:p>
          <a:p>
            <a:r>
              <a:t>        "threshold": 0.5499999999999999</a:t>
            </a:r>
          </a:p>
          <a:p>
            <a:r>
              <a:t>      },</a:t>
            </a:r>
          </a:p>
          <a:p>
            <a:r>
              <a:t>      "test_predictions_sha256": "01fed8f1a767efbbe3cd2df0d8f0f1e60cb00bb5cfaa390599524419e2b1ad23",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398,</a:t>
            </a:r>
          </a:p>
          <a:p>
            <a:r>
              <a:t>        "state_token_limit": 256,</a:t>
            </a:r>
          </a:p>
          <a:p>
            <a:r>
              <a:t>        "truncated_rows": 23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-0.09927499249913316,</a:t>
            </a:r>
          </a:p>
          <a:p>
            <a:r>
              <a:t>            0.09378477304538992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-0.09554775800152013,</a:t>
            </a:r>
          </a:p>
          <a:p>
            <a:r>
              <a:t>            0.1055165468550837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-0.12246480116862461,</a:t>
            </a:r>
          </a:p>
          <a:p>
            <a:r>
              <a:t>            0.17802996936039825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0.06083325505743951,</a:t>
            </a:r>
          </a:p>
          <a:p>
            <a:r>
              <a:t>            0.18706439477726616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0.06856901031869705,</a:t>
            </a:r>
          </a:p>
          <a:p>
            <a:r>
              <a:t>            0.20712398777276753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0.3953565750624574,</a:t>
            </a:r>
          </a:p>
          <a:p>
            <a:r>
              <a:t>            0.6321296411293826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0.9296482412060302,</a:t>
            </a:r>
          </a:p>
          <a:p>
            <a:r>
              <a:t>        "auc_prc": 0.12182267085738707,</a:t>
            </a:r>
          </a:p>
          <a:p>
            <a:r>
              <a:t>        "average_precision": 0.133107696306499,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370,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28,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28,</a:t>
            </a:r>
          </a:p>
          <a:p>
            <a:r>
              <a:t>        "positive_rate": 0.07035175879396985,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0.6720559845559846,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0.07035175879396985,</a:t>
            </a:r>
          </a:p>
          <a:p>
            <a:r>
              <a:t>        "auc_prc": 0.535175879396985,</a:t>
            </a:r>
          </a:p>
          <a:p>
            <a:r>
              <a:t>        "average_precision": 0.07035175879396985,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370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0.13145539906103285,</a:t>
            </a:r>
          </a:p>
          <a:p>
            <a:r>
              <a:t>        "positive_count": 28,</a:t>
            </a:r>
          </a:p>
          <a:p>
            <a:r>
              <a:t>        "positive_rate": 0.07035175879396985,</a:t>
            </a:r>
          </a:p>
          <a:p>
            <a:r>
              <a:t>        "precision": 0.07035175879396985,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"MariaDB",</a:t>
            </a:r>
          </a:p>
          <a:p>
            <a:r>
              <a:t>      "selection_sha256": "7e2ab9a75da842ddc83c9e999d2fd84ea06c2b0cd88b7f7d910c3275069b0449",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0.12311557788944724,</a:t>
            </a:r>
          </a:p>
          <a:p>
            <a:r>
              <a:t>        "auc_prc": 0.11910423238136872,</a:t>
            </a:r>
          </a:p>
          <a:p>
            <a:r>
              <a:t>        "average_precision": 0.12383001801219107,</a:t>
            </a:r>
          </a:p>
          <a:p>
            <a:r>
              <a:t>        "balanced_accuracy": 0.4953667953667954,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23,</a:t>
            </a:r>
          </a:p>
          <a:p>
            <a:r>
              <a:t>            347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2,</a:t>
            </a:r>
          </a:p>
          <a:p>
            <a:r>
              <a:t>            26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0.12967581047381546,</a:t>
            </a:r>
          </a:p>
          <a:p>
            <a:r>
              <a:t>        "positive_count": 28,</a:t>
            </a:r>
          </a:p>
          <a:p>
            <a:r>
              <a:t>        "positive_rate": 0.07035175879396985,</a:t>
            </a:r>
          </a:p>
          <a:p>
            <a:r>
              <a:t>        "precision": 0.06970509383378017,</a:t>
            </a:r>
          </a:p>
          <a:p>
            <a:r>
              <a:t>        "recall": 0.9285714285714286,</a:t>
            </a:r>
          </a:p>
          <a:p>
            <a:r>
              <a:t>        "roc_auc": 0.5557915057915058,</a:t>
            </a:r>
          </a:p>
          <a:p>
            <a:r>
              <a:t>        "row_count": 398,</a:t>
            </a:r>
          </a:p>
          <a:p>
            <a:r>
              <a:t>        "threshold": 0.5399999999999999</a:t>
            </a:r>
          </a:p>
          <a:p>
            <a:r>
              <a:t>      },</a:t>
            </a:r>
          </a:p>
          <a:p>
            <a:r>
              <a:t>      "test_predictions_sha256": "4b8355ce0ac6e57e90d3da5ffba2f98d334190907870ecedb5aeb006320d64de",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398,</a:t>
            </a:r>
          </a:p>
          <a:p>
            <a:r>
              <a:t>        "state_token_limit": 256,</a:t>
            </a:r>
          </a:p>
          <a:p>
            <a:r>
              <a:t>        "truncated_rows": 23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-0.11324302708254398,</a:t>
            </a:r>
          </a:p>
          <a:p>
            <a:r>
              <a:t>            0.10244624386612625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-0.13923107975314117,</a:t>
            </a:r>
          </a:p>
          <a:p>
            <a:r>
              <a:t>            0.0987622221133063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-0.26948082010582003,</a:t>
            </a:r>
          </a:p>
          <a:p>
            <a:r>
              <a:t>            0.035252742889614073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0.05381706269407438,</a:t>
            </a:r>
          </a:p>
          <a:p>
            <a:r>
              <a:t>            0.21333272625150673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0.061041796863463976,</a:t>
            </a:r>
          </a:p>
          <a:p>
            <a:r>
              <a:t>            0.22291881135759328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0.4289520880992061,</a:t>
            </a:r>
          </a:p>
          <a:p>
            <a:r>
              <a:t>            0.6759244455479891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"hf1":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"frozen/MariaDB/qwen_embedding/5/4168c89e8b6b1cd5/checkpoint"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0.8467336683417085,</a:t>
            </a:r>
          </a:p>
          <a:p>
            <a:r>
              <a:t>        "auc_prc": 0.19484574838475716,</a:t>
            </a:r>
          </a:p>
          <a:p>
            <a:r>
              <a:t>        "average_precision": 0.20505354435535234,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337,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61,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61,</a:t>
            </a:r>
          </a:p>
          <a:p>
            <a:r>
              <a:t>        "positive_rate": 0.15326633165829145,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0.5828914724911223,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"b9ca36f369be99ff385fad934f47c6aa709c5b52817b1b9aec1f36fcf88567f4",</a:t>
            </a:r>
          </a:p>
          <a:p>
            <a:r>
              <a:t>        "head.safetensors": "b3ab2f908220bee3e1a810e73aeaf6e831936225da99548c77d9b84789180b16",</a:t>
            </a:r>
          </a:p>
          <a:p>
            <a:r>
              <a:t>        "inference.json": "5c6c9ec7542eaee0b2dc975f8775e3db14f2d612cd0033e5cbbc1e1adf1ee532"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0.15326633165829145,</a:t>
            </a:r>
          </a:p>
          <a:p>
            <a:r>
              <a:t>        "auc_prc": 0.5766331658291457,</a:t>
            </a:r>
          </a:p>
          <a:p>
            <a:r>
              <a:t>        "average_precision": 0.15326633165829145,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337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61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0.2657952069716776,</a:t>
            </a:r>
          </a:p>
          <a:p>
            <a:r>
              <a:t>        "positive_count": 61,</a:t>
            </a:r>
          </a:p>
          <a:p>
            <a:r>
              <a:t>        "positive_rate": 0.15326633165829145,</a:t>
            </a:r>
          </a:p>
          <a:p>
            <a:r>
              <a:t>        "precision": 0.15326633165829145,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"qwen_embedding",</a:t>
            </a:r>
          </a:p>
          <a:p>
            <a:r>
              <a:t>      "project": "MariaDB",</a:t>
            </a:r>
          </a:p>
          <a:p>
            <a:r>
              <a:t>      "selection_sha256": "ea8613eae93340412a6d1f6dd7bf97ca4e79c07ea0410db1d745b13bcbecef77",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0.7386934673366834,</a:t>
            </a:r>
          </a:p>
          <a:p>
            <a:r>
              <a:t>        "auc_prc": 0.17224802731147648,</a:t>
            </a:r>
          </a:p>
          <a:p>
            <a:r>
              <a:t>        "average_precision": 0.17898146033852855,</a:t>
            </a:r>
          </a:p>
          <a:p>
            <a:r>
              <a:t>        "balanced_accuracy": 0.49661915649170596,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285,</a:t>
            </a:r>
          </a:p>
          <a:p>
            <a:r>
              <a:t>            52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52,</a:t>
            </a:r>
          </a:p>
          <a:p>
            <a:r>
              <a:t>            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0.14754098360655737,</a:t>
            </a:r>
          </a:p>
          <a:p>
            <a:r>
              <a:t>        "positive_count": 61,</a:t>
            </a:r>
          </a:p>
          <a:p>
            <a:r>
              <a:t>        "positive_rate": 0.15326633165829145,</a:t>
            </a:r>
          </a:p>
          <a:p>
            <a:r>
              <a:t>        "precision": 0.14754098360655737,</a:t>
            </a:r>
          </a:p>
          <a:p>
            <a:r>
              <a:t>        "recall": 0.14754098360655737,</a:t>
            </a:r>
          </a:p>
          <a:p>
            <a:r>
              <a:t>        "roc_auc": 0.542151092085421,</a:t>
            </a:r>
          </a:p>
          <a:p>
            <a:r>
              <a:t>        "row_count": 398,</a:t>
            </a:r>
          </a:p>
          <a:p>
            <a:r>
              <a:t>        "threshold": 0.48999999999999994</a:t>
            </a:r>
          </a:p>
          <a:p>
            <a:r>
              <a:t>      },</a:t>
            </a:r>
          </a:p>
          <a:p>
            <a:r>
              <a:t>      "test_predictions_sha256": "bbc7000a1aae5164bc361585de1cb0d82100167c8a0b3513dc0b55bc60ed4d3d",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-0.09719879757920633,</a:t>
            </a:r>
          </a:p>
          <a:p>
            <a:r>
              <a:t>            0.033430449203013496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-0.10024187603180736,</a:t>
            </a:r>
          </a:p>
          <a:p>
            <a:r>
              <a:t>            0.035777854878510804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-0.13661909089540666,</a:t>
            </a:r>
          </a:p>
          <a:p>
            <a:r>
              <a:t>            0.05853150992676257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0.12394252483232751,</a:t>
            </a:r>
          </a:p>
          <a:p>
            <a:r>
              <a:t>            0.24359575899054053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0.1319648785910342,</a:t>
            </a:r>
          </a:p>
          <a:p>
            <a:r>
              <a:t>            0.26020904622021634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0.465700948616549,</a:t>
            </a:r>
          </a:p>
          <a:p>
            <a:r>
              <a:t>            0.6242777795210251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"finetune/MariaDB/qwen_embedding/10/92ad5a79985a51fb/checkpoint"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0.8894472361809045,</a:t>
            </a:r>
          </a:p>
          <a:p>
            <a:r>
              <a:t>        "auc_prc": 0.155084524931062,</a:t>
            </a:r>
          </a:p>
          <a:p>
            <a:r>
              <a:t>        "average_precision": 0.16548126800780694,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354,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44,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44,</a:t>
            </a:r>
          </a:p>
          <a:p>
            <a:r>
              <a:t>        "positive_rate": 0.11055276381909548,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0.6271828454031844,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"53f4ffe7c04f3137cb8ccac9a68df5cf80fcde38be178734cbde41eba90bb8b6",</a:t>
            </a:r>
          </a:p>
          <a:p>
            <a:r>
              <a:t>        "adapter/README.md": "2b259ec9b5799fd1e7da6813a1a008293163ac0d5b6be0eb53454a512e57e06a",</a:t>
            </a:r>
          </a:p>
          <a:p>
            <a:r>
              <a:t>        "adapter/adapter_config.json": "99fa5eb9f7d31210f53d3d34e75da168eb5316200f9fd08f3c0967ecdad46276",</a:t>
            </a:r>
          </a:p>
          <a:p>
            <a:r>
              <a:t>        "adapter/adapter_model.safetensors": "ca5aa71873a13ee0a257776f0a6086ed2b2bea61ca3e5f016af404e0227e7123",</a:t>
            </a:r>
          </a:p>
          <a:p>
            <a:r>
              <a:t>        "head.safetensors": "f370a4435de0be1b3f2e019720bab495ef014721568b9375e027c6289588c1d0",</a:t>
            </a:r>
          </a:p>
          <a:p>
            <a:r>
              <a:t>        "inference.json": "61403c6871050f090dbd58c340cc6bf1ef5a4b7b165dc3f0b50fd31fb3990502"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0.11055276381909548,</a:t>
            </a:r>
          </a:p>
          <a:p>
            <a:r>
              <a:t>        "auc_prc": 0.5552763819095478,</a:t>
            </a:r>
          </a:p>
          <a:p>
            <a:r>
              <a:t>        "average_precision": 0.11055276381909548,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354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44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0.1990950226244344,</a:t>
            </a:r>
          </a:p>
          <a:p>
            <a:r>
              <a:t>        "positive_count": 44,</a:t>
            </a:r>
          </a:p>
          <a:p>
            <a:r>
              <a:t>        "positive_rate": 0.11055276381909548,</a:t>
            </a:r>
          </a:p>
          <a:p>
            <a:r>
              <a:t>        "precision": 0.11055276381909548,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"qwen_embedding",</a:t>
            </a:r>
          </a:p>
          <a:p>
            <a:r>
              <a:t>      "project": "MariaDB",</a:t>
            </a:r>
          </a:p>
          <a:p>
            <a:r>
              <a:t>      "selection_sha256": "1f4b00f41e0beed130a0f30667899212eaa8ebe8bde81b8755683bf723fce380",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0.8442211055276382,</a:t>
            </a:r>
          </a:p>
          <a:p>
            <a:r>
              <a:t>        "auc_prc": 0.1973851461124036,</a:t>
            </a:r>
          </a:p>
          <a:p>
            <a:r>
              <a:t>        "average_precision": 0.20288695245090116,</a:t>
            </a:r>
          </a:p>
          <a:p>
            <a:r>
              <a:t>        "balanced_accuracy": 0.48452747817154596,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335,</a:t>
            </a:r>
          </a:p>
          <a:p>
            <a:r>
              <a:t>            19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43,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0.03125000000000001,</a:t>
            </a:r>
          </a:p>
          <a:p>
            <a:r>
              <a:t>        "positive_count": 44,</a:t>
            </a:r>
          </a:p>
          <a:p>
            <a:r>
              <a:t>        "positive_rate": 0.11055276381909548,</a:t>
            </a:r>
          </a:p>
          <a:p>
            <a:r>
              <a:t>        "precision": 0.05,</a:t>
            </a:r>
          </a:p>
          <a:p>
            <a:r>
              <a:t>        "recall": 0.022727272727272728,</a:t>
            </a:r>
          </a:p>
          <a:p>
            <a:r>
              <a:t>        "roc_auc": 0.6836800205444273,</a:t>
            </a:r>
          </a:p>
          <a:p>
            <a:r>
              <a:t>        "row_count": 398,</a:t>
            </a:r>
          </a:p>
          <a:p>
            <a:r>
              <a:t>        "threshold": 0.06</a:t>
            </a:r>
          </a:p>
          <a:p>
            <a:r>
              <a:t>      },</a:t>
            </a:r>
          </a:p>
          <a:p>
            <a:r>
              <a:t>      "test_predictions_sha256": "e142588b65ca8307de9a87bf068235bfd768a3d0b752e3eff8ee14ba227428b9",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-0.03765389019560562,</a:t>
            </a:r>
          </a:p>
          <a:p>
            <a:r>
              <a:t>            0.1095432255686863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-0.05268205953481223,</a:t>
            </a:r>
          </a:p>
          <a:p>
            <a:r>
              <a:t>            0.10679253074226538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-0.001312812579360736,</a:t>
            </a:r>
          </a:p>
          <a:p>
            <a:r>
              <a:t>            0.11331291694183628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0.12528601082804086,</a:t>
            </a:r>
          </a:p>
          <a:p>
            <a:r>
              <a:t>            0.28879254245764946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0.13479110102534186,</a:t>
            </a:r>
          </a:p>
          <a:p>
            <a:r>
              <a:t>            0.30064446213338664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0.6096036515679898,</a:t>
            </a:r>
          </a:p>
          <a:p>
            <a:r>
              <a:t>            0.7543912432539737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"frozen/MariaDB/qwen_embedding/15/38814b7cd5ea6942/checkpoint"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0.8442211055276382,</a:t>
            </a:r>
          </a:p>
          <a:p>
            <a:r>
              <a:t>        "auc_prc": 0.10881496705402251,</a:t>
            </a:r>
          </a:p>
          <a:p>
            <a:r>
              <a:t>        "average_precision": 0.11289825475418147,</a:t>
            </a:r>
          </a:p>
          <a:p>
            <a:r>
              <a:t>        "balanced_accuracy": 0.5154005811540059,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332,</a:t>
            </a:r>
          </a:p>
          <a:p>
            <a:r>
              <a:t>            33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29,</a:t>
            </a:r>
          </a:p>
          <a:p>
            <a:r>
              <a:t>            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0.11428571428571428,</a:t>
            </a:r>
          </a:p>
          <a:p>
            <a:r>
              <a:t>        "positive_count": 33,</a:t>
            </a:r>
          </a:p>
          <a:p>
            <a:r>
              <a:t>        "positive_rate": 0.0829145728643216,</a:t>
            </a:r>
          </a:p>
          <a:p>
            <a:r>
              <a:t>        "precision": 0.10810810810810811,</a:t>
            </a:r>
          </a:p>
          <a:p>
            <a:r>
              <a:t>        "recall": 0.12121212121212122,</a:t>
            </a:r>
          </a:p>
          <a:p>
            <a:r>
              <a:t>        "roc_auc": 0.4899128268991283,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"NN",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"126b5f067a6261501a42990a518a7686a7e5a6ed7f9070569944dac9bb988392",</a:t>
            </a:r>
          </a:p>
          <a:p>
            <a:r>
              <a:t>        "head.safetensors": "69d0ff51540dedaa4bfd8bb23d2c9ba2d3af216b220195c512918bd1067dc2e5",</a:t>
            </a:r>
          </a:p>
          <a:p>
            <a:r>
              <a:t>        "inference.json": "fd523f63c27f536a507420e696134fa9036d2e65c4e80b28f53b550051df6280"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0.0829145728643216,</a:t>
            </a:r>
          </a:p>
          <a:p>
            <a:r>
              <a:t>        "auc_prc": 0.5414572864321608,</a:t>
            </a:r>
          </a:p>
          <a:p>
            <a:r>
              <a:t>        "average_precision": 0.0829145728643216,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365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0.1531322505800464,</a:t>
            </a:r>
          </a:p>
          <a:p>
            <a:r>
              <a:t>        "positive_count": 33,</a:t>
            </a:r>
          </a:p>
          <a:p>
            <a:r>
              <a:t>        "positive_rate": 0.0829145728643216,</a:t>
            </a:r>
          </a:p>
          <a:p>
            <a:r>
              <a:t>        "precision": 0.0829145728643216,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"qwen_embedding",</a:t>
            </a:r>
          </a:p>
          <a:p>
            <a:r>
              <a:t>      "project": "MariaDB",</a:t>
            </a:r>
          </a:p>
          <a:p>
            <a:r>
              <a:t>      "selection_sha256": "c211432f8e92f0c853a9d0cf0a8df1f7f6748bd12f144d5954605408cbe2d0ef",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0.6809045226130653,</a:t>
            </a:r>
          </a:p>
          <a:p>
            <a:r>
              <a:t>        "auc_prc": 0.13460626189726138,</a:t>
            </a:r>
          </a:p>
          <a:p>
            <a:r>
              <a:t>        "average_precision": 0.1462048489230392,</a:t>
            </a:r>
          </a:p>
          <a:p>
            <a:r>
              <a:t>        "balanced_accuracy": 0.6330842673308428,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252,</a:t>
            </a:r>
          </a:p>
          <a:p>
            <a:r>
              <a:t>            113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14,</a:t>
            </a:r>
          </a:p>
          <a:p>
            <a:r>
              <a:t>            19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0.23030303030303034,</a:t>
            </a:r>
          </a:p>
          <a:p>
            <a:r>
              <a:t>        "positive_count": 33,</a:t>
            </a:r>
          </a:p>
          <a:p>
            <a:r>
              <a:t>        "positive_rate": 0.0829145728643216,</a:t>
            </a:r>
          </a:p>
          <a:p>
            <a:r>
              <a:t>        "precision": 0.14393939393939395,</a:t>
            </a:r>
          </a:p>
          <a:p>
            <a:r>
              <a:t>        "recall": 0.5757575757575758,</a:t>
            </a:r>
          </a:p>
          <a:p>
            <a:r>
              <a:t>        "roc_auc": 0.6503113325031133,</a:t>
            </a:r>
          </a:p>
          <a:p>
            <a:r>
              <a:t>        "row_count": 398,</a:t>
            </a:r>
          </a:p>
          <a:p>
            <a:r>
              <a:t>        "threshold": 0.22999999999999998</a:t>
            </a:r>
          </a:p>
          <a:p>
            <a:r>
              <a:t>      },</a:t>
            </a:r>
          </a:p>
          <a:p>
            <a:r>
              <a:t>      "test_predictions_sha256": "5d6df11a6ae3bc54d294a45d21693bf44665829b73d8a810a9799ec7b59d51e2",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-0.048469636987044054,</a:t>
            </a:r>
          </a:p>
          <a:p>
            <a:r>
              <a:t>            0.11105694411136025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-0.03877521175802753,</a:t>
            </a:r>
          </a:p>
          <a:p>
            <a:r>
              <a:t>            0.13127442509976026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0.08682725985585978,</a:t>
            </a:r>
          </a:p>
          <a:p>
            <a:r>
              <a:t>            0.24001765127846597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0.08150119157441411,</a:t>
            </a:r>
          </a:p>
          <a:p>
            <a:r>
              <a:t>            0.23037020130150426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0.09178246909229279,</a:t>
            </a:r>
          </a:p>
          <a:p>
            <a:r>
              <a:t>            0.258447368827194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0.55125,</a:t>
            </a:r>
          </a:p>
          <a:p>
            <a:r>
              <a:t>            0.7423885507408234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"frozen/MariaDB/qwen_embedding/20/960e0f5859a4a3fd/checkpoint"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0.9296482412060302,</a:t>
            </a:r>
          </a:p>
          <a:p>
            <a:r>
              <a:t>        "auc_prc": 0.12182267085738707,</a:t>
            </a:r>
          </a:p>
          <a:p>
            <a:r>
              <a:t>        "average_precision": 0.133107696306499,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370,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28,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28,</a:t>
            </a:r>
          </a:p>
          <a:p>
            <a:r>
              <a:t>        "positive_rate": 0.07035175879396985,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0.6720559845559846,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"4fa0a9977de2c8d2c3a0fa6c84f44b5bbdfd066f31c8e05c295192f8820a9dc1",</a:t>
            </a:r>
          </a:p>
          <a:p>
            <a:r>
              <a:t>        "head.safetensors": "801b81e69684c586a76f563898ad0e8609fb18a8b6f1da81c084f89f1fbb55d1",</a:t>
            </a:r>
          </a:p>
          <a:p>
            <a:r>
              <a:t>        "inference.json": "e341ba58913363120efc2281f3c005812706bb815c3b07db99e629b15a22aa59"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0.07035175879396985,</a:t>
            </a:r>
          </a:p>
          <a:p>
            <a:r>
              <a:t>        "auc_prc": 0.535175879396985,</a:t>
            </a:r>
          </a:p>
          <a:p>
            <a:r>
              <a:t>        "average_precision": 0.07035175879396985,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370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0.13145539906103285,</a:t>
            </a:r>
          </a:p>
          <a:p>
            <a:r>
              <a:t>        "positive_count": 28,</a:t>
            </a:r>
          </a:p>
          <a:p>
            <a:r>
              <a:t>        "positive_rate": 0.07035175879396985,</a:t>
            </a:r>
          </a:p>
          <a:p>
            <a:r>
              <a:t>        "precision": 0.07035175879396985,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"qwen_embedding",</a:t>
            </a:r>
          </a:p>
          <a:p>
            <a:r>
              <a:t>      "project": "MariaDB",</a:t>
            </a:r>
          </a:p>
          <a:p>
            <a:r>
              <a:t>      "selection_sha256": "0a23b3d08999e9d4fbe36be3c6da5b502a31f60a7888bd59e8bc522ceae474e9",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0.7914572864321608,</a:t>
            </a:r>
          </a:p>
          <a:p>
            <a:r>
              <a:t>        "auc_prc": 0.1833078226395442,</a:t>
            </a:r>
          </a:p>
          <a:p>
            <a:r>
              <a:t>        "average_precision": 0.20318727651072696,</a:t>
            </a:r>
          </a:p>
          <a:p>
            <a:r>
              <a:t>        "balanced_accuracy": 0.5907335907335908,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305,</a:t>
            </a:r>
          </a:p>
          <a:p>
            <a:r>
              <a:t>            65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18,</a:t>
            </a:r>
          </a:p>
          <a:p>
            <a:r>
              <a:t>            10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0.19417475728155337,</a:t>
            </a:r>
          </a:p>
          <a:p>
            <a:r>
              <a:t>        "positive_count": 28,</a:t>
            </a:r>
          </a:p>
          <a:p>
            <a:r>
              <a:t>        "positive_rate": 0.07035175879396985,</a:t>
            </a:r>
          </a:p>
          <a:p>
            <a:r>
              <a:t>        "precision": 0.13333333333333333,</a:t>
            </a:r>
          </a:p>
          <a:p>
            <a:r>
              <a:t>        "recall": 0.35714285714285715,</a:t>
            </a:r>
          </a:p>
          <a:p>
            <a:r>
              <a:t>        "roc_auc": 0.7377413127413127,</a:t>
            </a:r>
          </a:p>
          <a:p>
            <a:r>
              <a:t>        "row_count": 398,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"51c3c7c893d10e6eb5fdf365f47102bf5c0d9a31467e21837d80a3fd31b022a0",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-0.021968740152905505,</a:t>
            </a:r>
          </a:p>
          <a:p>
            <a:r>
              <a:t>            0.19680681996154412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-0.032996225107459906,</a:t>
            </a:r>
          </a:p>
          <a:p>
            <a:r>
              <a:t>            0.19865410115030177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-0.01535299806576396,</a:t>
            </a:r>
          </a:p>
          <a:p>
            <a:r>
              <a:t>            0.1423322261685521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0.09850997634521859,</a:t>
            </a:r>
          </a:p>
          <a:p>
            <a:r>
              <a:t>            0.3454877464882493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0.11505529471063236,</a:t>
            </a:r>
          </a:p>
          <a:p>
            <a:r>
              <a:t>            0.37286718808514663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0.6506093854341509,</a:t>
            </a:r>
          </a:p>
          <a:p>
            <a:r>
              <a:t>            0.8189320011028985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"hf2":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"E2B is effective size, not stored size. Profile complete multimodal loading and language-only adapters.",</a:t>
            </a:r>
          </a:p>
          <a:p>
            <a:r>
              <a:t>          "id": "google/gemma-4-E2B-it",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5.1,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"3e22461f65e89153144f8adb70e3b8c2cc9845a7"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"frozen/MariaDB/gemma/5/4472aaa46dad1ea1/checkpoint"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0.8467336683417085,</a:t>
            </a:r>
          </a:p>
          <a:p>
            <a:r>
              <a:t>        "auc_prc": 0.19484574838475716,</a:t>
            </a:r>
          </a:p>
          <a:p>
            <a:r>
              <a:t>        "average_precision": 0.20505354435535234,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337,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61,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61,</a:t>
            </a:r>
          </a:p>
          <a:p>
            <a:r>
              <a:t>        "positive_rate": 0.15326633165829145,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0.5828914724911223,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"182947e829eff10f70e9252b9afaa8bd90fb17715b154396f2a562524a8683df",</a:t>
            </a:r>
          </a:p>
          <a:p>
            <a:r>
              <a:t>        "head.safetensors": "adca344c92a2e686686add8ceb8dff82eef7851a3b89dc9a882560faeeca0cde",</a:t>
            </a:r>
          </a:p>
          <a:p>
            <a:r>
              <a:t>        "inference.json": "27cf3e69876b3be082ed44c8fb4fcb8cff57f6a2044fee60befe982b029480cf"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0.15326633165829145,</a:t>
            </a:r>
          </a:p>
          <a:p>
            <a:r>
              <a:t>        "auc_prc": 0.5766331658291457,</a:t>
            </a:r>
          </a:p>
          <a:p>
            <a:r>
              <a:t>        "average_precision": 0.15326633165829145,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337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61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0.2657952069716776,</a:t>
            </a:r>
          </a:p>
          <a:p>
            <a:r>
              <a:t>        "positive_count": 61,</a:t>
            </a:r>
          </a:p>
          <a:p>
            <a:r>
              <a:t>        "positive_rate": 0.15326633165829145,</a:t>
            </a:r>
          </a:p>
          <a:p>
            <a:r>
              <a:t>        "precision": 0.15326633165829145,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"gemma",</a:t>
            </a:r>
          </a:p>
          <a:p>
            <a:r>
              <a:t>      "project": "MariaDB",</a:t>
            </a:r>
          </a:p>
          <a:p>
            <a:r>
              <a:t>      "selection_sha256": "6e2240de7b718235d5cb8306665a98135b1470f0100b9f6f27fd1058bc9bc31b",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0.8140703517587939,</a:t>
            </a:r>
          </a:p>
          <a:p>
            <a:r>
              <a:t>        "auc_prc": 0.20475874873738037,</a:t>
            </a:r>
          </a:p>
          <a:p>
            <a:r>
              <a:t>        "average_precision": 0.2147691094589405,</a:t>
            </a:r>
          </a:p>
          <a:p>
            <a:r>
              <a:t>        "balanced_accuracy": 0.520990416889624,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318,</a:t>
            </a:r>
          </a:p>
          <a:p>
            <a:r>
              <a:t>            19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55,</a:t>
            </a:r>
          </a:p>
          <a:p>
            <a:r>
              <a:t>            6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0.13953488372093023,</a:t>
            </a:r>
          </a:p>
          <a:p>
            <a:r>
              <a:t>        "positive_count": 61,</a:t>
            </a:r>
          </a:p>
          <a:p>
            <a:r>
              <a:t>        "positive_rate": 0.15326633165829145,</a:t>
            </a:r>
          </a:p>
          <a:p>
            <a:r>
              <a:t>        "precision": 0.24,</a:t>
            </a:r>
          </a:p>
          <a:p>
            <a:r>
              <a:t>        "recall": 0.09836065573770492,</a:t>
            </a:r>
          </a:p>
          <a:p>
            <a:r>
              <a:t>        "roc_auc": 0.6164810040375541,</a:t>
            </a:r>
          </a:p>
          <a:p>
            <a:r>
              <a:t>        "row_count": 398,</a:t>
            </a:r>
          </a:p>
          <a:p>
            <a:r>
              <a:t>        "threshold": 0.6</a:t>
            </a:r>
          </a:p>
          <a:p>
            <a:r>
              <a:t>      },</a:t>
            </a:r>
          </a:p>
          <a:p>
            <a:r>
              <a:t>      "test_predictions_sha256": "e9372bd0bf0051578a740a50ea3c542f874ebfcc4a86f8da325f6b8ff11ccf28",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-0.07121843569865285,</a:t>
            </a:r>
          </a:p>
          <a:p>
            <a:r>
              <a:t>            0.08113144398417581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-0.07135053408477177,</a:t>
            </a:r>
          </a:p>
          <a:p>
            <a:r>
              <a:t>            0.08377270565992744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-0.05297271794943342,</a:t>
            </a:r>
          </a:p>
          <a:p>
            <a:r>
              <a:t>            0.1194861516750199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0.14671825970265068,</a:t>
            </a:r>
          </a:p>
          <a:p>
            <a:r>
              <a:t>            0.2926445420547158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0.15754212171984783,</a:t>
            </a:r>
          </a:p>
          <a:p>
            <a:r>
              <a:t>            0.30867930397791976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0.5458697140017105,</a:t>
            </a:r>
          </a:p>
          <a:p>
            <a:r>
              <a:t>            0.684938368257382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"frozen/MariaDB/phi/10/b5af59d61b59b2b7/checkpoint"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0.8894472361809045,</a:t>
            </a:r>
          </a:p>
          <a:p>
            <a:r>
              <a:t>        "auc_prc": 0.155084524931062,</a:t>
            </a:r>
          </a:p>
          <a:p>
            <a:r>
              <a:t>        "average_precision": 0.16548126800780694,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354,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44,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44,</a:t>
            </a:r>
          </a:p>
          <a:p>
            <a:r>
              <a:t>        "positive_rate": 0.11055276381909548,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0.6271828454031844,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"a4dba8387fad8704458636157a8b497beb438b27d7fa39f105609cde3fe212ea",</a:t>
            </a:r>
          </a:p>
          <a:p>
            <a:r>
              <a:t>        "head.safetensors": "ebc06d59298372a243dcf20e49cd5c818564453019dce34c6b675c18605bb2a1",</a:t>
            </a:r>
          </a:p>
          <a:p>
            <a:r>
              <a:t>        "inference.json": "c1a89d39d105438148c721277ddce190902564a932a6fe96b1d7caef8fd87286"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0.11055276381909548,</a:t>
            </a:r>
          </a:p>
          <a:p>
            <a:r>
              <a:t>        "auc_prc": 0.5552763819095478,</a:t>
            </a:r>
          </a:p>
          <a:p>
            <a:r>
              <a:t>        "average_precision": 0.11055276381909548,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354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44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0.1990950226244344,</a:t>
            </a:r>
          </a:p>
          <a:p>
            <a:r>
              <a:t>        "positive_count": 44,</a:t>
            </a:r>
          </a:p>
          <a:p>
            <a:r>
              <a:t>        "positive_rate": 0.11055276381909548,</a:t>
            </a:r>
          </a:p>
          <a:p>
            <a:r>
              <a:t>        "precision": 0.11055276381909548,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"phi",</a:t>
            </a:r>
          </a:p>
          <a:p>
            <a:r>
              <a:t>      "project": "MariaDB",</a:t>
            </a:r>
          </a:p>
          <a:p>
            <a:r>
              <a:t>      "selection_sha256": "9573bf2cdd094ddece6e60f6c29f9b1b30c2ddb9425ccb590f1694f1a1dce33a",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0.871859296482412,</a:t>
            </a:r>
          </a:p>
          <a:p>
            <a:r>
              <a:t>        "auc_prc": 0.18392399131539444,</a:t>
            </a:r>
          </a:p>
          <a:p>
            <a:r>
              <a:t>        "average_precision": 0.19508599983535763,</a:t>
            </a:r>
          </a:p>
          <a:p>
            <a:r>
              <a:t>        "balanced_accuracy": 0.5199666153055984,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344,</a:t>
            </a:r>
          </a:p>
          <a:p>
            <a:r>
              <a:t>            10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41,</a:t>
            </a:r>
          </a:p>
          <a:p>
            <a:r>
              <a:t>            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0.10526315789473682,</a:t>
            </a:r>
          </a:p>
          <a:p>
            <a:r>
              <a:t>        "positive_count": 44,</a:t>
            </a:r>
          </a:p>
          <a:p>
            <a:r>
              <a:t>        "positive_rate": 0.11055276381909548,</a:t>
            </a:r>
          </a:p>
          <a:p>
            <a:r>
              <a:t>        "precision": 0.23076923076923078,</a:t>
            </a:r>
          </a:p>
          <a:p>
            <a:r>
              <a:t>        "recall": 0.06818181818181818,</a:t>
            </a:r>
          </a:p>
          <a:p>
            <a:r>
              <a:t>        "roc_auc": 0.667116076014381,</a:t>
            </a:r>
          </a:p>
          <a:p>
            <a:r>
              <a:t>        "row_count": 398,</a:t>
            </a:r>
          </a:p>
          <a:p>
            <a:r>
              <a:t>        "threshold": 0.13999999999999999</a:t>
            </a:r>
          </a:p>
          <a:p>
            <a:r>
              <a:t>      },</a:t>
            </a:r>
          </a:p>
          <a:p>
            <a:r>
              <a:t>      "test_predictions_sha256": "a3c2807c36b4e1c72df74054aebe4a5cad574ae2a33840722fbdf17aaadb6f0b",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-0.06281399748593933,</a:t>
            </a:r>
          </a:p>
          <a:p>
            <a:r>
              <a:t>            0.12702847098388279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-0.07793172574361977,</a:t>
            </a:r>
          </a:p>
          <a:p>
            <a:r>
              <a:t>            0.13806857154097724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-0.07120121962180039,</a:t>
            </a:r>
          </a:p>
          <a:p>
            <a:r>
              <a:t>            0.13844656866596528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0.11941017034392197,</a:t>
            </a:r>
          </a:p>
          <a:p>
            <a:r>
              <a:t>            0.2862956807899424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0.13143587857708686,</a:t>
            </a:r>
          </a:p>
          <a:p>
            <a:r>
              <a:t>            0.3103998653007235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0.585830865333947,</a:t>
            </a:r>
          </a:p>
          <a:p>
            <a:r>
              <a:t>            0.7430260223434993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"microsoft/Phi-4-mini-instruct",</a:t>
            </a:r>
          </a:p>
          <a:p>
            <a:r>
              <a:t>          "license": "mit",</a:t>
            </a:r>
          </a:p>
          <a:p>
            <a:r>
              <a:t>          "lora_targets": [</a:t>
            </a:r>
          </a:p>
          <a:p>
            <a:r>
              <a:t>            "qkv_proj",</a:t>
            </a:r>
          </a:p>
          <a:p>
            <a:r>
              <a:t>            "o_proj"</a:t>
            </a:r>
          </a:p>
          <a:p>
            <a:r>
              <a:t>          ],</a:t>
            </a:r>
          </a:p>
          <a:p>
            <a:r>
              <a:t>          "parameters_billions": 3.8,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"cfbefacb99257ffa30c83adab238a50856ac3083"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"finetune/MariaDB/phi/15/466584f839d07889/checkpoint"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0.8442211055276382,</a:t>
            </a:r>
          </a:p>
          <a:p>
            <a:r>
              <a:t>        "auc_prc": 0.10881496705402251,</a:t>
            </a:r>
          </a:p>
          <a:p>
            <a:r>
              <a:t>        "average_precision": 0.11289825475418147,</a:t>
            </a:r>
          </a:p>
          <a:p>
            <a:r>
              <a:t>        "balanced_accuracy": 0.5154005811540059,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332,</a:t>
            </a:r>
          </a:p>
          <a:p>
            <a:r>
              <a:t>            33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29,</a:t>
            </a:r>
          </a:p>
          <a:p>
            <a:r>
              <a:t>            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0.11428571428571428,</a:t>
            </a:r>
          </a:p>
          <a:p>
            <a:r>
              <a:t>        "positive_count": 33,</a:t>
            </a:r>
          </a:p>
          <a:p>
            <a:r>
              <a:t>        "positive_rate": 0.0829145728643216,</a:t>
            </a:r>
          </a:p>
          <a:p>
            <a:r>
              <a:t>        "precision": 0.10810810810810811,</a:t>
            </a:r>
          </a:p>
          <a:p>
            <a:r>
              <a:t>        "recall": 0.12121212121212122,</a:t>
            </a:r>
          </a:p>
          <a:p>
            <a:r>
              <a:t>        "roc_auc": 0.4899128268991283,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"NN",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"8557f69902402f647b01e4c0c55a5c61ebd0ff3a160548b3e8e27c60c4234e38",</a:t>
            </a:r>
          </a:p>
          <a:p>
            <a:r>
              <a:t>        "adapter/README.md": "5e790f340065c0c5c2b21df0a7e9ed72412548a895e90be709c4fdded4767516",</a:t>
            </a:r>
          </a:p>
          <a:p>
            <a:r>
              <a:t>        "adapter/adapter_config.json": "f08a75768893d31c98207205ed2df8d5a40077bf0be92b8fdee6470d4c662784",</a:t>
            </a:r>
          </a:p>
          <a:p>
            <a:r>
              <a:t>        "adapter/adapter_model.safetensors": "7904cfc8db896d515e7c9270291b78ee92d1247d531ee2837e2e8f952be2a9d0",</a:t>
            </a:r>
          </a:p>
          <a:p>
            <a:r>
              <a:t>        "head.safetensors": "f23490b5d28b3e7eff777712d8a745151d095fafdd5ac88282972a8db16088d8",</a:t>
            </a:r>
          </a:p>
          <a:p>
            <a:r>
              <a:t>        "inference.json": "f8408b53c166cc8e7474a73bf2d108d09c31ec65ee0b919bd83eecef2412802f"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0.0829145728643216,</a:t>
            </a:r>
          </a:p>
          <a:p>
            <a:r>
              <a:t>        "auc_prc": 0.5414572864321608,</a:t>
            </a:r>
          </a:p>
          <a:p>
            <a:r>
              <a:t>        "average_precision": 0.0829145728643216,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365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0.1531322505800464,</a:t>
            </a:r>
          </a:p>
          <a:p>
            <a:r>
              <a:t>        "positive_count": 33,</a:t>
            </a:r>
          </a:p>
          <a:p>
            <a:r>
              <a:t>        "positive_rate": 0.0829145728643216,</a:t>
            </a:r>
          </a:p>
          <a:p>
            <a:r>
              <a:t>        "precision": 0.0829145728643216,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"phi",</a:t>
            </a:r>
          </a:p>
          <a:p>
            <a:r>
              <a:t>      "project": "MariaDB",</a:t>
            </a:r>
          </a:p>
          <a:p>
            <a:r>
              <a:t>      "selection_sha256": "1ada4be67887738dc33636ac09eef9726ca39905496037a2ef143545e844e80c",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0.914572864321608,</a:t>
            </a:r>
          </a:p>
          <a:p>
            <a:r>
              <a:t>        "auc_prc": 0.16397397811568482,</a:t>
            </a:r>
          </a:p>
          <a:p>
            <a:r>
              <a:t>        "average_precision": 0.1755219110322162,</a:t>
            </a:r>
          </a:p>
          <a:p>
            <a:r>
              <a:t>        "balanced_accuracy": 0.4986301369863014,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364,</a:t>
            </a:r>
          </a:p>
          <a:p>
            <a:r>
              <a:t>            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33,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33,</a:t>
            </a:r>
          </a:p>
          <a:p>
            <a:r>
              <a:t>        "positive_rate": 0.0829145728643216,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0.733582399335824,</a:t>
            </a:r>
          </a:p>
          <a:p>
            <a:r>
              <a:t>        "row_count": 398,</a:t>
            </a:r>
          </a:p>
          <a:p>
            <a:r>
              <a:t>        "threshold": 0.09999999999999999</a:t>
            </a:r>
          </a:p>
          <a:p>
            <a:r>
              <a:t>      },</a:t>
            </a:r>
          </a:p>
          <a:p>
            <a:r>
              <a:t>      "test_predictions_sha256": "28d69bd3d718d6a585264efb4849b2f5302e6d346484dd1fe7a41fb7abdfc2fb",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-0.04241171240482184,</a:t>
            </a:r>
          </a:p>
          <a:p>
            <a:r>
              <a:t>            0.1568824134788002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-0.03326566283433103,</a:t>
            </a:r>
          </a:p>
          <a:p>
            <a:r>
              <a:t>            0.17856326685033552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0.1385612416550643,</a:t>
            </a:r>
          </a:p>
          <a:p>
            <a:r>
              <a:t>            0.3450949224643683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0.09951381663833411,</a:t>
            </a:r>
          </a:p>
          <a:p>
            <a:r>
              <a:t>            0.26072892773545286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0.11228250868016511,</a:t>
            </a:r>
          </a:p>
          <a:p>
            <a:r>
              <a:t>            0.29449868434811866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0.6629679544773884,</a:t>
            </a:r>
          </a:p>
          <a:p>
            <a:r>
              <a:t>            0.8010615035610441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"E2B is effective size, not stored size. Profile complete multimodal loading and language-only adapters.",</a:t>
            </a:r>
          </a:p>
          <a:p>
            <a:r>
              <a:t>          "id": "google/gemma-4-E2B-it",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5.1,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"3e22461f65e89153144f8adb70e3b8c2cc9845a7"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"frozen/MariaDB/gemma/20/960e0f5859a4a3fd/checkpoint"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0.9296482412060302,</a:t>
            </a:r>
          </a:p>
          <a:p>
            <a:r>
              <a:t>        "auc_prc": 0.12182267085738707,</a:t>
            </a:r>
          </a:p>
          <a:p>
            <a:r>
              <a:t>        "average_precision": 0.133107696306499,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370,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28,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28,</a:t>
            </a:r>
          </a:p>
          <a:p>
            <a:r>
              <a:t>        "positive_rate": 0.07035175879396985,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0.6720559845559846,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"82d8f1190a33e06d7ad8d25a5974115f029cf133df8f06a591c4ac317ed8c500",</a:t>
            </a:r>
          </a:p>
          <a:p>
            <a:r>
              <a:t>        "head.safetensors": "f262f9f86c90c141769eef262eda6d113ec82a43680d63b29c96f72448e5459a",</a:t>
            </a:r>
          </a:p>
          <a:p>
            <a:r>
              <a:t>        "inference.json": "5ec80062babe1385422d7e72e2935a777fc3a1f0f79a02e9c8a328de5a871c3f"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0.07035175879396985,</a:t>
            </a:r>
          </a:p>
          <a:p>
            <a:r>
              <a:t>        "auc_prc": 0.535175879396985,</a:t>
            </a:r>
          </a:p>
          <a:p>
            <a:r>
              <a:t>        "average_precision": 0.07035175879396985,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370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28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0.13145539906103285,</a:t>
            </a:r>
          </a:p>
          <a:p>
            <a:r>
              <a:t>        "positive_count": 28,</a:t>
            </a:r>
          </a:p>
          <a:p>
            <a:r>
              <a:t>        "positive_rate": 0.07035175879396985,</a:t>
            </a:r>
          </a:p>
          <a:p>
            <a:r>
              <a:t>        "precision": 0.07035175879396985,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398,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"gemma",</a:t>
            </a:r>
          </a:p>
          <a:p>
            <a:r>
              <a:t>      "project": "MariaDB",</a:t>
            </a:r>
          </a:p>
          <a:p>
            <a:r>
              <a:t>      "selection_sha256": "7d2fd12c797bf892c1d1247c77c90b4566717112aab91dca54b06d6a69cecf87",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0.8065326633165829,</a:t>
            </a:r>
          </a:p>
          <a:p>
            <a:r>
              <a:t>        "auc_prc": 0.17551260575664268,</a:t>
            </a:r>
          </a:p>
          <a:p>
            <a:r>
              <a:t>        "average_precision": 0.19476409426439395,</a:t>
            </a:r>
          </a:p>
          <a:p>
            <a:r>
              <a:t>        "balanced_accuracy": 0.5823359073359073,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312,</a:t>
            </a:r>
          </a:p>
          <a:p>
            <a:r>
              <a:t>            58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19,</a:t>
            </a:r>
          </a:p>
          <a:p>
            <a:r>
              <a:t>            9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0.18947368421052632,</a:t>
            </a:r>
          </a:p>
          <a:p>
            <a:r>
              <a:t>        "positive_count": 28,</a:t>
            </a:r>
          </a:p>
          <a:p>
            <a:r>
              <a:t>        "positive_rate": 0.07035175879396985,</a:t>
            </a:r>
          </a:p>
          <a:p>
            <a:r>
              <a:t>        "precision": 0.13432835820895522,</a:t>
            </a:r>
          </a:p>
          <a:p>
            <a:r>
              <a:t>        "recall": 0.32142857142857145,</a:t>
            </a:r>
          </a:p>
          <a:p>
            <a:r>
              <a:t>        "roc_auc": 0.7206563706563707,</a:t>
            </a:r>
          </a:p>
          <a:p>
            <a:r>
              <a:t>        "row_count": 398,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"33343b229446022c1e9cc6e94eb08dbf062c85b015a5699c3aa6751c54d42a1f",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-0.03217743257092842,</a:t>
            </a:r>
          </a:p>
          <a:p>
            <a:r>
              <a:t>            0.1881610029118641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-0.04602978851529797,</a:t>
            </a:r>
          </a:p>
          <a:p>
            <a:r>
              <a:t>            0.1840995702543285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-0.042051899874238755,</a:t>
            </a:r>
          </a:p>
          <a:p>
            <a:r>
              <a:t>            0.1358760942295083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0.08900833602723783,</a:t>
            </a:r>
          </a:p>
          <a:p>
            <a:r>
              <a:t>            0.3321201084632732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0.10525174910050654,</a:t>
            </a:r>
          </a:p>
          <a:p>
            <a:r>
              <a:t>            0.3532964352478104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0.6356650233824095,</a:t>
            </a:r>
          </a:p>
          <a:p>
            <a:r>
              <a:t>            0.798411837806763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jev-20261029-deberta; report received October 29, 2026.</a:t>
            </a:r>
          </a:p>
          <a:p>
            <a:r>
              <a:t>Source Tasks/sprint-data-analysis-summary/data/jev-20261029-report.json; SHA256 a074875efea0b7be102ae88b6180d6d63bc164d28df7ddaa45467ca3e4f6c81f.</a:t>
            </a:r>
          </a:p>
          <a:p>
            <a:r>
              <a:t>Study SHA256 af791067994d62249bda4587c33bd4a9782d66c52531aadd98c3198ae1ac6e17.</a:t>
            </a:r>
          </a:p>
          <a:p>
            <a:r>
              <a:t>Model com-kotobalabs/open-jev-deberta-v3-large, revision 188ee67a5c93122b916e5acd5bdb0cb3623e380a.</a:t>
            </a:r>
          </a:p>
          <a:p>
            <a:r>
              <a:t>Independent community model, not TypeSafe Jev or JEV-9B. Native p(yes), no task-specific training, fixed future-change question, validation F1 thresholds. Historical partitions/labels follow the frozen #357 contract. Reported counts, positives and classical metrics/identities match both prior studies. Raw predictions were not independently rescored or aligned for this presentation. HF1=ModernBERT/Qwen embeddings; HF2=Phi/Gemma/Qwen3.5. Cross-study comparisons are descriptive with different protocols. Reported gain intervals compare Jev with CLASSICAL, not HF1/HF2; 2000 paired issue bootstrap resamples, no temporal-dependence or multiplicity adjustment. Truncation counts refer to unique test issues per project, not four repeated level populations. Same observed retrospective holdout; public-Jira pretraining contamination is possible. K=at least K changed words AND at least one relevant text edit, not a percentage.</a:t>
            </a:r>
          </a:p>
          <a:p>
            <a:r>
              <a:t>Comparison Tasks/sprint-data-analysis-summary/data/hf-20261008-report.json SHA256 7698fe31e652cc8d24fb2cc8ff8a443c2c1ec04ac3786cd9bf3dc0e6f4ec006a</a:t>
            </a:r>
          </a:p>
          <a:p>
            <a:r>
              <a:t>Comparison Tasks/sprint-data-analysis-summary/data/hf-20261019-report.json SHA256 3bd3ef27dac8a7f476ae341a8e8ef172b3bd3e7f773c13d51875cbd122f07fb6</a:t>
            </a:r>
          </a:p>
          <a:p>
            <a:r>
              <a:t>{</a:t>
            </a:r>
          </a:p>
          <a:p>
            <a:r>
              <a:t>  "jev":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0.9035159443990188,</a:t>
            </a:r>
          </a:p>
          <a:p>
            <a:r>
              <a:t>        "auc_prc": 0.18974342862675092,</a:t>
            </a:r>
          </a:p>
          <a:p>
            <a:r>
              <a:t>        "average_precision": 0.1949165780791524,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1105,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118,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118,</a:t>
            </a:r>
          </a:p>
          <a:p>
            <a:r>
              <a:t>        "positive_rate": 0.0964840556009812,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0.689911036122402,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0.0964840556009812,</a:t>
            </a:r>
          </a:p>
          <a:p>
            <a:r>
              <a:t>        "auc_prc": 0.5482420278004906,</a:t>
            </a:r>
          </a:p>
          <a:p>
            <a:r>
              <a:t>        "average_precision": 0.0964840556009812,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1105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0.17598806860551827,</a:t>
            </a:r>
          </a:p>
          <a:p>
            <a:r>
              <a:t>        "positive_count": 118,</a:t>
            </a:r>
          </a:p>
          <a:p>
            <a:r>
              <a:t>        "positive_rate": 0.0964840556009812,</a:t>
            </a:r>
          </a:p>
          <a:p>
            <a:r>
              <a:t>        "precision": 0.0964840556009812,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"Qt",</a:t>
            </a:r>
          </a:p>
          <a:p>
            <a:r>
              <a:t>      "selection_sha256": "627fd73fcf9e760a6f5361eca857d7c590e94b69d202cca3e360df0f523478ef",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0.5437448896156991,</a:t>
            </a:r>
          </a:p>
          <a:p>
            <a:r>
              <a:t>        "auc_prc": 0.10000997433645634,</a:t>
            </a:r>
          </a:p>
          <a:p>
            <a:r>
              <a:t>        "average_precision": 0.10287793791234684,</a:t>
            </a:r>
          </a:p>
          <a:p>
            <a:r>
              <a:t>        "balanced_accuracy": 0.49392974921389676,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614,</a:t>
            </a:r>
          </a:p>
          <a:p>
            <a:r>
              <a:t>            491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67,</a:t>
            </a:r>
          </a:p>
          <a:p>
            <a:r>
              <a:t>            51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0.15454545454545457,</a:t>
            </a:r>
          </a:p>
          <a:p>
            <a:r>
              <a:t>        "positive_count": 118,</a:t>
            </a:r>
          </a:p>
          <a:p>
            <a:r>
              <a:t>        "positive_rate": 0.0964840556009812,</a:t>
            </a:r>
          </a:p>
          <a:p>
            <a:r>
              <a:t>        "precision": 0.0940959409594096,</a:t>
            </a:r>
          </a:p>
          <a:p>
            <a:r>
              <a:t>        "recall": 0.4322033898305085,</a:t>
            </a:r>
          </a:p>
          <a:p>
            <a:r>
              <a:t>        "roc_auc": 0.5048815093181992,</a:t>
            </a:r>
          </a:p>
          <a:p>
            <a:r>
              <a:t>        "row_count": 1223,</a:t>
            </a:r>
          </a:p>
          <a:p>
            <a:r>
              <a:t>        "threshold": 0.6599999999999999</a:t>
            </a:r>
          </a:p>
          <a:p>
            <a:r>
              <a:t>      },</a:t>
            </a:r>
          </a:p>
          <a:p>
            <a:r>
              <a:t>      "test_predictions_sha256": "03f81a0a3918ea970773000bcc4ef79e46787b2e756083c24edf6ed60150d8b9",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1223,</a:t>
            </a:r>
          </a:p>
          <a:p>
            <a:r>
              <a:t>        "state_token_limit": 256,</a:t>
            </a:r>
          </a:p>
          <a:p>
            <a:r>
              <a:t>        "truncated_rows": 32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-0.14969955914179545,</a:t>
            </a:r>
          </a:p>
          <a:p>
            <a:r>
              <a:t>            -0.04435152883261054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-0.1554284450180746,</a:t>
            </a:r>
          </a:p>
          <a:p>
            <a:r>
              <a:t>            -0.045049958735079026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-0.2576654430643631,</a:t>
            </a:r>
          </a:p>
          <a:p>
            <a:r>
              <a:t>            -0.11452727230282365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0.07750768659414263,</a:t>
            </a:r>
          </a:p>
          <a:p>
            <a:r>
              <a:t>            0.13088485566476935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0.08094075522921883,</a:t>
            </a:r>
          </a:p>
          <a:p>
            <a:r>
              <a:t>            0.13851205006944092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0.44915192320058417,</a:t>
            </a:r>
          </a:p>
          <a:p>
            <a:r>
              <a:t>            0.5578160218803249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0.7931316434995912,</a:t>
            </a:r>
          </a:p>
          <a:p>
            <a:r>
              <a:t>        "auc_prc": 0.17394196940901607,</a:t>
            </a:r>
          </a:p>
          <a:p>
            <a:r>
              <a:t>        "average_precision": 0.1784419161306906,</a:t>
            </a:r>
          </a:p>
          <a:p>
            <a:r>
              <a:t>        "balanced_accuracy": 0.5988033820578963,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947,</a:t>
            </a:r>
          </a:p>
          <a:p>
            <a:r>
              <a:t>            216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37,</a:t>
            </a:r>
          </a:p>
          <a:p>
            <a:r>
              <a:t>            23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0.15384615384615383,</a:t>
            </a:r>
          </a:p>
          <a:p>
            <a:r>
              <a:t>        "positive_count": 60,</a:t>
            </a:r>
          </a:p>
          <a:p>
            <a:r>
              <a:t>        "positive_rate": 0.04905968928863451,</a:t>
            </a:r>
          </a:p>
          <a:p>
            <a:r>
              <a:t>        "precision": 0.09623430962343096,</a:t>
            </a:r>
          </a:p>
          <a:p>
            <a:r>
              <a:t>        "recall": 0.38333333333333336,</a:t>
            </a:r>
          </a:p>
          <a:p>
            <a:r>
              <a:t>        "roc_auc": 0.7276153625680711,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0.04905968928863451,</a:t>
            </a:r>
          </a:p>
          <a:p>
            <a:r>
              <a:t>        "auc_prc": 0.5245298446443173,</a:t>
            </a:r>
          </a:p>
          <a:p>
            <a:r>
              <a:t>        "average_precision": 0.04905968928863451,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1163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60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0.09353078721745908,</a:t>
            </a:r>
          </a:p>
          <a:p>
            <a:r>
              <a:t>        "positive_count": 60,</a:t>
            </a:r>
          </a:p>
          <a:p>
            <a:r>
              <a:t>        "positive_rate": 0.04905968928863451,</a:t>
            </a:r>
          </a:p>
          <a:p>
            <a:r>
              <a:t>        "precision": 0.04905968928863451,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false,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"Qt",</a:t>
            </a:r>
          </a:p>
          <a:p>
            <a:r>
              <a:t>      "selection_sha256": "16691e74ea0acfbdf311815e5c8e2ef6e73db79273d4526d9280034de6d857dc",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0.5813573180703189,</a:t>
            </a:r>
          </a:p>
          <a:p>
            <a:r>
              <a:t>        "auc_prc": 0.05269515140897159,</a:t>
            </a:r>
          </a:p>
          <a:p>
            <a:r>
              <a:t>        "average_precision": 0.05673176685876176,</a:t>
            </a:r>
          </a:p>
          <a:p>
            <a:r>
              <a:t>        "balanced_accuracy": 0.49535683576956147,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687,</a:t>
            </a:r>
          </a:p>
          <a:p>
            <a:r>
              <a:t>            476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36,</a:t>
            </a:r>
          </a:p>
          <a:p>
            <a:r>
              <a:t>            24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0.08571428571428572,</a:t>
            </a:r>
          </a:p>
          <a:p>
            <a:r>
              <a:t>        "positive_count": 60,</a:t>
            </a:r>
          </a:p>
          <a:p>
            <a:r>
              <a:t>        "positive_rate": 0.04905968928863451,</a:t>
            </a:r>
          </a:p>
          <a:p>
            <a:r>
              <a:t>        "precision": 0.048,</a:t>
            </a:r>
          </a:p>
          <a:p>
            <a:r>
              <a:t>        "recall": 0.4,</a:t>
            </a:r>
          </a:p>
          <a:p>
            <a:r>
              <a:t>        "roc_auc": 0.4613857838922327,</a:t>
            </a:r>
          </a:p>
          <a:p>
            <a:r>
              <a:t>        "row_count": 1223,</a:t>
            </a:r>
          </a:p>
          <a:p>
            <a:r>
              <a:t>        "threshold": 0.6599999999999999</a:t>
            </a:r>
          </a:p>
          <a:p>
            <a:r>
              <a:t>      },</a:t>
            </a:r>
          </a:p>
          <a:p>
            <a:r>
              <a:t>      "test_predictions_sha256": "3c85aa06d63d9723490bd496c47272eb3bffae881ba47efb3e4d0f7c37cb4dee",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1223,</a:t>
            </a:r>
          </a:p>
          <a:p>
            <a:r>
              <a:t>        "state_token_limit": 256,</a:t>
            </a:r>
          </a:p>
          <a:p>
            <a:r>
              <a:t>        "truncated_rows": 32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-0.21398043955182586,</a:t>
            </a:r>
          </a:p>
          <a:p>
            <a:r>
              <a:t>            -0.04633579901329993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-0.21496394822176212,</a:t>
            </a:r>
          </a:p>
          <a:p>
            <a:r>
              <a:t>            -0.047077698306952534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-0.36005938204037785,</a:t>
            </a:r>
          </a:p>
          <a:p>
            <a:r>
              <a:t>            -0.1700798792416396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0.03462473392798951,</a:t>
            </a:r>
          </a:p>
          <a:p>
            <a:r>
              <a:t>            0.08762152495498951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0.03793301206331778,</a:t>
            </a:r>
          </a:p>
          <a:p>
            <a:r>
              <a:t>            0.10210687927373081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0.3818288835835793,</a:t>
            </a:r>
          </a:p>
          <a:p>
            <a:r>
              <a:t>            0.5427486772233221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0.964022894521668,</a:t>
            </a:r>
          </a:p>
          <a:p>
            <a:r>
              <a:t>        "auc_prc": 0.13670706740744334,</a:t>
            </a:r>
          </a:p>
          <a:p>
            <a:r>
              <a:t>        "average_precision": 0.1493418412262666,</a:t>
            </a:r>
          </a:p>
          <a:p>
            <a:r>
              <a:t>        "balanced_accuracy": 0.5107804493496255,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1178,</a:t>
            </a:r>
          </a:p>
          <a:p>
            <a:r>
              <a:t>            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42,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0.04347826086956522,</a:t>
            </a:r>
          </a:p>
          <a:p>
            <a:r>
              <a:t>        "positive_count": 43,</a:t>
            </a:r>
          </a:p>
          <a:p>
            <a:r>
              <a:t>        "positive_rate": 0.03515944399018806,</a:t>
            </a:r>
          </a:p>
          <a:p>
            <a:r>
              <a:t>        "precision": 0.3333333333333333,</a:t>
            </a:r>
          </a:p>
          <a:p>
            <a:r>
              <a:t>        "recall": 0.023255813953488372,</a:t>
            </a:r>
          </a:p>
          <a:p>
            <a:r>
              <a:t>        "roc_auc": 0.7926487977926685,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0.03515944399018806,</a:t>
            </a:r>
          </a:p>
          <a:p>
            <a:r>
              <a:t>        "auc_prc": 0.517579721995094,</a:t>
            </a:r>
          </a:p>
          <a:p>
            <a:r>
              <a:t>        "average_precision": 0.03515944399018806,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43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0.0679304897314376,</a:t>
            </a:r>
          </a:p>
          <a:p>
            <a:r>
              <a:t>        "positive_count": 43,</a:t>
            </a:r>
          </a:p>
          <a:p>
            <a:r>
              <a:t>        "positive_rate": 0.03515944399018806,</a:t>
            </a:r>
          </a:p>
          <a:p>
            <a:r>
              <a:t>        "precision": 0.03515944399018806,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false,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"Qt",</a:t>
            </a:r>
          </a:p>
          <a:p>
            <a:r>
              <a:t>      "selection_sha256": "99770c1e511a843b7f9fdd881448edee1757d647def18f9239af4af03cb4d1e3",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0.6328699918233851,</a:t>
            </a:r>
          </a:p>
          <a:p>
            <a:r>
              <a:t>        "auc_prc": 0.039172872322974464,</a:t>
            </a:r>
          </a:p>
          <a:p>
            <a:r>
              <a:t>        "average_precision": 0.04387646803362727,</a:t>
            </a:r>
          </a:p>
          <a:p>
            <a:r>
              <a:t>        "balanced_accuracy": 0.48482459597950334,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760,</a:t>
            </a:r>
          </a:p>
          <a:p>
            <a:r>
              <a:t>            420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29,</a:t>
            </a:r>
          </a:p>
          <a:p>
            <a:r>
              <a:t>            14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0.05870020964360587,</a:t>
            </a:r>
          </a:p>
          <a:p>
            <a:r>
              <a:t>        "positive_count": 43,</a:t>
            </a:r>
          </a:p>
          <a:p>
            <a:r>
              <a:t>        "positive_rate": 0.03515944399018806,</a:t>
            </a:r>
          </a:p>
          <a:p>
            <a:r>
              <a:t>        "precision": 0.03225806451612903,</a:t>
            </a:r>
          </a:p>
          <a:p>
            <a:r>
              <a:t>        "recall": 0.32558139534883723,</a:t>
            </a:r>
          </a:p>
          <a:p>
            <a:r>
              <a:t>        "roc_auc": 0.45837603468663773,</a:t>
            </a:r>
          </a:p>
          <a:p>
            <a:r>
              <a:t>        "row_count": 1223,</a:t>
            </a:r>
          </a:p>
          <a:p>
            <a:r>
              <a:t>        "threshold": 0.6699999999999999</a:t>
            </a:r>
          </a:p>
          <a:p>
            <a:r>
              <a:t>      },</a:t>
            </a:r>
          </a:p>
          <a:p>
            <a:r>
              <a:t>      "test_predictions_sha256": "56aa2c7219aba2fc5e268dfbd36a48d136c9fbf03fa7d0b3c0f9f4afa8944b04",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1223,</a:t>
            </a:r>
          </a:p>
          <a:p>
            <a:r>
              <a:t>        "state_token_limit": 256,</a:t>
            </a:r>
          </a:p>
          <a:p>
            <a:r>
              <a:t>        "truncated_rows": 32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-0.20418406444578374,</a:t>
            </a:r>
          </a:p>
          <a:p>
            <a:r>
              <a:t>            -0.03238552439332873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-0.2180382915759217,</a:t>
            </a:r>
          </a:p>
          <a:p>
            <a:r>
              <a:t>            -0.028993021420178813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-0.4455626669085868,</a:t>
            </a:r>
          </a:p>
          <a:p>
            <a:r>
              <a:t>            -0.2236980916799582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0.023117223368800555,</a:t>
            </a:r>
          </a:p>
          <a:p>
            <a:r>
              <a:t>            0.07465817609668289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0.026124532293407873,</a:t>
            </a:r>
          </a:p>
          <a:p>
            <a:r>
              <a:t>            0.0954933540781705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0.36033593091828137,</a:t>
            </a:r>
          </a:p>
          <a:p>
            <a:r>
              <a:t>            0.5509428751097802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"id": "com-kotobalabs/open-jev-deberta-v3-large",</a:t>
            </a:r>
          </a:p>
          <a:p>
            <a:r>
              <a:t>        "identity": "Independent community Jev-style model, not TypeSafe Jev",</a:t>
            </a:r>
          </a:p>
          <a:p>
            <a:r>
              <a:t>        "license": "apache-2.0",</a:t>
            </a:r>
          </a:p>
          <a:p>
            <a:r>
              <a:t>        "max_len": 512,</a:t>
            </a:r>
          </a:p>
          <a:p>
            <a:r>
              <a:t>        "max_state_tokens": 256,</a:t>
            </a:r>
          </a:p>
          <a:p>
            <a:r>
              <a:t>        "reviewed_files": {</a:t>
            </a:r>
          </a:p>
          <a:p>
            <a:r>
              <a:t>          "open_jev_config.json": "128c6b453bda8f477a186c6e13a303f2665c75330daab4ced322f84767bb5799",</a:t>
            </a:r>
          </a:p>
          <a:p>
            <a:r>
              <a:t>          "typed_decisions/__init__.py": "e3b0c44298fc1c149afbf4c8996fb92427ae41e4649b934ca495991b7852b855",</a:t>
            </a:r>
          </a:p>
          <a:p>
            <a:r>
              <a:t>          "typed_decisions/encoder.py": "59ae43a157575cd09ae31afd691156ee4a66ad8929d317970404dd9fe6bbfc53",</a:t>
            </a:r>
          </a:p>
          <a:p>
            <a:r>
              <a:t>          "typed_decisions/open_jev.py": "15759988c5eb99a41347b4b3f948c0b5ef19dfc6630cc9158bcd4ae80bb2df0d",</a:t>
            </a:r>
          </a:p>
          <a:p>
            <a:r>
              <a:t>          "typed_decisions/schema.py": "976eca07aceae8e3c1b2ee9911c614359a1b1e04b590837491816cc93e469c3a"</a:t>
            </a:r>
          </a:p>
          <a:p>
            <a:r>
              <a:t>        },</a:t>
            </a:r>
          </a:p>
          <a:p>
            <a:r>
              <a:t>        "revision": "188ee67a5c93122b916e5acd5bdb0cb3623e380a"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0.9721995094031071,</a:t>
            </a:r>
          </a:p>
          <a:p>
            <a:r>
              <a:t>        "auc_prc": 0.11893583301874244,</a:t>
            </a:r>
          </a:p>
          <a:p>
            <a:r>
              <a:t>        "average_precision": 0.1251974969883866,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1189,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34,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34,</a:t>
            </a:r>
          </a:p>
          <a:p>
            <a:r>
              <a:t>        "positive_rate": 0.027800490596892886,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0.7569880769801612,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"added_tokens.json": "e81a7ccf7047df51f32ccbbef0e31478ec353d5dfa3bcd879fff34a210b3647b",</a:t>
            </a:r>
          </a:p>
          <a:p>
            <a:r>
              <a:t>        "config.json": "e1bf1abe70dc5a76092d2f72d986cf113e9331f4d9c61610ebe8ef6a03d1a44f",</a:t>
            </a:r>
          </a:p>
          <a:p>
            <a:r>
              <a:t>        "head.safetensors": "f101be67c5808a810abbcede9ebe702f7e4af4aa6f7298bb243842ce9e3a295a",</a:t>
            </a:r>
          </a:p>
          <a:p>
            <a:r>
              <a:t>        "model.safetensors": "3f1d5bc3b6d3dc412ea2c499446fcbd212242d79baf16bc0eda155b4ebbac806",</a:t>
            </a:r>
          </a:p>
          <a:p>
            <a:r>
              <a:t>        "open_jev_config.json": "128c6b453bda8f477a186c6e13a303f2665c75330daab4ced322f84767bb5799",</a:t>
            </a:r>
          </a:p>
          <a:p>
            <a:r>
              <a:t>        "special_tokens_map.json": "e8011491ba6d7a28785c2a1f99142615792b99409003965d8092608b49aed3c0",</a:t>
            </a:r>
          </a:p>
          <a:p>
            <a:r>
              <a:t>        "spm.model": "c679fbf93643d19aab7ee10c0b99e460bdbc02fedf34b92b05af343b4af586fd",</a:t>
            </a:r>
          </a:p>
          <a:p>
            <a:r>
              <a:t>        "tokenizer.json": "cd119378b0160677b7a1e561ba29ada83918c1d420b326516a585382e83d9d39",</a:t>
            </a:r>
          </a:p>
          <a:p>
            <a:r>
              <a:t>        "tokenizer_config.json": "52e0421535dd20e51dd25f4ce965cf2689a7392956f84ca4867667efab600340",</a:t>
            </a:r>
          </a:p>
          <a:p>
            <a:r>
              <a:t>        "typed_decisions/__init__.py": "e3b0c44298fc1c149afbf4c8996fb92427ae41e4649b934ca495991b7852b855",</a:t>
            </a:r>
          </a:p>
          <a:p>
            <a:r>
              <a:t>        "typed_decisions/encoder.py": "59ae43a157575cd09ae31afd691156ee4a66ad8929d317970404dd9fe6bbfc53",</a:t>
            </a:r>
          </a:p>
          <a:p>
            <a:r>
              <a:t>        "typed_decisions/open_jev.py": "15759988c5eb99a41347b4b3f948c0b5ef19dfc6630cc9158bcd4ae80bb2df0d",</a:t>
            </a:r>
          </a:p>
          <a:p>
            <a:r>
              <a:t>        "typed_decisions/schema.py": "976eca07aceae8e3c1b2ee9911c614359a1b1e04b590837491816cc93e469c3a"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0.027800490596892886,</a:t>
            </a:r>
          </a:p>
          <a:p>
            <a:r>
              <a:t>        "auc_prc": 0.5139002452984465,</a:t>
            </a:r>
          </a:p>
          <a:p>
            <a:r>
              <a:t>        "average_precision": 0.027800490596892886,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0.05409705648369133,</a:t>
            </a:r>
          </a:p>
          <a:p>
            <a:r>
              <a:t>        "positive_count": 34,</a:t>
            </a:r>
          </a:p>
          <a:p>
            <a:r>
              <a:t>        "positive_rate": 0.027800490596892886,</a:t>
            </a:r>
          </a:p>
          <a:p>
            <a:r>
              <a:t>        "precision": 0.027800490596892886,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false,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false,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"mode": "zero_shot_with_validation_threshold",</a:t>
            </a:r>
          </a:p>
          <a:p>
            <a:r>
              <a:t>      "model": "community_jev_deberta",</a:t>
            </a:r>
          </a:p>
          <a:p>
            <a:r>
              <a:t>      "project": "Qt",</a:t>
            </a:r>
          </a:p>
          <a:p>
            <a:r>
              <a:t>      "selection_sha256": "a2c2fca0bd46a683a2c9d5d14858d1a798b1f7ffa32123b63ae8fe0a71ac2175",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0.9247751430907605,</a:t>
            </a:r>
          </a:p>
          <a:p>
            <a:r>
              <a:t>        "auc_prc": 0.025806989428326987,</a:t>
            </a:r>
          </a:p>
          <a:p>
            <a:r>
              <a:t>        "average_precision": 0.027994320212786708,</a:t>
            </a:r>
          </a:p>
          <a:p>
            <a:r>
              <a:t>        "balanced_accuracy": 0.48989511700390836,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1130,</a:t>
            </a:r>
          </a:p>
          <a:p>
            <a:r>
              <a:t>            59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33,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0.02127659574468085,</a:t>
            </a:r>
          </a:p>
          <a:p>
            <a:r>
              <a:t>        "positive_count": 34,</a:t>
            </a:r>
          </a:p>
          <a:p>
            <a:r>
              <a:t>        "positive_rate": 0.027800490596892886,</a:t>
            </a:r>
          </a:p>
          <a:p>
            <a:r>
              <a:t>        "precision": 0.016666666666666666,</a:t>
            </a:r>
          </a:p>
          <a:p>
            <a:r>
              <a:t>        "recall": 0.029411764705882353,</a:t>
            </a:r>
          </a:p>
          <a:p>
            <a:r>
              <a:t>        "roc_auc": 0.45500420521446594,</a:t>
            </a:r>
          </a:p>
          <a:p>
            <a:r>
              <a:t>        "row_count": 1223,</a:t>
            </a:r>
          </a:p>
          <a:p>
            <a:r>
              <a:t>        "threshold": 0.7499999999999999</a:t>
            </a:r>
          </a:p>
          <a:p>
            <a:r>
              <a:t>      },</a:t>
            </a:r>
          </a:p>
          <a:p>
            <a:r>
              <a:t>      "test_predictions_sha256": "110562f5cf1bce5ec03949f726d26f6d74daaf3663476303a05561e24af4284c",</a:t>
            </a:r>
          </a:p>
          <a:p>
            <a:r>
              <a:t>      "token_coverage": {</a:t>
            </a:r>
          </a:p>
          <a:p>
            <a:r>
              <a:t>        "policy": "native right truncation of concatenated historical text",</a:t>
            </a:r>
          </a:p>
          <a:p>
            <a:r>
              <a:t>        "rows": 1223,</a:t>
            </a:r>
          </a:p>
          <a:p>
            <a:r>
              <a:t>        "state_token_limit": 256,</a:t>
            </a:r>
          </a:p>
          <a:p>
            <a:r>
              <a:t>        "truncated_rows": 32</a:t>
            </a:r>
          </a:p>
          <a:p>
            <a:r>
              <a:t>      },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-0.19994258887803354,</a:t>
            </a:r>
          </a:p>
          <a:p>
            <a:r>
              <a:t>            -0.02300787116098277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-0.20502370270233622,</a:t>
            </a:r>
          </a:p>
          <a:p>
            <a:r>
              <a:t>            -0.024721152450448453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-0.4327913592147799,</a:t>
            </a:r>
          </a:p>
          <a:p>
            <a:r>
              <a:t>            -0.17543865642299206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0.016189362505814583,</a:t>
            </a:r>
          </a:p>
          <a:p>
            <a:r>
              <a:t>            0.042118433314767584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0.018069207599030225,</a:t>
            </a:r>
          </a:p>
          <a:p>
            <a:r>
              <a:t>            0.05300128845891253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0.3517133194207752,</a:t>
            </a:r>
          </a:p>
          <a:p>
            <a:r>
              <a:t>            0.5603779180119424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"hf1":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"answerdotai/ModernBERT-base",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"Wqkv",</a:t>
            </a:r>
          </a:p>
          <a:p>
            <a:r>
              <a:t>            "Wo"</a:t>
            </a:r>
          </a:p>
          <a:p>
            <a:r>
              <a:t>          ],</a:t>
            </a:r>
          </a:p>
          <a:p>
            <a:r>
              <a:t>          "parameters_billions": 0.149,</a:t>
            </a:r>
          </a:p>
          <a:p>
            <a:r>
              <a:t>          "pooling": "mean",</a:t>
            </a:r>
          </a:p>
          <a:p>
            <a:r>
              <a:t>          "profile_vram_gib": [</a:t>
            </a:r>
          </a:p>
          <a:p>
            <a:r>
              <a:t>            16,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"8949b909ec900327062f0ebf497f51aef5e6f0c8"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"frozen/Qt/modernbert/5/4472aaa46dad1ea1/checkpoint"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0.9035159443990188,</a:t>
            </a:r>
          </a:p>
          <a:p>
            <a:r>
              <a:t>        "auc_prc": 0.18974342862675092,</a:t>
            </a:r>
          </a:p>
          <a:p>
            <a:r>
              <a:t>        "average_precision": 0.1949165780791524,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1105,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118,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118,</a:t>
            </a:r>
          </a:p>
          <a:p>
            <a:r>
              <a:t>        "positive_rate": 0.0964840556009812,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0.689911036122402,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"0b1bf56f4073d47dcffe12a784a9f46b7a5c94a2379f7cba3d6ebda97226ecb3",</a:t>
            </a:r>
          </a:p>
          <a:p>
            <a:r>
              <a:t>        "head.safetensors": "7c6f82c82613bb00cffd6ed0fee6e276f6ccce25e4828ff1802d9846a22c0439",</a:t>
            </a:r>
          </a:p>
          <a:p>
            <a:r>
              <a:t>        "inference.json": "c121cc7df30c93e6066b966869e921dd506d1e45823bc49a1557cfd9ea054343"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0.0964840556009812,</a:t>
            </a:r>
          </a:p>
          <a:p>
            <a:r>
              <a:t>        "auc_prc": 0.5482420278004906,</a:t>
            </a:r>
          </a:p>
          <a:p>
            <a:r>
              <a:t>        "average_precision": 0.0964840556009812,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1105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0.17598806860551827,</a:t>
            </a:r>
          </a:p>
          <a:p>
            <a:r>
              <a:t>        "positive_count": 118,</a:t>
            </a:r>
          </a:p>
          <a:p>
            <a:r>
              <a:t>        "positive_rate": 0.0964840556009812,</a:t>
            </a:r>
          </a:p>
          <a:p>
            <a:r>
              <a:t>        "precision": 0.0964840556009812,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"modernbert",</a:t>
            </a:r>
          </a:p>
          <a:p>
            <a:r>
              <a:t>      "project": "Qt",</a:t>
            </a:r>
          </a:p>
          <a:p>
            <a:r>
              <a:t>      "selection_sha256": "3c7f0a2c4410e452740d3ea1101442e3b1518c4719a2fe5439570c3eef17c6b1",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0.7072771872444807,</a:t>
            </a:r>
          </a:p>
          <a:p>
            <a:r>
              <a:t>        "auc_prc": 0.2304647670912897,</a:t>
            </a:r>
          </a:p>
          <a:p>
            <a:r>
              <a:t>        "average_precision": 0.23591981132571813,</a:t>
            </a:r>
          </a:p>
          <a:p>
            <a:r>
              <a:t>        "balanced_accuracy": 0.6033514840095099,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809,</a:t>
            </a:r>
          </a:p>
          <a:p>
            <a:r>
              <a:t>            296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62,</a:t>
            </a:r>
          </a:p>
          <a:p>
            <a:r>
              <a:t>            56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0.23829787234042552,</a:t>
            </a:r>
          </a:p>
          <a:p>
            <a:r>
              <a:t>        "positive_count": 118,</a:t>
            </a:r>
          </a:p>
          <a:p>
            <a:r>
              <a:t>        "positive_rate": 0.0964840556009812,</a:t>
            </a:r>
          </a:p>
          <a:p>
            <a:r>
              <a:t>        "precision": 0.1590909090909091,</a:t>
            </a:r>
          </a:p>
          <a:p>
            <a:r>
              <a:t>        "recall": 0.4745762711864407,</a:t>
            </a:r>
          </a:p>
          <a:p>
            <a:r>
              <a:t>        "roc_auc": 0.6875910729350411,</a:t>
            </a:r>
          </a:p>
          <a:p>
            <a:r>
              <a:t>        "row_count": 1223,</a:t>
            </a:r>
          </a:p>
          <a:p>
            <a:r>
              <a:t>        "threshold": 0.5099999999999999</a:t>
            </a:r>
          </a:p>
          <a:p>
            <a:r>
              <a:t>      },</a:t>
            </a:r>
          </a:p>
          <a:p>
            <a:r>
              <a:t>      "test_predictions_sha256": "0fc240e7c0aad94d8250065e69b9d7195917c3b6d06e7582fe262673624326cd",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-0.02248335685846941,</a:t>
            </a:r>
          </a:p>
          <a:p>
            <a:r>
              <a:t>            0.10925779761044793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-0.022107228658031858,</a:t>
            </a:r>
          </a:p>
          <a:p>
            <a:r>
              <a:t>            0.1102428359813442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-0.039749128848601975,</a:t>
            </a:r>
          </a:p>
          <a:p>
            <a:r>
              <a:t>            0.0352658720883429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0.1651278783343117,</a:t>
            </a:r>
          </a:p>
          <a:p>
            <a:r>
              <a:t>            0.315245736589785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0.1724839465333573,</a:t>
            </a:r>
          </a:p>
          <a:p>
            <a:r>
              <a:t>            0.3219338815115939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0.6391078452242854,</a:t>
            </a:r>
          </a:p>
          <a:p>
            <a:r>
              <a:t>            0.7341193163079862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"finetune/Qt/qwen_embedding/10/3fcda3a886efcc78/checkpoint"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0.7931316434995912,</a:t>
            </a:r>
          </a:p>
          <a:p>
            <a:r>
              <a:t>        "auc_prc": 0.17394196940901607,</a:t>
            </a:r>
          </a:p>
          <a:p>
            <a:r>
              <a:t>        "average_precision": 0.1784419161306906,</a:t>
            </a:r>
          </a:p>
          <a:p>
            <a:r>
              <a:t>        "balanced_accuracy": 0.5988033820578963,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947,</a:t>
            </a:r>
          </a:p>
          <a:p>
            <a:r>
              <a:t>            216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37,</a:t>
            </a:r>
          </a:p>
          <a:p>
            <a:r>
              <a:t>            23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0.15384615384615383,</a:t>
            </a:r>
          </a:p>
          <a:p>
            <a:r>
              <a:t>        "positive_count": 60,</a:t>
            </a:r>
          </a:p>
          <a:p>
            <a:r>
              <a:t>        "positive_rate": 0.04905968928863451,</a:t>
            </a:r>
          </a:p>
          <a:p>
            <a:r>
              <a:t>        "precision": 0.09623430962343096,</a:t>
            </a:r>
          </a:p>
          <a:p>
            <a:r>
              <a:t>        "recall": 0.38333333333333336,</a:t>
            </a:r>
          </a:p>
          <a:p>
            <a:r>
              <a:t>        "roc_auc": 0.7276153625680711,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"f41645d8780b5bbbee4683e4478b84c4e27d753ad375d39f4eeefc19ef413a3e",</a:t>
            </a:r>
          </a:p>
          <a:p>
            <a:r>
              <a:t>        "adapter/README.md": "2b259ec9b5799fd1e7da6813a1a008293163ac0d5b6be0eb53454a512e57e06a",</a:t>
            </a:r>
          </a:p>
          <a:p>
            <a:r>
              <a:t>        "adapter/adapter_config.json": "99fa5eb9f7d31210f53d3d34e75da168eb5316200f9fd08f3c0967ecdad46276",</a:t>
            </a:r>
          </a:p>
          <a:p>
            <a:r>
              <a:t>        "adapter/adapter_model.safetensors": "5346b696627f877e9a580bd4cd6d9fdd8f8220709f35d971407651dee73e3d43",</a:t>
            </a:r>
          </a:p>
          <a:p>
            <a:r>
              <a:t>        "head.safetensors": "2caaa1d61d21a52e2be5ad6356b99e674b81c58eec9320d3e8ce284ccc00b2b5",</a:t>
            </a:r>
          </a:p>
          <a:p>
            <a:r>
              <a:t>        "inference.json": "592ae2e91c2b720fcfa501f32f048902eff4a44f2ae1e86fea6529337f35930a"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0.04905968928863451,</a:t>
            </a:r>
          </a:p>
          <a:p>
            <a:r>
              <a:t>        "auc_prc": 0.5245298446443173,</a:t>
            </a:r>
          </a:p>
          <a:p>
            <a:r>
              <a:t>        "average_precision": 0.04905968928863451,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1163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60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0.09353078721745908,</a:t>
            </a:r>
          </a:p>
          <a:p>
            <a:r>
              <a:t>        "positive_count": 60,</a:t>
            </a:r>
          </a:p>
          <a:p>
            <a:r>
              <a:t>        "positive_rate": 0.04905968928863451,</a:t>
            </a:r>
          </a:p>
          <a:p>
            <a:r>
              <a:t>        "precision": 0.04905968928863451,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"qwen_embedding",</a:t>
            </a:r>
          </a:p>
          <a:p>
            <a:r>
              <a:t>      "project": "Qt",</a:t>
            </a:r>
          </a:p>
          <a:p>
            <a:r>
              <a:t>      "selection_sha256": "a5c3df04ae804415b9232fe8c421d9b832c45aa67082c09f4f000e533143230b",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0.8798037612428454,</a:t>
            </a:r>
          </a:p>
          <a:p>
            <a:r>
              <a:t>        "auc_prc": 0.17808884719141882,</a:t>
            </a:r>
          </a:p>
          <a:p>
            <a:r>
              <a:t>        "average_precision": 0.18428668296360734,</a:t>
            </a:r>
          </a:p>
          <a:p>
            <a:r>
              <a:t>        "balanced_accuracy": 0.6364717684150186,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1054,</a:t>
            </a:r>
          </a:p>
          <a:p>
            <a:r>
              <a:t>            109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38,</a:t>
            </a:r>
          </a:p>
          <a:p>
            <a:r>
              <a:t>            22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0.23036649214659685,</a:t>
            </a:r>
          </a:p>
          <a:p>
            <a:r>
              <a:t>        "positive_count": 60,</a:t>
            </a:r>
          </a:p>
          <a:p>
            <a:r>
              <a:t>        "positive_rate": 0.04905968928863451,</a:t>
            </a:r>
          </a:p>
          <a:p>
            <a:r>
              <a:t>        "precision": 0.16793893129770993,</a:t>
            </a:r>
          </a:p>
          <a:p>
            <a:r>
              <a:t>        "recall": 0.36666666666666664,</a:t>
            </a:r>
          </a:p>
          <a:p>
            <a:r>
              <a:t>        "roc_auc": 0.7483018056749785,</a:t>
            </a:r>
          </a:p>
          <a:p>
            <a:r>
              <a:t>        "row_count": 1223,</a:t>
            </a:r>
          </a:p>
          <a:p>
            <a:r>
              <a:t>        "threshold": 0.13999999999999999</a:t>
            </a:r>
          </a:p>
          <a:p>
            <a:r>
              <a:t>      },</a:t>
            </a:r>
          </a:p>
          <a:p>
            <a:r>
              <a:t>      "test_predictions_sha256": "c5821dcb1e7dd46a6dfa7751b5dab41b4adad110a9688c4c5dd07eece3a8a84b",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-0.09297876236315608,</a:t>
            </a:r>
          </a:p>
          <a:p>
            <a:r>
              <a:t>            0.1062724426543999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-0.08960500659963994,</a:t>
            </a:r>
          </a:p>
          <a:p>
            <a:r>
              <a:t>            0.1078200874871837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-0.04355216073133632,</a:t>
            </a:r>
          </a:p>
          <a:p>
            <a:r>
              <a:t>            0.08023956371746646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0.10534403545239394,</a:t>
            </a:r>
          </a:p>
          <a:p>
            <a:r>
              <a:t>            0.2772237933199474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0.11488685468175609,</a:t>
            </a:r>
          </a:p>
          <a:p>
            <a:r>
              <a:t>            0.2886747199451196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0.685083884734382,</a:t>
            </a:r>
          </a:p>
          <a:p>
            <a:r>
              <a:t>            0.8072391949548886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"finetune/Qt/qwen_embedding/15/3fcda3a886efcc78/checkpoint"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0.964022894521668,</a:t>
            </a:r>
          </a:p>
          <a:p>
            <a:r>
              <a:t>        "auc_prc": 0.13670706740744334,</a:t>
            </a:r>
          </a:p>
          <a:p>
            <a:r>
              <a:t>        "average_precision": 0.1493418412262666,</a:t>
            </a:r>
          </a:p>
          <a:p>
            <a:r>
              <a:t>        "balanced_accuracy": 0.5107804493496255,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1178,</a:t>
            </a:r>
          </a:p>
          <a:p>
            <a:r>
              <a:t>            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42,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0.04347826086956522,</a:t>
            </a:r>
          </a:p>
          <a:p>
            <a:r>
              <a:t>        "positive_count": 43,</a:t>
            </a:r>
          </a:p>
          <a:p>
            <a:r>
              <a:t>        "positive_rate": 0.03515944399018806,</a:t>
            </a:r>
          </a:p>
          <a:p>
            <a:r>
              <a:t>        "precision": 0.3333333333333333,</a:t>
            </a:r>
          </a:p>
          <a:p>
            <a:r>
              <a:t>        "recall": 0.023255813953488372,</a:t>
            </a:r>
          </a:p>
          <a:p>
            <a:r>
              <a:t>        "roc_auc": 0.7926487977926685,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"623b32da637c01d81a3e941e83c2cfc8b877b05f9cfefc6c27cb4898967ff6f6",</a:t>
            </a:r>
          </a:p>
          <a:p>
            <a:r>
              <a:t>        "adapter/README.md": "2b259ec9b5799fd1e7da6813a1a008293163ac0d5b6be0eb53454a512e57e06a",</a:t>
            </a:r>
          </a:p>
          <a:p>
            <a:r>
              <a:t>        "adapter/adapter_config.json": "99fa5eb9f7d31210f53d3d34e75da168eb5316200f9fd08f3c0967ecdad46276",</a:t>
            </a:r>
          </a:p>
          <a:p>
            <a:r>
              <a:t>        "adapter/adapter_model.safetensors": "0dbd651d883a5a4166dccbc26c62861689051ed641d6cfba3161f80f6ad58294",</a:t>
            </a:r>
          </a:p>
          <a:p>
            <a:r>
              <a:t>        "head.safetensors": "83ae0a0841546292dcf44917094a0ea3571f2d178132d566dd568fe0c6668254",</a:t>
            </a:r>
          </a:p>
          <a:p>
            <a:r>
              <a:t>        "inference.json": "4ac0c2fef2577d7fdfd099386aa7c4ce7eeb1896c08ab434840fc7adae9b9c80"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0.03515944399018806,</a:t>
            </a:r>
          </a:p>
          <a:p>
            <a:r>
              <a:t>        "auc_prc": 0.517579721995094,</a:t>
            </a:r>
          </a:p>
          <a:p>
            <a:r>
              <a:t>        "average_precision": 0.03515944399018806,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43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0.0679304897314376,</a:t>
            </a:r>
          </a:p>
          <a:p>
            <a:r>
              <a:t>        "positive_count": 43,</a:t>
            </a:r>
          </a:p>
          <a:p>
            <a:r>
              <a:t>        "positive_rate": 0.03515944399018806,</a:t>
            </a:r>
          </a:p>
          <a:p>
            <a:r>
              <a:t>        "precision": 0.03515944399018806,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"qwen_embedding",</a:t>
            </a:r>
          </a:p>
          <a:p>
            <a:r>
              <a:t>      "project": "Qt",</a:t>
            </a:r>
          </a:p>
          <a:p>
            <a:r>
              <a:t>      "selection_sha256": "fe62a936b9742deb6c1af6a2ac972a87f8c3f1a2f93a7cfc65915346f826ba7d",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0.9542109566639412,</a:t>
            </a:r>
          </a:p>
          <a:p>
            <a:r>
              <a:t>        "auc_prc": 0.14709102890848116,</a:t>
            </a:r>
          </a:p>
          <a:p>
            <a:r>
              <a:t>        "average_precision": 0.16037742968796803,</a:t>
            </a:r>
          </a:p>
          <a:p>
            <a:r>
              <a:t>        "balanced_accuracy": 0.5841249507292077,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1159,</a:t>
            </a:r>
          </a:p>
          <a:p>
            <a:r>
              <a:t>            21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35,</a:t>
            </a:r>
          </a:p>
          <a:p>
            <a:r>
              <a:t>            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0.2222222222222222,</a:t>
            </a:r>
          </a:p>
          <a:p>
            <a:r>
              <a:t>        "positive_count": 43,</a:t>
            </a:r>
          </a:p>
          <a:p>
            <a:r>
              <a:t>        "positive_rate": 0.03515944399018806,</a:t>
            </a:r>
          </a:p>
          <a:p>
            <a:r>
              <a:t>        "precision": 0.27586206896551724,</a:t>
            </a:r>
          </a:p>
          <a:p>
            <a:r>
              <a:t>        "recall": 0.18604651162790697,</a:t>
            </a:r>
          </a:p>
          <a:p>
            <a:r>
              <a:t>        "roc_auc": 0.7751970831690974,</a:t>
            </a:r>
          </a:p>
          <a:p>
            <a:r>
              <a:t>        "row_count": 1223,</a:t>
            </a:r>
          </a:p>
          <a:p>
            <a:r>
              <a:t>        "threshold": 0.13999999999999999</a:t>
            </a:r>
          </a:p>
          <a:p>
            <a:r>
              <a:t>      },</a:t>
            </a:r>
          </a:p>
          <a:p>
            <a:r>
              <a:t>      "test_predictions_sha256": "d5d62b64595568818382ad48472ce3b4fcecb6041ae16a18a22ac93e1c4a36af",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-0.10106851820718532,</a:t>
            </a:r>
          </a:p>
          <a:p>
            <a:r>
              <a:t>            0.12267641367259303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-0.10478721436555959,</a:t>
            </a:r>
          </a:p>
          <a:p>
            <a:r>
              <a:t>            0.1270739017022876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-0.08328590302488921,</a:t>
            </a:r>
          </a:p>
          <a:p>
            <a:r>
              <a:t>            0.04408158153428318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0.07631286975027933,</a:t>
            </a:r>
          </a:p>
          <a:p>
            <a:r>
              <a:t>            0.2635012768988673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0.08817679490164654,</a:t>
            </a:r>
          </a:p>
          <a:p>
            <a:r>
              <a:t>            0.2825690692613693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0.7083922051734395,</a:t>
            </a:r>
          </a:p>
          <a:p>
            <a:r>
              <a:t>            0.8388075082304954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"id": "Qwen/Qwen3-Embedding-0.6B",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0.6,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12,</a:t>
            </a:r>
          </a:p>
          <a:p>
            <a:r>
              <a:t>            24</a:t>
            </a:r>
          </a:p>
          <a:p>
            <a:r>
              <a:t>          ],</a:t>
            </a:r>
          </a:p>
          <a:p>
            <a:r>
              <a:t>          "quantize": false,</a:t>
            </a:r>
          </a:p>
          <a:p>
            <a:r>
              <a:t>          "revision": "97b0c614be4d77ee51c0cef4e5f07c00f9eb65b3"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"finetune/Qt/qwen_embedding/20/11da968cf4352788/checkpoint"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0.9721995094031071,</a:t>
            </a:r>
          </a:p>
          <a:p>
            <a:r>
              <a:t>        "auc_prc": 0.11893583301874244,</a:t>
            </a:r>
          </a:p>
          <a:p>
            <a:r>
              <a:t>        "average_precision": 0.1251974969883866,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1189,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34,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34,</a:t>
            </a:r>
          </a:p>
          <a:p>
            <a:r>
              <a:t>        "positive_rate": 0.027800490596892886,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0.7569880769801612,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"69afe87896af4a2e768a2909074c7449edeabd1a9a2dfb30551c5c00137bf099",</a:t>
            </a:r>
          </a:p>
          <a:p>
            <a:r>
              <a:t>        "adapter/README.md": "2b259ec9b5799fd1e7da6813a1a008293163ac0d5b6be0eb53454a512e57e06a",</a:t>
            </a:r>
          </a:p>
          <a:p>
            <a:r>
              <a:t>        "adapter/adapter_config.json": "99fa5eb9f7d31210f53d3d34e75da168eb5316200f9fd08f3c0967ecdad46276",</a:t>
            </a:r>
          </a:p>
          <a:p>
            <a:r>
              <a:t>        "adapter/adapter_model.safetensors": "3a07633bca7f88ad343b99ed3227b6345f72d1fc09750c24a52ea23e64bf7ef9",</a:t>
            </a:r>
          </a:p>
          <a:p>
            <a:r>
              <a:t>        "head.safetensors": "d64b2ae4b6ce0b8bfdd3cf07f5f54433a4e64c32960f5e1b6353a7d46d263b8a",</a:t>
            </a:r>
          </a:p>
          <a:p>
            <a:r>
              <a:t>        "inference.json": "921f23cb463ad7aaf5efe946267b92028228f2054e652704b439d48bb80833c5"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0.027800490596892886,</a:t>
            </a:r>
          </a:p>
          <a:p>
            <a:r>
              <a:t>        "auc_prc": 0.5139002452984465,</a:t>
            </a:r>
          </a:p>
          <a:p>
            <a:r>
              <a:t>        "average_precision": 0.027800490596892886,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0.05409705648369133,</a:t>
            </a:r>
          </a:p>
          <a:p>
            <a:r>
              <a:t>        "positive_count": 34,</a:t>
            </a:r>
          </a:p>
          <a:p>
            <a:r>
              <a:t>        "positive_rate": 0.027800490596892886,</a:t>
            </a:r>
          </a:p>
          <a:p>
            <a:r>
              <a:t>        "precision": 0.027800490596892886,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"qwen_embedding",</a:t>
            </a:r>
          </a:p>
          <a:p>
            <a:r>
              <a:t>      "project": "Qt",</a:t>
            </a:r>
          </a:p>
          <a:p>
            <a:r>
              <a:t>      "selection_sha256": "57032c0a335d4ea84dc0c311080d3259aa48bdc52728fedaaca9efb6ed34f88e",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0.9623875715453802,</a:t>
            </a:r>
          </a:p>
          <a:p>
            <a:r>
              <a:t>        "auc_prc": 0.20343140868236115,</a:t>
            </a:r>
          </a:p>
          <a:p>
            <a:r>
              <a:t>        "average_precision": 0.21307799575442551,</a:t>
            </a:r>
          </a:p>
          <a:p>
            <a:r>
              <a:t>        "balanced_accuracy": 0.5949512689853065,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1170,</a:t>
            </a:r>
          </a:p>
          <a:p>
            <a:r>
              <a:t>            19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27,</a:t>
            </a:r>
          </a:p>
          <a:p>
            <a:r>
              <a:t>            7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0.23333333333333334,</a:t>
            </a:r>
          </a:p>
          <a:p>
            <a:r>
              <a:t>        "positive_count": 34,</a:t>
            </a:r>
          </a:p>
          <a:p>
            <a:r>
              <a:t>        "positive_rate": 0.027800490596892886,</a:t>
            </a:r>
          </a:p>
          <a:p>
            <a:r>
              <a:t>        "precision": 0.2692307692307692,</a:t>
            </a:r>
          </a:p>
          <a:p>
            <a:r>
              <a:t>        "recall": 0.20588235294117646,</a:t>
            </a:r>
          </a:p>
          <a:p>
            <a:r>
              <a:t>        "roc_auc": 0.8108766635333696,</a:t>
            </a:r>
          </a:p>
          <a:p>
            <a:r>
              <a:t>        "row_count": 1223,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"6fb1c96a7b6c0a8ee54795fb8e8451ff6dbbd2c40d9aa194e52e28270d5b5ea5",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-0.03229706144156444,</a:t>
            </a:r>
          </a:p>
          <a:p>
            <a:r>
              <a:t>            0.21820436267983156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-0.01578919761536573,</a:t>
            </a:r>
          </a:p>
          <a:p>
            <a:r>
              <a:t>            0.21832110232939533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-0.019927678781118868,</a:t>
            </a:r>
          </a:p>
          <a:p>
            <a:r>
              <a:t>            0.1305106716763629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0.09135266947913215,</a:t>
            </a:r>
          </a:p>
          <a:p>
            <a:r>
              <a:t>            0.35906804358779243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0.10743211383531043,</a:t>
            </a:r>
          </a:p>
          <a:p>
            <a:r>
              <a:t>            0.3692913565671386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0.7466386085351149,</a:t>
            </a:r>
          </a:p>
          <a:p>
            <a:r>
              <a:t>            0.8736110415940732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"hf2": [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"finetune/Qt/qwen/5/2e1295572d1afaca/checkpoint"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0.9035159443990188,</a:t>
            </a:r>
          </a:p>
          <a:p>
            <a:r>
              <a:t>        "auc_prc": 0.18974342862675092,</a:t>
            </a:r>
          </a:p>
          <a:p>
            <a:r>
              <a:t>        "average_precision": 0.1949165780791524,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1105,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118,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118,</a:t>
            </a:r>
          </a:p>
          <a:p>
            <a:r>
              <a:t>        "positive_rate": 0.0964840556009812,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0.689911036122402,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"c9927482a80491a1a87568acc01ffa882ed89bac60f1875d611d993fc1bf8f70",</a:t>
            </a:r>
          </a:p>
          <a:p>
            <a:r>
              <a:t>        "adapter/README.md": "546522acc2ac6797808e40eb133785c32db5833f0915a183a6a9bcd099cd7d07",</a:t>
            </a:r>
          </a:p>
          <a:p>
            <a:r>
              <a:t>        "adapter/adapter_config.json": "8a70d019d1ecbf850c26f4c089c712f8bead7083a859595b150fb212e69462a9",</a:t>
            </a:r>
          </a:p>
          <a:p>
            <a:r>
              <a:t>        "adapter/adapter_model.safetensors": "6a5eedf64690af08b93dfa632ac49e1edf456cf0114738cee7980a5234c9abd7",</a:t>
            </a:r>
          </a:p>
          <a:p>
            <a:r>
              <a:t>        "head.safetensors": "14cde49ccbea94e6ea16edac95a2a96b9e4a3cc81fe26d390cd0e1655c19197c",</a:t>
            </a:r>
          </a:p>
          <a:p>
            <a:r>
              <a:t>        "inference.json": "a407ee77bd055fb7d787c639b9a6c4da330dc1db35d07153e598965534c5af12"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0.0964840556009812,</a:t>
            </a:r>
          </a:p>
          <a:p>
            <a:r>
              <a:t>        "auc_prc": 0.5482420278004906,</a:t>
            </a:r>
          </a:p>
          <a:p>
            <a:r>
              <a:t>        "average_precision": 0.0964840556009812,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1105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0.17598806860551827,</a:t>
            </a:r>
          </a:p>
          <a:p>
            <a:r>
              <a:t>        "positive_count": 118,</a:t>
            </a:r>
          </a:p>
          <a:p>
            <a:r>
              <a:t>        "positive_rate": 0.0964840556009812,</a:t>
            </a:r>
          </a:p>
          <a:p>
            <a:r>
              <a:t>        "precision": 0.0964840556009812,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5,</a:t>
            </a:r>
          </a:p>
          <a:p>
            <a:r>
              <a:t>      "model": "qwen",</a:t>
            </a:r>
          </a:p>
          <a:p>
            <a:r>
              <a:t>      "project": "Qt",</a:t>
            </a:r>
          </a:p>
          <a:p>
            <a:r>
              <a:t>      "selection_sha256": "250f25a08dd4564c773f4b025b9dbc661712d03805d6dfeb08f0d796f84eea5b",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0.9043336058871627,</a:t>
            </a:r>
          </a:p>
          <a:p>
            <a:r>
              <a:t>        "auc_prc": 0.24149256439731454,</a:t>
            </a:r>
          </a:p>
          <a:p>
            <a:r>
              <a:t>        "average_precision": 0.24447724069381285,</a:t>
            </a:r>
          </a:p>
          <a:p>
            <a:r>
              <a:t>        "balanced_accuracy": 0.5420852826136974,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1095,</a:t>
            </a:r>
          </a:p>
          <a:p>
            <a:r>
              <a:t>            10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107,</a:t>
            </a:r>
          </a:p>
          <a:p>
            <a:r>
              <a:t>            11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0.15827338129496404,</a:t>
            </a:r>
          </a:p>
          <a:p>
            <a:r>
              <a:t>        "positive_count": 118,</a:t>
            </a:r>
          </a:p>
          <a:p>
            <a:r>
              <a:t>        "positive_rate": 0.0964840556009812,</a:t>
            </a:r>
          </a:p>
          <a:p>
            <a:r>
              <a:t>        "precision": 0.5238095238095238,</a:t>
            </a:r>
          </a:p>
          <a:p>
            <a:r>
              <a:t>        "recall": 0.09322033898305085,</a:t>
            </a:r>
          </a:p>
          <a:p>
            <a:r>
              <a:t>        "roc_auc": 0.6946621673441215,</a:t>
            </a:r>
          </a:p>
          <a:p>
            <a:r>
              <a:t>        "row_count": 1223,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"6583e67ef0ba6c365baeb86fe2c3ff57fbd5b580a7d343d22bf495f95fe6967e",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-0.011045452627057048,</a:t>
            </a:r>
          </a:p>
          <a:p>
            <a:r>
              <a:t>            0.11428650626468688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-0.013877411380504103,</a:t>
            </a:r>
          </a:p>
          <a:p>
            <a:r>
              <a:t>            0.10941767908850536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-0.03575310077250491,</a:t>
            </a:r>
          </a:p>
          <a:p>
            <a:r>
              <a:t>            0.04590961521720196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0.17116200272352092,</a:t>
            </a:r>
          </a:p>
          <a:p>
            <a:r>
              <a:t>            0.31697321497896613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0.17700233337128332,</a:t>
            </a:r>
          </a:p>
          <a:p>
            <a:r>
              <a:t>            0.32202946600356824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0.6485191052156231,</a:t>
            </a:r>
          </a:p>
          <a:p>
            <a:r>
              <a:t>            0.7406258947559538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"finetune/Qt/qwen/10/8bd6563dc53d12f9/checkpoint"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0.7931316434995912,</a:t>
            </a:r>
          </a:p>
          <a:p>
            <a:r>
              <a:t>        "auc_prc": 0.17394196940901607,</a:t>
            </a:r>
          </a:p>
          <a:p>
            <a:r>
              <a:t>        "average_precision": 0.1784419161306906,</a:t>
            </a:r>
          </a:p>
          <a:p>
            <a:r>
              <a:t>        "balanced_accuracy": 0.5988033820578963,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947,</a:t>
            </a:r>
          </a:p>
          <a:p>
            <a:r>
              <a:t>            216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37,</a:t>
            </a:r>
          </a:p>
          <a:p>
            <a:r>
              <a:t>            23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0.15384615384615383,</a:t>
            </a:r>
          </a:p>
          <a:p>
            <a:r>
              <a:t>        "positive_count": 60,</a:t>
            </a:r>
          </a:p>
          <a:p>
            <a:r>
              <a:t>        "positive_rate": 0.04905968928863451,</a:t>
            </a:r>
          </a:p>
          <a:p>
            <a:r>
              <a:t>        "precision": 0.09623430962343096,</a:t>
            </a:r>
          </a:p>
          <a:p>
            <a:r>
              <a:t>        "recall": 0.38333333333333336,</a:t>
            </a:r>
          </a:p>
          <a:p>
            <a:r>
              <a:t>        "roc_auc": 0.7276153625680711,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"refactored"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"7eda369c45abdb07b93f6af67a3f517d19e316aa48ddbe3556d22f0c4c027a3d",</a:t>
            </a:r>
          </a:p>
          <a:p>
            <a:r>
              <a:t>        "adapter/README.md": "546522acc2ac6797808e40eb133785c32db5833f0915a183a6a9bcd099cd7d07",</a:t>
            </a:r>
          </a:p>
          <a:p>
            <a:r>
              <a:t>        "adapter/adapter_config.json": "8a70d019d1ecbf850c26f4c089c712f8bead7083a859595b150fb212e69462a9",</a:t>
            </a:r>
          </a:p>
          <a:p>
            <a:r>
              <a:t>        "adapter/adapter_model.safetensors": "7068cbd0b01ac1ac54ccef6f07800fac56e2c95e37617b7bf5cb67efe2171cc2",</a:t>
            </a:r>
          </a:p>
          <a:p>
            <a:r>
              <a:t>        "head.safetensors": "0378920162fb5615440dc3a0b6cba0cca9e1c60edf47635be62e9e6a798bd0b7",</a:t>
            </a:r>
          </a:p>
          <a:p>
            <a:r>
              <a:t>        "inference.json": "d9590a9c6d21149c44d7eecf7dfab3ec29afecdaa92f523749cf178ba308c900"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0.04905968928863451,</a:t>
            </a:r>
          </a:p>
          <a:p>
            <a:r>
              <a:t>        "auc_prc": 0.5245298446443173,</a:t>
            </a:r>
          </a:p>
          <a:p>
            <a:r>
              <a:t>        "average_precision": 0.04905968928863451,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1163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60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0.09353078721745908,</a:t>
            </a:r>
          </a:p>
          <a:p>
            <a:r>
              <a:t>        "positive_count": 60,</a:t>
            </a:r>
          </a:p>
          <a:p>
            <a:r>
              <a:t>        "positive_rate": 0.04905968928863451,</a:t>
            </a:r>
          </a:p>
          <a:p>
            <a:r>
              <a:t>        "precision": 0.04905968928863451,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10,</a:t>
            </a:r>
          </a:p>
          <a:p>
            <a:r>
              <a:t>      "model": "qwen",</a:t>
            </a:r>
          </a:p>
          <a:p>
            <a:r>
              <a:t>      "project": "Qt",</a:t>
            </a:r>
          </a:p>
          <a:p>
            <a:r>
              <a:t>      "selection_sha256": "91f2dfc931447bdf609f8c485ea86128fd1e37322614aa41c79a6430d1686396",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0.901880621422731,</a:t>
            </a:r>
          </a:p>
          <a:p>
            <a:r>
              <a:t>        "auc_prc": 0.2199520118047271,</a:t>
            </a:r>
          </a:p>
          <a:p>
            <a:r>
              <a:t>        "average_precision": 0.223768772197747,</a:t>
            </a:r>
          </a:p>
          <a:p>
            <a:r>
              <a:t>        "balanced_accuracy": 0.6322728575523072,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1083,</a:t>
            </a:r>
          </a:p>
          <a:p>
            <a:r>
              <a:t>            80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40,</a:t>
            </a:r>
          </a:p>
          <a:p>
            <a:r>
              <a:t>            20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0.25,</a:t>
            </a:r>
          </a:p>
          <a:p>
            <a:r>
              <a:t>        "positive_count": 60,</a:t>
            </a:r>
          </a:p>
          <a:p>
            <a:r>
              <a:t>        "positive_rate": 0.04905968928863451,</a:t>
            </a:r>
          </a:p>
          <a:p>
            <a:r>
              <a:t>        "precision": 0.2,</a:t>
            </a:r>
          </a:p>
          <a:p>
            <a:r>
              <a:t>        "recall": 0.3333333333333333,</a:t>
            </a:r>
          </a:p>
          <a:p>
            <a:r>
              <a:t>        "roc_auc": 0.7205503009458297,</a:t>
            </a:r>
          </a:p>
          <a:p>
            <a:r>
              <a:t>        "row_count": 1223,</a:t>
            </a:r>
          </a:p>
          <a:p>
            <a:r>
              <a:t>        "threshold": 0.06</a:t>
            </a:r>
          </a:p>
          <a:p>
            <a:r>
              <a:t>      },</a:t>
            </a:r>
          </a:p>
          <a:p>
            <a:r>
              <a:t>      "test_predictions_sha256": "3f7a9ecc91c5143202da08fa621005e3fccfeabd3d6b0ac279e9090076f5b9f5",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-0.03629723484493316,</a:t>
            </a:r>
          </a:p>
          <a:p>
            <a:r>
              <a:t>            0.1361629837628492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-0.038702445642021306,</a:t>
            </a:r>
          </a:p>
          <a:p>
            <a:r>
              <a:t>            0.1343489692553304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-0.06830367066942214,</a:t>
            </a:r>
          </a:p>
          <a:p>
            <a:r>
              <a:t>            0.055673866051953486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0.12655034465962822,</a:t>
            </a:r>
          </a:p>
          <a:p>
            <a:r>
              <a:t>            0.33199682230082866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0.1340076967105744,</a:t>
            </a:r>
          </a:p>
          <a:p>
            <a:r>
              <a:t>            0.3399433048200964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0.6531314917202745,</a:t>
            </a:r>
          </a:p>
          <a:p>
            <a:r>
              <a:t>            0.7862239023082984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"finetune/Qt/qwen/15/8bd6563dc53d12f9/checkpoint"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0.964022894521668,</a:t>
            </a:r>
          </a:p>
          <a:p>
            <a:r>
              <a:t>        "auc_prc": 0.13670706740744334,</a:t>
            </a:r>
          </a:p>
          <a:p>
            <a:r>
              <a:t>        "average_precision": 0.1493418412262666,</a:t>
            </a:r>
          </a:p>
          <a:p>
            <a:r>
              <a:t>        "balanced_accuracy": 0.5107804493496255,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1178,</a:t>
            </a:r>
          </a:p>
          <a:p>
            <a:r>
              <a:t>            2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42,</a:t>
            </a:r>
          </a:p>
          <a:p>
            <a:r>
              <a:t>            1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0.04347826086956522,</a:t>
            </a:r>
          </a:p>
          <a:p>
            <a:r>
              <a:t>        "positive_count": 43,</a:t>
            </a:r>
          </a:p>
          <a:p>
            <a:r>
              <a:t>        "positive_rate": 0.03515944399018806,</a:t>
            </a:r>
          </a:p>
          <a:p>
            <a:r>
              <a:t>        "precision": 0.3333333333333333,</a:t>
            </a:r>
          </a:p>
          <a:p>
            <a:r>
              <a:t>        "recall": 0.023255813953488372,</a:t>
            </a:r>
          </a:p>
          <a:p>
            <a:r>
              <a:t>        "roc_auc": 0.7926487977926685,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"XGboost",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"746139f513c3e20bfa092ba6e76984da78d5b8e96893cbe84eb87e84f533e4f4",</a:t>
            </a:r>
          </a:p>
          <a:p>
            <a:r>
              <a:t>        "adapter/README.md": "546522acc2ac6797808e40eb133785c32db5833f0915a183a6a9bcd099cd7d07",</a:t>
            </a:r>
          </a:p>
          <a:p>
            <a:r>
              <a:t>        "adapter/adapter_config.json": "8a70d019d1ecbf850c26f4c089c712f8bead7083a859595b150fb212e69462a9",</a:t>
            </a:r>
          </a:p>
          <a:p>
            <a:r>
              <a:t>        "adapter/adapter_model.safetensors": "65872437f0caa8aceddafa3e828e28d70e836f09c5db89423347d7324cd3db66",</a:t>
            </a:r>
          </a:p>
          <a:p>
            <a:r>
              <a:t>        "head.safetensors": "945a74a9411947b5e908418d0ba1836209c09d7e5b8827668debd63708eab53b",</a:t>
            </a:r>
          </a:p>
          <a:p>
            <a:r>
              <a:t>        "inference.json": "d1fd81e9cd68e6e2501b6139ab59edc04e00bd10dbe6623adfa36bb3157d96fc"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0.03515944399018806,</a:t>
            </a:r>
          </a:p>
          <a:p>
            <a:r>
              <a:t>        "auc_prc": 0.517579721995094,</a:t>
            </a:r>
          </a:p>
          <a:p>
            <a:r>
              <a:t>        "average_precision": 0.03515944399018806,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43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0.0679304897314376,</a:t>
            </a:r>
          </a:p>
          <a:p>
            <a:r>
              <a:t>        "positive_count": 43,</a:t>
            </a:r>
          </a:p>
          <a:p>
            <a:r>
              <a:t>        "positive_rate": 0.03515944399018806,</a:t>
            </a:r>
          </a:p>
          <a:p>
            <a:r>
              <a:t>        "precision": 0.03515944399018806,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15,</a:t>
            </a:r>
          </a:p>
          <a:p>
            <a:r>
              <a:t>      "model": "qwen",</a:t>
            </a:r>
          </a:p>
          <a:p>
            <a:r>
              <a:t>      "project": "Qt",</a:t>
            </a:r>
          </a:p>
          <a:p>
            <a:r>
              <a:t>      "selection_sha256": "4ad5264aa2321412e7adc0b0893727763850ddff6cf9d9de2761f18afac72d74",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0.9574816026165167,</a:t>
            </a:r>
          </a:p>
          <a:p>
            <a:r>
              <a:t>        "auc_prc": 0.22429201481724245,</a:t>
            </a:r>
          </a:p>
          <a:p>
            <a:r>
              <a:t>        "average_precision": 0.2320298271492524,</a:t>
            </a:r>
          </a:p>
          <a:p>
            <a:r>
              <a:t>        "balanced_accuracy": 0.585819865983445,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1163,</a:t>
            </a:r>
          </a:p>
          <a:p>
            <a:r>
              <a:t>            17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35,</a:t>
            </a:r>
          </a:p>
          <a:p>
            <a:r>
              <a:t>            8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0.23529411764705885,</a:t>
            </a:r>
          </a:p>
          <a:p>
            <a:r>
              <a:t>        "positive_count": 43,</a:t>
            </a:r>
          </a:p>
          <a:p>
            <a:r>
              <a:t>        "positive_rate": 0.03515944399018806,</a:t>
            </a:r>
          </a:p>
          <a:p>
            <a:r>
              <a:t>        "precision": 0.32,</a:t>
            </a:r>
          </a:p>
          <a:p>
            <a:r>
              <a:t>        "recall": 0.18604651162790697,</a:t>
            </a:r>
          </a:p>
          <a:p>
            <a:r>
              <a:t>        "roc_auc": 0.769925108395743,</a:t>
            </a:r>
          </a:p>
          <a:p>
            <a:r>
              <a:t>        "row_count": 1223,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"49b3e328cac610ecf3471b40ce13594a5405a633fc1f9cbdc95bd24e1e70159f",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-0.03482105581736665,</a:t>
            </a:r>
          </a:p>
          <a:p>
            <a:r>
              <a:t>            0.20472396824540312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-0.03344140813821011,</a:t>
            </a:r>
          </a:p>
          <a:p>
            <a:r>
              <a:t>            0.20151166090148132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-0.09399265443415349,</a:t>
            </a:r>
          </a:p>
          <a:p>
            <a:r>
              <a:t>            0.049658737574691816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0.11257217614880421,</a:t>
            </a:r>
          </a:p>
          <a:p>
            <a:r>
              <a:t>            0.3684353236151957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0.1276525130892927,</a:t>
            </a:r>
          </a:p>
          <a:p>
            <a:r>
              <a:t>            0.37719839677312195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0.6940289291087163,</a:t>
            </a:r>
          </a:p>
          <a:p>
            <a:r>
              <a:t>            0.8422344135154604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"artifact_reference": {</a:t>
            </a:r>
          </a:p>
          <a:p>
            <a:r>
              <a:t>        "base": {</a:t>
            </a:r>
          </a:p>
          <a:p>
            <a:r>
              <a:t>          "compatibility_gate": "Multimodal AutoModel text forward and language-only adapter targets must pass the GPU profile.",</a:t>
            </a:r>
          </a:p>
          <a:p>
            <a:r>
              <a:t>          "id": "Qwen/Qwen3.5-4B",</a:t>
            </a:r>
          </a:p>
          <a:p>
            <a:r>
              <a:t>          "license": "apache-2.0",</a:t>
            </a:r>
          </a:p>
          <a:p>
            <a:r>
              <a:t>          "lora_targets": [</a:t>
            </a:r>
          </a:p>
          <a:p>
            <a:r>
              <a:t>            "q_proj",</a:t>
            </a:r>
          </a:p>
          <a:p>
            <a:r>
              <a:t>            "v_proj"</a:t>
            </a:r>
          </a:p>
          <a:p>
            <a:r>
              <a:t>          ],</a:t>
            </a:r>
          </a:p>
          <a:p>
            <a:r>
              <a:t>          "parameters_billions": 4.0,</a:t>
            </a:r>
          </a:p>
          <a:p>
            <a:r>
              <a:t>          "pooling": "last",</a:t>
            </a:r>
          </a:p>
          <a:p>
            <a:r>
              <a:t>          "profile_vram_gib": [</a:t>
            </a:r>
          </a:p>
          <a:p>
            <a:r>
              <a:t>            24,</a:t>
            </a:r>
          </a:p>
          <a:p>
            <a:r>
              <a:t>            48</a:t>
            </a:r>
          </a:p>
          <a:p>
            <a:r>
              <a:t>          ],</a:t>
            </a:r>
          </a:p>
          <a:p>
            <a:r>
              <a:t>          "quantize": true,</a:t>
            </a:r>
          </a:p>
          <a:p>
            <a:r>
              <a:t>          "revision": "851bf6e806efd8d0a36b00ddf55e13ccb7b8cd0a"</a:t>
            </a:r>
          </a:p>
          <a:p>
            <a:r>
              <a:t>        },</a:t>
            </a:r>
          </a:p>
          <a:p>
            <a:r>
              <a:t>        "config_sha256": "2bc94a1680d72c09dc8a1a93e4f0806cc6e558c7ad21cdf328626690c7b33440",</a:t>
            </a:r>
          </a:p>
          <a:p>
            <a:r>
              <a:t>        "source_sha256": "974b8eebd00626edaa8d1b985055722bdaf3dd4d428612dfa6d47863abe771fe",</a:t>
            </a:r>
          </a:p>
          <a:p>
            <a:r>
              <a:t>        "study_relative_checkpoint": "finetune/Qt/qwen/20/11da968cf4352788/checkpoint"</a:t>
            </a:r>
          </a:p>
          <a:p>
            <a:r>
              <a:t>      },</a:t>
            </a:r>
          </a:p>
          <a:p>
            <a:r>
              <a:t>      "baseline": {</a:t>
            </a:r>
          </a:p>
          <a:p>
            <a:r>
              <a:t>        "accuracy": 0.9721995094031071,</a:t>
            </a:r>
          </a:p>
          <a:p>
            <a:r>
              <a:t>        "auc_prc": 0.11893583301874244,</a:t>
            </a:r>
          </a:p>
          <a:p>
            <a:r>
              <a:t>        "average_precision": 0.1251974969883866,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1189,</a:t>
            </a:r>
          </a:p>
          <a:p>
            <a:r>
              <a:t>            0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34,</a:t>
            </a:r>
          </a:p>
          <a:p>
            <a:r>
              <a:t>            0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0.0,</a:t>
            </a:r>
          </a:p>
          <a:p>
            <a:r>
              <a:t>        "positive_count": 34,</a:t>
            </a:r>
          </a:p>
          <a:p>
            <a:r>
              <a:t>        "positive_rate": 0.027800490596892886,</a:t>
            </a:r>
          </a:p>
          <a:p>
            <a:r>
              <a:t>        "precision": 0.0,</a:t>
            </a:r>
          </a:p>
          <a:p>
            <a:r>
              <a:t>        "recall": 0.0,</a:t>
            </a:r>
          </a:p>
          <a:p>
            <a:r>
              <a:t>        "roc_auc": 0.7569880769801612,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"baseline_identity": {</a:t>
            </a:r>
          </a:p>
          <a:p>
            <a:r>
              <a:t>        "model": "RF",</a:t>
            </a:r>
          </a:p>
          <a:p>
            <a:r>
              <a:t>        "variant": "baseline"</a:t>
            </a:r>
          </a:p>
          <a:p>
            <a:r>
              <a:t>      },</a:t>
            </a:r>
          </a:p>
          <a:p>
            <a:r>
              <a:t>      "checkpoint_files": {</a:t>
            </a:r>
          </a:p>
          <a:p>
            <a:r>
              <a:t>        "README.md": "00ab4d8d4136735ef21165ed5cafe9a326a14f2ad693dd133ea1f1f63b15cb5b",</a:t>
            </a:r>
          </a:p>
          <a:p>
            <a:r>
              <a:t>        "adapter/README.md": "546522acc2ac6797808e40eb133785c32db5833f0915a183a6a9bcd099cd7d07",</a:t>
            </a:r>
          </a:p>
          <a:p>
            <a:r>
              <a:t>        "adapter/adapter_config.json": "8a70d019d1ecbf850c26f4c089c712f8bead7083a859595b150fb212e69462a9",</a:t>
            </a:r>
          </a:p>
          <a:p>
            <a:r>
              <a:t>        "adapter/adapter_model.safetensors": "b6ba56b63bb5ecca39cc18b259ab97a88e784fe06d43a7d1111890337b1ef0f8",</a:t>
            </a:r>
          </a:p>
          <a:p>
            <a:r>
              <a:t>        "head.safetensors": "852d7b6e8c1a1aa4c05ad21aab35d0772a552a67e0ac9080f45019ec07cbf5c0",</a:t>
            </a:r>
          </a:p>
          <a:p>
            <a:r>
              <a:t>        "inference.json": "9c88a0f642e96ecb88d402643125fad130835dd2b1b8b3d2330be820dfdd3577"</a:t>
            </a:r>
          </a:p>
          <a:p>
            <a:r>
              <a:t>      },</a:t>
            </a:r>
          </a:p>
          <a:p>
            <a:r>
              <a:t>      "constant_score": {</a:t>
            </a:r>
          </a:p>
          <a:p>
            <a:r>
              <a:t>        "accuracy": 0.027800490596892886,</a:t>
            </a:r>
          </a:p>
          <a:p>
            <a:r>
              <a:t>        "auc_prc": 0.5139002452984465,</a:t>
            </a:r>
          </a:p>
          <a:p>
            <a:r>
              <a:t>        "average_precision": 0.027800490596892886,</a:t>
            </a:r>
          </a:p>
          <a:p>
            <a:r>
              <a:t>        "balanced_accuracy": 0.5,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1189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0,</a:t>
            </a:r>
          </a:p>
          <a:p>
            <a:r>
              <a:t>            34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0.05409705648369133,</a:t>
            </a:r>
          </a:p>
          <a:p>
            <a:r>
              <a:t>        "positive_count": 34,</a:t>
            </a:r>
          </a:p>
          <a:p>
            <a:r>
              <a:t>        "positive_rate": 0.027800490596892886,</a:t>
            </a:r>
          </a:p>
          <a:p>
            <a:r>
              <a:t>        "precision": 0.027800490596892886,</a:t>
            </a:r>
          </a:p>
          <a:p>
            <a:r>
              <a:t>        "recall": 1.0,</a:t>
            </a:r>
          </a:p>
          <a:p>
            <a:r>
              <a:t>        "roc_auc": 0.5,</a:t>
            </a:r>
          </a:p>
          <a:p>
            <a:r>
              <a:t>        "row_count": 1223,</a:t>
            </a:r>
          </a:p>
          <a:p>
            <a:r>
              <a:t>        "threshold": 0.5</a:t>
            </a:r>
          </a:p>
          <a:p>
            <a:r>
              <a:t>      },</a:t>
            </a:r>
          </a:p>
          <a:p>
            <a:r>
              <a:t>      "gates": {</a:t>
            </a:r>
          </a:p>
          <a:p>
            <a:r>
              <a:t>        "ap_above_baseline": true,</a:t>
            </a:r>
          </a:p>
          <a:p>
            <a:r>
              <a:t>        "ap_above_prevalence": true,</a:t>
            </a:r>
          </a:p>
          <a:p>
            <a:r>
              <a:t>        "auc_prc_above_half": false,</a:t>
            </a:r>
          </a:p>
          <a:p>
            <a:r>
              <a:t>        "passed": false,</a:t>
            </a:r>
          </a:p>
          <a:p>
            <a:r>
              <a:t>        "roc_above_half": true,</a:t>
            </a:r>
          </a:p>
          <a:p>
            <a:r>
              <a:t>        "valid": true</a:t>
            </a:r>
          </a:p>
          <a:p>
            <a:r>
              <a:t>      },</a:t>
            </a:r>
          </a:p>
          <a:p>
            <a:r>
              <a:t>      "level": 20,</a:t>
            </a:r>
          </a:p>
          <a:p>
            <a:r>
              <a:t>      "model": "qwen",</a:t>
            </a:r>
          </a:p>
          <a:p>
            <a:r>
              <a:t>      "project": "Qt",</a:t>
            </a:r>
          </a:p>
          <a:p>
            <a:r>
              <a:t>      "selection_sha256": "05f048a1697f5d92e3fa441240870e49dcd35e4710b2722d2b2a10a4a70c2d9a",</a:t>
            </a:r>
          </a:p>
          <a:p>
            <a:r>
              <a:t>      "stage": "final-test",</a:t>
            </a:r>
          </a:p>
          <a:p>
            <a:r>
              <a:t>      "test": {</a:t>
            </a:r>
          </a:p>
          <a:p>
            <a:r>
              <a:t>        "accuracy": 0.9681112019623875,</a:t>
            </a:r>
          </a:p>
          <a:p>
            <a:r>
              <a:t>        "auc_prc": 0.16058969752057914,</a:t>
            </a:r>
          </a:p>
          <a:p>
            <a:r>
              <a:t>        "average_precision": 0.16811497198337996,</a:t>
            </a:r>
          </a:p>
          <a:p>
            <a:r>
              <a:t>        "balanced_accuracy": 0.5264681145797259,</a:t>
            </a:r>
          </a:p>
          <a:p>
            <a:r>
              <a:t>        "confusion_matrix": [</a:t>
            </a:r>
          </a:p>
          <a:p>
            <a:r>
              <a:t>          [</a:t>
            </a:r>
          </a:p>
          <a:p>
            <a:r>
              <a:t>            1182,</a:t>
            </a:r>
          </a:p>
          <a:p>
            <a:r>
              <a:t>            7</a:t>
            </a:r>
          </a:p>
          <a:p>
            <a:r>
              <a:t>          ],</a:t>
            </a:r>
          </a:p>
          <a:p>
            <a:r>
              <a:t>          [</a:t>
            </a:r>
          </a:p>
          <a:p>
            <a:r>
              <a:t>            32,</a:t>
            </a:r>
          </a:p>
          <a:p>
            <a:r>
              <a:t>            2</a:t>
            </a:r>
          </a:p>
          <a:p>
            <a:r>
              <a:t>          ]</a:t>
            </a:r>
          </a:p>
          <a:p>
            <a:r>
              <a:t>        ],</a:t>
            </a:r>
          </a:p>
          <a:p>
            <a:r>
              <a:t>        "f1": 0.09302325581395347,</a:t>
            </a:r>
          </a:p>
          <a:p>
            <a:r>
              <a:t>        "positive_count": 34,</a:t>
            </a:r>
          </a:p>
          <a:p>
            <a:r>
              <a:t>        "positive_rate": 0.027800490596892886,</a:t>
            </a:r>
          </a:p>
          <a:p>
            <a:r>
              <a:t>        "precision": 0.2222222222222222,</a:t>
            </a:r>
          </a:p>
          <a:p>
            <a:r>
              <a:t>        "recall": 0.058823529411764705,</a:t>
            </a:r>
          </a:p>
          <a:p>
            <a:r>
              <a:t>        "roc_auc": 0.8328427249789739,</a:t>
            </a:r>
          </a:p>
          <a:p>
            <a:r>
              <a:t>        "row_count": 1223,</a:t>
            </a:r>
          </a:p>
          <a:p>
            <a:r>
              <a:t>        "threshold": 0.05</a:t>
            </a:r>
          </a:p>
          <a:p>
            <a:r>
              <a:t>      },</a:t>
            </a:r>
          </a:p>
          <a:p>
            <a:r>
              <a:t>      "test_predictions_sha256": "9bc4676fd6d0d4fceed5270228332d0fb6dc62823aee9363221b07c0edabf928",</a:t>
            </a:r>
          </a:p>
          <a:p>
            <a:r>
              <a:t>      "uncertainty": {</a:t>
            </a:r>
          </a:p>
          <a:p>
            <a:r>
              <a:t>        "difference_95": {</a:t>
            </a:r>
          </a:p>
          <a:p>
            <a:r>
              <a:t>          "auc_prc": [</a:t>
            </a:r>
          </a:p>
          <a:p>
            <a:r>
              <a:t>            -0.03370929884487791,</a:t>
            </a:r>
          </a:p>
          <a:p>
            <a:r>
              <a:t>            0.11924684237512526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-0.03424471159258723,</a:t>
            </a:r>
          </a:p>
          <a:p>
            <a:r>
              <a:t>            0.1287692159732729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0.0009107594809349815,</a:t>
            </a:r>
          </a:p>
          <a:p>
            <a:r>
              <a:t>            0.15733987615614514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"method": "paired issue bootstrap; does not model temporal dependence",</a:t>
            </a:r>
          </a:p>
          <a:p>
            <a:r>
              <a:t>        "metrics_95": {</a:t>
            </a:r>
          </a:p>
          <a:p>
            <a:r>
              <a:t>          "auc_prc": [</a:t>
            </a:r>
          </a:p>
          <a:p>
            <a:r>
              <a:t>            0.07438589833737856,</a:t>
            </a:r>
          </a:p>
          <a:p>
            <a:r>
              <a:t>            0.2813383855991755</a:t>
            </a:r>
          </a:p>
          <a:p>
            <a:r>
              <a:t>          ],</a:t>
            </a:r>
          </a:p>
          <a:p>
            <a:r>
              <a:t>          "average_precision": [</a:t>
            </a:r>
          </a:p>
          <a:p>
            <a:r>
              <a:t>            0.08498865461113761,</a:t>
            </a:r>
          </a:p>
          <a:p>
            <a:r>
              <a:t>            0.29551447573392065</a:t>
            </a:r>
          </a:p>
          <a:p>
            <a:r>
              <a:t>          ],</a:t>
            </a:r>
          </a:p>
          <a:p>
            <a:r>
              <a:t>          "roc_auc": [</a:t>
            </a:r>
          </a:p>
          <a:p>
            <a:r>
              <a:t>            0.7781687448657667,</a:t>
            </a:r>
          </a:p>
          <a:p>
            <a:r>
              <a:t>            0.8844902960657067</a:t>
            </a:r>
          </a:p>
          <a:p>
            <a:r>
              <a:t>          ]</a:t>
            </a:r>
          </a:p>
          <a:p>
            <a:r>
              <a:t>        },</a:t>
            </a:r>
          </a:p>
          <a:p>
            <a:r>
              <a:t>        "requested_samples": 2000,</a:t>
            </a:r>
          </a:p>
          <a:p>
            <a:r>
              <a:t>        "valid_samples": 2000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jev-20261029-deberta; report received October 29, 2026.</a:t>
            </a:r>
          </a:p>
          <a:p>
            <a:r>
              <a:t>Source Tasks/sprint-data-analysis-summary/data/jev-20261029-report.json; SHA256 a074875efea0b7be102ae88b6180d6d63bc164d28df7ddaa45467ca3e4f6c81f.</a:t>
            </a:r>
          </a:p>
          <a:p>
            <a:r>
              <a:t>Study SHA256 af791067994d62249bda4587c33bd4a9782d66c52531aadd98c3198ae1ac6e17.</a:t>
            </a:r>
          </a:p>
          <a:p>
            <a:r>
              <a:t>Model com-kotobalabs/open-jev-deberta-v3-large, revision 188ee67a5c93122b916e5acd5bdb0cb3623e380a.</a:t>
            </a:r>
          </a:p>
          <a:p>
            <a:r>
              <a:t>Independent community model, not TypeSafe Jev or JEV-9B. Native p(yes), no task-specific training, fixed future-change question, validation F1 thresholds. Historical partitions/labels follow the frozen #357 contract. Reported counts, positives and classical metrics/identities match both prior studies. Raw predictions were not independently rescored or aligned for this presentation. HF1=ModernBERT/Qwen embeddings; HF2=Phi/Gemma/Qwen3.5. Cross-study comparisons are descriptive with different protocols. Reported gain intervals compare Jev with CLASSICAL, not HF1/HF2; 2000 paired issue bootstrap resamples, no temporal-dependence or multiplicity adjustment. Truncation counts refer to unique test issues per project, not four repeated level populations. Same observed retrospective holdout; public-Jira pretraining contamination is possible. K=at least K changed words AND at least one relevant text edit, not a percentage.</a:t>
            </a:r>
          </a:p>
          <a:p>
            <a:r>
              <a:t>Comparison Tasks/sprint-data-analysis-summary/data/hf-20261008-report.json SHA256 7698fe31e652cc8d24fb2cc8ff8a443c2c1ec04ac3786cd9bf3dc0e6f4ec006a</a:t>
            </a:r>
          </a:p>
          <a:p>
            <a:r>
              <a:t>Comparison Tasks/sprint-data-analysis-summary/data/hf-20261019-report.json SHA256 3bd3ef27dac8a7f476ae341a8e8ef172b3bd3e7f773c13d51875cbd122f07fb6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jev-20261029-deberta; report received October 29, 2026.</a:t>
            </a:r>
          </a:p>
          <a:p>
            <a:r>
              <a:t>Source Tasks/sprint-data-analysis-summary/data/jev-20261029-report.json; SHA256 a074875efea0b7be102ae88b6180d6d63bc164d28df7ddaa45467ca3e4f6c81f.</a:t>
            </a:r>
          </a:p>
          <a:p>
            <a:r>
              <a:t>Study SHA256 af791067994d62249bda4587c33bd4a9782d66c52531aadd98c3198ae1ac6e17.</a:t>
            </a:r>
          </a:p>
          <a:p>
            <a:r>
              <a:t>Model com-kotobalabs/open-jev-deberta-v3-large, revision 188ee67a5c93122b916e5acd5bdb0cb3623e380a.</a:t>
            </a:r>
          </a:p>
          <a:p>
            <a:r>
              <a:t>Independent community model, not TypeSafe Jev or JEV-9B. Native p(yes), no task-specific training, fixed future-change question, validation F1 thresholds. Historical partitions/labels follow the frozen #357 contract. Reported counts, positives and classical metrics/identities match both prior studies. Raw predictions were not independently rescored or aligned for this presentation. HF1=ModernBERT/Qwen embeddings; HF2=Phi/Gemma/Qwen3.5. Cross-study comparisons are descriptive with different protocols. Reported gain intervals compare Jev with CLASSICAL, not HF1/HF2; 2000 paired issue bootstrap resamples, no temporal-dependence or multiplicity adjustment. Truncation counts refer to unique test issues per project, not four repeated level populations. Same observed retrospective holdout; public-Jira pretraining contamination is possible. K=at least K changed words AND at least one relevant text edit, not a percentage.</a:t>
            </a:r>
          </a:p>
          <a:p>
            <a:r>
              <a:t>Comparison Tasks/sprint-data-analysis-summary/data/hf-20261008-report.json SHA256 7698fe31e652cc8d24fb2cc8ff8a443c2c1ec04ac3786cd9bf3dc0e6f4ec006a</a:t>
            </a:r>
          </a:p>
          <a:p>
            <a:r>
              <a:t>Comparison Tasks/sprint-data-analysis-summary/data/hf-20261019-report.json SHA256 3bd3ef27dac8a7f476ae341a8e8ef172b3bd3e7f773c13d51875cbd122f07fb6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jev-20261029-deberta; report received October 29, 2026.</a:t>
            </a:r>
          </a:p>
          <a:p>
            <a:r>
              <a:t>Source Tasks/sprint-data-analysis-summary/data/jev-20261029-report.json; SHA256 a074875efea0b7be102ae88b6180d6d63bc164d28df7ddaa45467ca3e4f6c81f.</a:t>
            </a:r>
          </a:p>
          <a:p>
            <a:r>
              <a:t>Study SHA256 af791067994d62249bda4587c33bd4a9782d66c52531aadd98c3198ae1ac6e17.</a:t>
            </a:r>
          </a:p>
          <a:p>
            <a:r>
              <a:t>Model com-kotobalabs/open-jev-deberta-v3-large, revision 188ee67a5c93122b916e5acd5bdb0cb3623e380a.</a:t>
            </a:r>
          </a:p>
          <a:p>
            <a:r>
              <a:t>Independent community model, not TypeSafe Jev or JEV-9B. Native p(yes), no task-specific training, fixed future-change question, validation F1 thresholds. Historical partitions/labels follow the frozen #357 contract. Reported counts, positives and classical metrics/identities match both prior studies. Raw predictions were not independently rescored or aligned for this presentation. HF1=ModernBERT/Qwen embeddings; HF2=Phi/Gemma/Qwen3.5. Cross-study comparisons are descriptive with different protocols. Reported gain intervals compare Jev with CLASSICAL, not HF1/HF2; 2000 paired issue bootstrap resamples, no temporal-dependence or multiplicity adjustment. Truncation counts refer to unique test issues per project, not four repeated level populations. Same observed retrospective holdout; public-Jira pretraining contamination is possible. K=at least K changed words AND at least one relevant text edit, not a percentage.</a:t>
            </a:r>
          </a:p>
          <a:p>
            <a:r>
              <a:t>Comparison Tasks/sprint-data-analysis-summary/data/hf-20261008-report.json SHA256 7698fe31e652cc8d24fb2cc8ff8a443c2c1ec04ac3786cd9bf3dc0e6f4ec006a</a:t>
            </a:r>
          </a:p>
          <a:p>
            <a:r>
              <a:t>Comparison Tasks/sprint-data-analysis-summary/data/hf-20261019-report.json SHA256 3bd3ef27dac8a7f476ae341a8e8ef172b3bd3e7f773c13d51875cbd122f07fb6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jev-20261029-deberta; report received October 29, 2026.</a:t>
            </a:r>
          </a:p>
          <a:p>
            <a:r>
              <a:t>Source Tasks/sprint-data-analysis-summary/data/jev-20261029-report.json; SHA256 a074875efea0b7be102ae88b6180d6d63bc164d28df7ddaa45467ca3e4f6c81f.</a:t>
            </a:r>
          </a:p>
          <a:p>
            <a:r>
              <a:t>Study SHA256 af791067994d62249bda4587c33bd4a9782d66c52531aadd98c3198ae1ac6e17.</a:t>
            </a:r>
          </a:p>
          <a:p>
            <a:r>
              <a:t>Model com-kotobalabs/open-jev-deberta-v3-large, revision 188ee67a5c93122b916e5acd5bdb0cb3623e380a.</a:t>
            </a:r>
          </a:p>
          <a:p>
            <a:r>
              <a:t>Independent community model, not TypeSafe Jev or JEV-9B. Native p(yes), no task-specific training, fixed future-change question, validation F1 thresholds. Historical partitions/labels follow the frozen #357 contract. Reported counts, positives and classical metrics/identities match both prior studies. Raw predictions were not independently rescored or aligned for this presentation. HF1=ModernBERT/Qwen embeddings; HF2=Phi/Gemma/Qwen3.5. Cross-study comparisons are descriptive with different protocols. Reported gain intervals compare Jev with CLASSICAL, not HF1/HF2; 2000 paired issue bootstrap resamples, no temporal-dependence or multiplicity adjustment. Truncation counts refer to unique test issues per project, not four repeated level populations. Same observed retrospective holdout; public-Jira pretraining contamination is possible. K=at least K changed words AND at least one relevant text edit, not a percentage.</a:t>
            </a:r>
          </a:p>
          <a:p>
            <a:r>
              <a:t>Comparison Tasks/sprint-data-analysis-summary/data/hf-20261008-report.json SHA256 7698fe31e652cc8d24fb2cc8ff8a443c2c1ec04ac3786cd9bf3dc0e6f4ec006a</a:t>
            </a:r>
          </a:p>
          <a:p>
            <a:r>
              <a:t>Comparison Tasks/sprint-data-analysis-summary/data/hf-20261019-report.json SHA256 3bd3ef27dac8a7f476ae341a8e8ef172b3bd3e7f773c13d51875cbd122f07fb6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jev-20261029-deberta; report received October 29, 2026.</a:t>
            </a:r>
          </a:p>
          <a:p>
            <a:r>
              <a:t>Source Tasks/sprint-data-analysis-summary/data/jev-20261029-report.json; SHA256 a074875efea0b7be102ae88b6180d6d63bc164d28df7ddaa45467ca3e4f6c81f.</a:t>
            </a:r>
          </a:p>
          <a:p>
            <a:r>
              <a:t>Study SHA256 af791067994d62249bda4587c33bd4a9782d66c52531aadd98c3198ae1ac6e17.</a:t>
            </a:r>
          </a:p>
          <a:p>
            <a:r>
              <a:t>Model com-kotobalabs/open-jev-deberta-v3-large, revision 188ee67a5c93122b916e5acd5bdb0cb3623e380a.</a:t>
            </a:r>
          </a:p>
          <a:p>
            <a:r>
              <a:t>Independent community model, not TypeSafe Jev or JEV-9B. Native p(yes), no task-specific training, fixed future-change question, validation F1 thresholds. Historical partitions/labels follow the frozen #357 contract. Reported counts, positives and classical metrics/identities match both prior studies. Raw predictions were not independently rescored or aligned for this presentation. HF1=ModernBERT/Qwen embeddings; HF2=Phi/Gemma/Qwen3.5. Cross-study comparisons are descriptive with different protocols. Reported gain intervals compare Jev with CLASSICAL, not HF1/HF2; 2000 paired issue bootstrap resamples, no temporal-dependence or multiplicity adjustment. Truncation counts refer to unique test issues per project, not four repeated level populations. Same observed retrospective holdout; public-Jira pretraining contamination is possible. K=at least K changed words AND at least one relevant text edit, not a percentage.</a:t>
            </a:r>
          </a:p>
          <a:p>
            <a:r>
              <a:t>Comparison Tasks/sprint-data-analysis-summary/data/hf-20261008-report.json SHA256 7698fe31e652cc8d24fb2cc8ff8a443c2c1ec04ac3786cd9bf3dc0e6f4ec006a</a:t>
            </a:r>
          </a:p>
          <a:p>
            <a:r>
              <a:t>Comparison Tasks/sprint-data-analysis-summary/data/hf-20261019-report.json SHA256 3bd3ef27dac8a7f476ae341a8e8ef172b3bd3e7f773c13d51875cbd122f07fb6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jev-20261029-deberta; report received October 29, 2026.</a:t>
            </a:r>
          </a:p>
          <a:p>
            <a:r>
              <a:t>Source Tasks/sprint-data-analysis-summary/data/jev-20261029-report.json; SHA256 a074875efea0b7be102ae88b6180d6d63bc164d28df7ddaa45467ca3e4f6c81f.</a:t>
            </a:r>
          </a:p>
          <a:p>
            <a:r>
              <a:t>Study SHA256 af791067994d62249bda4587c33bd4a9782d66c52531aadd98c3198ae1ac6e17.</a:t>
            </a:r>
          </a:p>
          <a:p>
            <a:r>
              <a:t>Model com-kotobalabs/open-jev-deberta-v3-large, revision 188ee67a5c93122b916e5acd5bdb0cb3623e380a.</a:t>
            </a:r>
          </a:p>
          <a:p>
            <a:r>
              <a:t>Independent community model, not TypeSafe Jev or JEV-9B. Native p(yes), no task-specific training, fixed future-change question, validation F1 thresholds. Historical partitions/labels follow the frozen #357 contract. Reported counts, positives and classical metrics/identities match both prior studies. Raw predictions were not independently rescored or aligned for this presentation. HF1=ModernBERT/Qwen embeddings; HF2=Phi/Gemma/Qwen3.5. Cross-study comparisons are descriptive with different protocols. Reported gain intervals compare Jev with CLASSICAL, not HF1/HF2; 2000 paired issue bootstrap resamples, no temporal-dependence or multiplicity adjustment. Truncation counts refer to unique test issues per project, not four repeated level populations. Same observed retrospective holdout; public-Jira pretraining contamination is possible. K=at least K changed words AND at least one relevant text edit, not a percentage.</a:t>
            </a:r>
          </a:p>
          <a:p>
            <a:r>
              <a:t>Comparison Tasks/sprint-data-analysis-summary/data/hf-20261008-report.json SHA256 7698fe31e652cc8d24fb2cc8ff8a443c2c1ec04ac3786cd9bf3dc0e6f4ec006a</a:t>
            </a:r>
          </a:p>
          <a:p>
            <a:r>
              <a:t>Comparison Tasks/sprint-data-analysis-summary/data/hf-20261019-report.json SHA256 3bd3ef27dac8a7f476ae341a8e8ef172b3bd3e7f773c13d51875cbd122f07fb6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jev-20261029-deberta; report received October 29, 2026.</a:t>
            </a:r>
          </a:p>
          <a:p>
            <a:r>
              <a:t>Source Tasks/sprint-data-analysis-summary/data/jev-20261029-report.json; SHA256 a074875efea0b7be102ae88b6180d6d63bc164d28df7ddaa45467ca3e4f6c81f.</a:t>
            </a:r>
          </a:p>
          <a:p>
            <a:r>
              <a:t>Study SHA256 af791067994d62249bda4587c33bd4a9782d66c52531aadd98c3198ae1ac6e17.</a:t>
            </a:r>
          </a:p>
          <a:p>
            <a:r>
              <a:t>Model com-kotobalabs/open-jev-deberta-v3-large, revision 188ee67a5c93122b916e5acd5bdb0cb3623e380a.</a:t>
            </a:r>
          </a:p>
          <a:p>
            <a:r>
              <a:t>Independent community model, not TypeSafe Jev or JEV-9B. Native p(yes), no task-specific training, fixed future-change question, validation F1 thresholds. Historical partitions/labels follow the frozen #357 contract. Reported counts, positives and classical metrics/identities match both prior studies. Raw predictions were not independently rescored or aligned for this presentation. HF1=ModernBERT/Qwen embeddings; HF2=Phi/Gemma/Qwen3.5. Cross-study comparisons are descriptive with different protocols. Reported gain intervals compare Jev with CLASSICAL, not HF1/HF2; 2000 paired issue bootstrap resamples, no temporal-dependence or multiplicity adjustment. Truncation counts refer to unique test issues per project, not four repeated level populations. Same observed retrospective holdout; public-Jira pretraining contamination is possible. K=at least K changed words AND at least one relevant text edit, not a percentage.</a:t>
            </a:r>
          </a:p>
          <a:p>
            <a:r>
              <a:t>Comparison Tasks/sprint-data-analysis-summary/data/hf-20261008-report.json SHA256 7698fe31e652cc8d24fb2cc8ff8a443c2c1ec04ac3786cd9bf3dc0e6f4ec006a</a:t>
            </a:r>
          </a:p>
          <a:p>
            <a:r>
              <a:t>Comparison Tasks/sprint-data-analysis-summary/data/hf-20261019-report.json SHA256 3bd3ef27dac8a7f476ae341a8e8ef172b3bd3e7f773c13d51875cbd122f07fb6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jev-20261029-deberta; report received October 29, 2026.</a:t>
            </a:r>
          </a:p>
          <a:p>
            <a:r>
              <a:t>Source Tasks/sprint-data-analysis-summary/data/jev-20261029-report.json; SHA256 a074875efea0b7be102ae88b6180d6d63bc164d28df7ddaa45467ca3e4f6c81f.</a:t>
            </a:r>
          </a:p>
          <a:p>
            <a:r>
              <a:t>Study SHA256 af791067994d62249bda4587c33bd4a9782d66c52531aadd98c3198ae1ac6e17.</a:t>
            </a:r>
          </a:p>
          <a:p>
            <a:r>
              <a:t>Model com-kotobalabs/open-jev-deberta-v3-large, revision 188ee67a5c93122b916e5acd5bdb0cb3623e380a.</a:t>
            </a:r>
          </a:p>
          <a:p>
            <a:r>
              <a:t>Independent community model, not TypeSafe Jev or JEV-9B. Native p(yes), no task-specific training, fixed future-change question, validation F1 thresholds. Historical partitions/labels follow the frozen #357 contract. Reported counts, positives and classical metrics/identities match both prior studies. Raw predictions were not independently rescored or aligned for this presentation. HF1=ModernBERT/Qwen embeddings; HF2=Phi/Gemma/Qwen3.5. Cross-study comparisons are descriptive with different protocols. Reported gain intervals compare Jev with CLASSICAL, not HF1/HF2; 2000 paired issue bootstrap resamples, no temporal-dependence or multiplicity adjustment. Truncation counts refer to unique test issues per project, not four repeated level populations. Same observed retrospective holdout; public-Jira pretraining contamination is possible. K=at least K changed words AND at least one relevant text edit, not a percentage.</a:t>
            </a:r>
          </a:p>
          <a:p>
            <a:r>
              <a:t>Comparison Tasks/sprint-data-analysis-summary/data/hf-20261008-report.json SHA256 7698fe31e652cc8d24fb2cc8ff8a443c2c1ec04ac3786cd9bf3dc0e6f4ec006a</a:t>
            </a:r>
          </a:p>
          <a:p>
            <a:r>
              <a:t>Comparison Tasks/sprint-data-analysis-summary/data/hf-20261019-report.json SHA256 3bd3ef27dac8a7f476ae341a8e8ef172b3bd3e7f773c13d51875cbd122f07fb6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Study jev-20261029-deberta; report received October 29, 2026.</a:t>
            </a:r>
          </a:p>
          <a:p>
            <a:r>
              <a:t>Source Tasks/sprint-data-analysis-summary/data/jev-20261029-report.json; SHA256 a074875efea0b7be102ae88b6180d6d63bc164d28df7ddaa45467ca3e4f6c81f.</a:t>
            </a:r>
          </a:p>
          <a:p>
            <a:r>
              <a:t>Study SHA256 af791067994d62249bda4587c33bd4a9782d66c52531aadd98c3198ae1ac6e17.</a:t>
            </a:r>
          </a:p>
          <a:p>
            <a:r>
              <a:t>Model com-kotobalabs/open-jev-deberta-v3-large, revision 188ee67a5c93122b916e5acd5bdb0cb3623e380a.</a:t>
            </a:r>
          </a:p>
          <a:p>
            <a:r>
              <a:t>Independent community model, not TypeSafe Jev or JEV-9B. Native p(yes), no task-specific training, fixed future-change question, validation F1 thresholds. Historical partitions/labels follow the frozen #357 contract. Reported counts, positives and classical metrics/identities match both prior studies. Raw predictions were not independently rescored or aligned for this presentation. HF1=ModernBERT/Qwen embeddings; HF2=Phi/Gemma/Qwen3.5. Cross-study comparisons are descriptive with different protocols. Reported gain intervals compare Jev with CLASSICAL, not HF1/HF2; 2000 paired issue bootstrap resamples, no temporal-dependence or multiplicity adjustment. Truncation counts refer to unique test issues per project, not four repeated level populations. Same observed retrospective holdout; public-Jira pretraining contamination is possible. K=at least K changed words AND at least one relevant text edit, not a percentage.</a:t>
            </a:r>
          </a:p>
          <a:p>
            <a:r>
              <a:t>Comparison Tasks/sprint-data-analysis-summary/data/hf-20261008-report.json SHA256 7698fe31e652cc8d24fb2cc8ff8a443c2c1ec04ac3786cd9bf3dc0e6f4ec006a</a:t>
            </a:r>
          </a:p>
          <a:p>
            <a:r>
              <a:t>Comparison Tasks/sprint-data-analysis-summary/data/hf-20261019-report.json SHA256 3bd3ef27dac8a7f476ae341a8e8ef172b3bd3e7f773c13d51875cbd122f07fb6</a:t>
            </a:r>
          </a:p>
          <a:p>
            <a:r>
              <a:t>Plain-language introduction. The short issue and 0.70 score are invented illustrations, not measured outputs. The native model produces p(yes); domain calibration is not established, so this must not be presented as a guaranteed 70% future-event chance. The real fixed prompt includes summary, description and acceptance criteria, future post-sprint editing and a changed-word threshold. Native weights/head/temperature stay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classical-best-comparison-20261029. Requested both classical-selection definitions.</a:t>
            </a:r>
          </a:p>
          <a:p>
            <a:r>
              <a:t>Source Tasks/sprint-data-analysis-summary/data/classical-best-comparison-20261029.json SHA256 ce0af587dc6a5094343de93215a1b3f7008cac2243678d2bc53202223f1ea0a0.</a:t>
            </a:r>
          </a:p>
          <a:p>
            <a:r>
              <a:t>144 immutable #357 candidate metric files; RF, XGboost, NN x baseline/refactored. Legacy XGboost label refers to the existing boosting implementation. Per-cell choice precedes equal-weight averaging over 24 cells. New-study choices remain their own validation-selected outputs; no best-on-test SLM across studies. Test-best old is a retrospective PR-area comparison, not a deployable selection rule or an upper bound on every secondary metric. No new-versus-test-best bootstrap computed.</a:t>
            </a:r>
          </a:p>
          <a:p>
            <a:r>
              <a:t>{</a:t>
            </a:r>
          </a:p>
          <a:p>
            <a:r>
              <a:t>  "schema": "classical-ranking-comparison-v1",</a:t>
            </a:r>
          </a:p>
          <a:p>
            <a:r>
              <a:t>  "source_commit": "028b4e40f81ce29f00ae561f795a6df8a52adb7b",</a:t>
            </a:r>
          </a:p>
          <a:p>
            <a:r>
              <a:t>  "classical_candidates": [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"Tasks/task-summaries/validate-refactored-model-per-dataset-20260927-134055/artifacts/cluster-run/apache/results/model/words_5/RF/baseline/metrics.json",</a:t>
            </a:r>
          </a:p>
          <a:p>
            <a:r>
              <a:t>      "blob_sha1": "2882122d25e452cbdea94a4e22f715acba76bc7a",</a:t>
            </a:r>
          </a:p>
          <a:p>
            <a:r>
              <a:t>      "sha256": "666ef5d466e95fa47b26e508107bdbf57e346302e988702351a6e7b2fabe3f92",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0.8684039087947882,</a:t>
            </a:r>
          </a:p>
          <a:p>
            <a:r>
              <a:t>          "auc_prc": 0.18316266051546506,</a:t>
            </a:r>
          </a:p>
          <a:p>
            <a:r>
              <a:t>          "average_precision": 0.18686271145373343,</a:t>
            </a:r>
          </a:p>
          <a:p>
            <a:r>
              <a:t>          "balanced_accuracy": 0.5090980238700842,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1327,</a:t>
            </a:r>
          </a:p>
          <a:p>
            <a:r>
              <a:t>              18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184,</a:t>
            </a:r>
          </a:p>
          <a:p>
            <a:r>
              <a:t>              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0.05607476635514019,</a:t>
            </a:r>
          </a:p>
          <a:p>
            <a:r>
              <a:t>          "positive_count": 190,</a:t>
            </a:r>
          </a:p>
          <a:p>
            <a:r>
              <a:t>          "positive_rate": 0.1237785016286645,</a:t>
            </a:r>
          </a:p>
          <a:p>
            <a:r>
              <a:t>          "precision": 0.25,</a:t>
            </a:r>
          </a:p>
          <a:p>
            <a:r>
              <a:t>          "recall": 0.031578947368421054,</a:t>
            </a:r>
          </a:p>
          <a:p>
            <a:r>
              <a:t>          "roc_auc": 0.6131441987869302,</a:t>
            </a:r>
          </a:p>
          <a:p>
            <a:r>
              <a:t>          "row_count": 1535,</a:t>
            </a:r>
          </a:p>
          <a:p>
            <a:r>
              <a:t>          "threshold": 0.24999999999999994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0.6903520208604954,</a:t>
            </a:r>
          </a:p>
          <a:p>
            <a:r>
              <a:t>          "auc_prc": 0.3023740288985096,</a:t>
            </a:r>
          </a:p>
          <a:p>
            <a:r>
              <a:t>          "average_precision": 0.3038972140499168,</a:t>
            </a:r>
          </a:p>
          <a:p>
            <a:r>
              <a:t>          "balanced_accuracy": 0.6424067922389438,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905,</a:t>
            </a:r>
          </a:p>
          <a:p>
            <a:r>
              <a:t>              358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117,</a:t>
            </a:r>
          </a:p>
          <a:p>
            <a:r>
              <a:t>              154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0.39335887611749676,</a:t>
            </a:r>
          </a:p>
          <a:p>
            <a:r>
              <a:t>          "positive_count": 271,</a:t>
            </a:r>
          </a:p>
          <a:p>
            <a:r>
              <a:t>          "positive_rate": 0.17666232073011734,</a:t>
            </a:r>
          </a:p>
          <a:p>
            <a:r>
              <a:t>          "precision": 0.30078125,</a:t>
            </a:r>
          </a:p>
          <a:p>
            <a:r>
              <a:t>          "recall": 0.5682656826568265,</a:t>
            </a:r>
          </a:p>
          <a:p>
            <a:r>
              <a:t>          "roc_auc": 0.6573743765941222,</a:t>
            </a:r>
          </a:p>
          <a:p>
            <a:r>
              <a:t>          "row_count": 1534,</a:t>
            </a:r>
          </a:p>
          <a:p>
            <a:r>
              <a:t>          "threshold": 0.24999999999999994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"Tasks/task-summaries/validate-refactored-model-per-dataset-20260927-134055/artifacts/cluster-run/apache/results/model/words_5/RF/refactored/metrics.json",</a:t>
            </a:r>
          </a:p>
          <a:p>
            <a:r>
              <a:t>      "blob_sha1": "592a1ed66c023f2c01c99d6ac1a3173acdccc7ef",</a:t>
            </a:r>
          </a:p>
          <a:p>
            <a:r>
              <a:t>      "sha256": "4ec0b6b959dae6d99efecde23a72ea3bb4854a6785d1f32891472c1fc7457ccc",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0.8039087947882736,</a:t>
            </a:r>
          </a:p>
          <a:p>
            <a:r>
              <a:t>          "auc_prc": 0.20553213192104555,</a:t>
            </a:r>
          </a:p>
          <a:p>
            <a:r>
              <a:t>          "average_precision": 0.20919768072936007,</a:t>
            </a:r>
          </a:p>
          <a:p>
            <a:r>
              <a:t>          "balanced_accuracy": 0.5717276462531794,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1184,</a:t>
            </a:r>
          </a:p>
          <a:p>
            <a:r>
              <a:t>              161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140,</a:t>
            </a:r>
          </a:p>
          <a:p>
            <a:r>
              <a:t>              50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0.24937655860349128,</a:t>
            </a:r>
          </a:p>
          <a:p>
            <a:r>
              <a:t>          "positive_count": 190,</a:t>
            </a:r>
          </a:p>
          <a:p>
            <a:r>
              <a:t>          "positive_rate": 0.1237785016286645,</a:t>
            </a:r>
          </a:p>
          <a:p>
            <a:r>
              <a:t>          "precision": 0.23696682464454977,</a:t>
            </a:r>
          </a:p>
          <a:p>
            <a:r>
              <a:t>          "recall": 0.2631578947368421,</a:t>
            </a:r>
          </a:p>
          <a:p>
            <a:r>
              <a:t>          "roc_auc": 0.6361768734102915,</a:t>
            </a:r>
          </a:p>
          <a:p>
            <a:r>
              <a:t>          "row_count": 1535,</a:t>
            </a:r>
          </a:p>
          <a:p>
            <a:r>
              <a:t>          "threshold": 0.49999999999999994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0.6857887874837028,</a:t>
            </a:r>
          </a:p>
          <a:p>
            <a:r>
              <a:t>          "auc_prc": 0.29815553993128296,</a:t>
            </a:r>
          </a:p>
          <a:p>
            <a:r>
              <a:t>          "average_precision": 0.30029141488416455,</a:t>
            </a:r>
          </a:p>
          <a:p>
            <a:r>
              <a:t>          "balanced_accuracy": 0.6555761044546312,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887,</a:t>
            </a:r>
          </a:p>
          <a:p>
            <a:r>
              <a:t>              376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106,</a:t>
            </a:r>
          </a:p>
          <a:p>
            <a:r>
              <a:t>              165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0.40640394088669946,</a:t>
            </a:r>
          </a:p>
          <a:p>
            <a:r>
              <a:t>          "positive_count": 271,</a:t>
            </a:r>
          </a:p>
          <a:p>
            <a:r>
              <a:t>          "positive_rate": 0.17666232073011734,</a:t>
            </a:r>
          </a:p>
          <a:p>
            <a:r>
              <a:t>          "precision": 0.3049907578558225,</a:t>
            </a:r>
          </a:p>
          <a:p>
            <a:r>
              <a:t>          "recall": 0.6088560885608856,</a:t>
            </a:r>
          </a:p>
          <a:p>
            <a:r>
              <a:t>          "roc_auc": 0.6710432900053466,</a:t>
            </a:r>
          </a:p>
          <a:p>
            <a:r>
              <a:t>          "row_count": 1534,</a:t>
            </a:r>
          </a:p>
          <a:p>
            <a:r>
              <a:t>          "threshold": 0.49999999999999994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"Tasks/task-summaries/validate-refactored-model-per-dataset-20260927-134055/artifacts/cluster-run/apache/results/model/words_5/XGboost/baseline/metrics.json",</a:t>
            </a:r>
          </a:p>
          <a:p>
            <a:r>
              <a:t>      "blob_sha1": "261c514f6e65bf6cb513d889825d2b0a2773b18e",</a:t>
            </a:r>
          </a:p>
          <a:p>
            <a:r>
              <a:t>      "sha256": "a8c8155838c98006d637c9c2c3870c25ad5957889ed097be402597da7545548a",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0.8586319218241042,</a:t>
            </a:r>
          </a:p>
          <a:p>
            <a:r>
              <a:t>          "auc_prc": 0.19186403840642263,</a:t>
            </a:r>
          </a:p>
          <a:p>
            <a:r>
              <a:t>          "average_precision": 0.19445281964389127,</a:t>
            </a:r>
          </a:p>
          <a:p>
            <a:r>
              <a:t>          "balanced_accuracy": 0.5216004695754255,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1304,</a:t>
            </a:r>
          </a:p>
          <a:p>
            <a:r>
              <a:t>              41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176,</a:t>
            </a:r>
          </a:p>
          <a:p>
            <a:r>
              <a:t>              14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0.11428571428571427,</a:t>
            </a:r>
          </a:p>
          <a:p>
            <a:r>
              <a:t>          "positive_count": 190,</a:t>
            </a:r>
          </a:p>
          <a:p>
            <a:r>
              <a:t>          "positive_rate": 0.1237785016286645,</a:t>
            </a:r>
          </a:p>
          <a:p>
            <a:r>
              <a:t>          "precision": 0.2545454545454545,</a:t>
            </a:r>
          </a:p>
          <a:p>
            <a:r>
              <a:t>          "recall": 0.07368421052631578,</a:t>
            </a:r>
          </a:p>
          <a:p>
            <a:r>
              <a:t>          "roc_auc": 0.6139894345529251,</a:t>
            </a:r>
          </a:p>
          <a:p>
            <a:r>
              <a:t>          "row_count": 1535,</a:t>
            </a:r>
          </a:p>
          <a:p>
            <a:r>
              <a:t>          "threshold": 0.16999999999999998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0.6923076923076923,</a:t>
            </a:r>
          </a:p>
          <a:p>
            <a:r>
              <a:t>          "auc_prc": 0.35089135212745254,</a:t>
            </a:r>
          </a:p>
          <a:p>
            <a:r>
              <a:t>          "average_precision": 0.3501610426965255,</a:t>
            </a:r>
          </a:p>
          <a:p>
            <a:r>
              <a:t>          "balanced_accuracy": 0.6537383901154925,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901,</a:t>
            </a:r>
          </a:p>
          <a:p>
            <a:r>
              <a:t>              362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110,</a:t>
            </a:r>
          </a:p>
          <a:p>
            <a:r>
              <a:t>              161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0.4055415617128464,</a:t>
            </a:r>
          </a:p>
          <a:p>
            <a:r>
              <a:t>          "positive_count": 271,</a:t>
            </a:r>
          </a:p>
          <a:p>
            <a:r>
              <a:t>          "positive_rate": 0.17666232073011734,</a:t>
            </a:r>
          </a:p>
          <a:p>
            <a:r>
              <a:t>          "precision": 0.3078393881453155,</a:t>
            </a:r>
          </a:p>
          <a:p>
            <a:r>
              <a:t>          "recall": 0.5940959409594095,</a:t>
            </a:r>
          </a:p>
          <a:p>
            <a:r>
              <a:t>          "roc_auc": 0.6736523184709282,</a:t>
            </a:r>
          </a:p>
          <a:p>
            <a:r>
              <a:t>          "row_count": 1534,</a:t>
            </a:r>
          </a:p>
          <a:p>
            <a:r>
              <a:t>          "threshold": 0.16999999999999998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"Tasks/task-summaries/validate-refactored-model-per-dataset-20260927-134055/artifacts/cluster-run/apache/results/model/words_5/XGboost/refactored/metrics.json",</a:t>
            </a:r>
          </a:p>
          <a:p>
            <a:r>
              <a:t>      "blob_sha1": "ceb9f032a8331b2d90bcab4885ad5c94283359ea",</a:t>
            </a:r>
          </a:p>
          <a:p>
            <a:r>
              <a:t>      "sha256": "9768ee10c6d6a11f7e7554093f3b5aa1f7960f95d8657719c44cff3e13cd9bc4",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0.8677524429967427,</a:t>
            </a:r>
          </a:p>
          <a:p>
            <a:r>
              <a:t>          "auc_prc": 0.1878863359523376,</a:t>
            </a:r>
          </a:p>
          <a:p>
            <a:r>
              <a:t>          "average_precision": 0.19153468155718786,</a:t>
            </a:r>
          </a:p>
          <a:p>
            <a:r>
              <a:t>          "balanced_accuracy": 0.5200254353355508,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1321,</a:t>
            </a:r>
          </a:p>
          <a:p>
            <a:r>
              <a:t>              24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179,</a:t>
            </a:r>
          </a:p>
          <a:p>
            <a:r>
              <a:t>              11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0.09777777777777777,</a:t>
            </a:r>
          </a:p>
          <a:p>
            <a:r>
              <a:t>          "positive_count": 190,</a:t>
            </a:r>
          </a:p>
          <a:p>
            <a:r>
              <a:t>          "positive_rate": 0.1237785016286645,</a:t>
            </a:r>
          </a:p>
          <a:p>
            <a:r>
              <a:t>          "precision": 0.3142857142857143,</a:t>
            </a:r>
          </a:p>
          <a:p>
            <a:r>
              <a:t>          "recall": 0.05789473684210526,</a:t>
            </a:r>
          </a:p>
          <a:p>
            <a:r>
              <a:t>          "roc_auc": 0.613083545294463,</a:t>
            </a:r>
          </a:p>
          <a:p>
            <a:r>
              <a:t>          "row_count": 1535,</a:t>
            </a:r>
          </a:p>
          <a:p>
            <a:r>
              <a:t>          "threshold": 0.6499999999999999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0.711212516297262,</a:t>
            </a:r>
          </a:p>
          <a:p>
            <a:r>
              <a:t>          "auc_prc": 0.3296915158435547,</a:t>
            </a:r>
          </a:p>
          <a:p>
            <a:r>
              <a:t>          "average_precision": 0.33031834574951596,</a:t>
            </a:r>
          </a:p>
          <a:p>
            <a:r>
              <a:t>          "balanced_accuracy": 0.6449310930163934,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944,</a:t>
            </a:r>
          </a:p>
          <a:p>
            <a:r>
              <a:t>              319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124,</a:t>
            </a:r>
          </a:p>
          <a:p>
            <a:r>
              <a:t>              147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0.39891451831750335,</a:t>
            </a:r>
          </a:p>
          <a:p>
            <a:r>
              <a:t>          "positive_count": 271,</a:t>
            </a:r>
          </a:p>
          <a:p>
            <a:r>
              <a:t>          "positive_rate": 0.17666232073011734,</a:t>
            </a:r>
          </a:p>
          <a:p>
            <a:r>
              <a:t>          "precision": 0.315450643776824,</a:t>
            </a:r>
          </a:p>
          <a:p>
            <a:r>
              <a:t>          "recall": 0.5424354243542435,</a:t>
            </a:r>
          </a:p>
          <a:p>
            <a:r>
              <a:t>          "roc_auc": 0.6656367870092003,</a:t>
            </a:r>
          </a:p>
          <a:p>
            <a:r>
              <a:t>          "row_count": 1534,</a:t>
            </a:r>
          </a:p>
          <a:p>
            <a:r>
              <a:t>          "threshold": 0.6499999999999999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"Tasks/task-summaries/validate-refactored-model-per-dataset-20260927-134055/artifacts/cluster-run/apache/results/model/words_5/NN/baseline/metrics.json",</a:t>
            </a:r>
          </a:p>
          <a:p>
            <a:r>
              <a:t>      "blob_sha1": "8cc0b04a93c690f0aa5b6f88178dfc70dd63f55c",</a:t>
            </a:r>
          </a:p>
          <a:p>
            <a:r>
              <a:t>      "sha256": "346dfc8c3ee15be6234a704174558ae1083962b723f30ab2ca7ea41a3891ea92",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0.8697068403908795,</a:t>
            </a:r>
          </a:p>
          <a:p>
            <a:r>
              <a:t>          "auc_prc": 0.1389888264339822,</a:t>
            </a:r>
          </a:p>
          <a:p>
            <a:r>
              <a:t>          "average_precision": 0.14126389878761125,</a:t>
            </a:r>
          </a:p>
          <a:p>
            <a:r>
              <a:t>          "balanced_accuracy": 0.5166210135002934,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1326,</a:t>
            </a:r>
          </a:p>
          <a:p>
            <a:r>
              <a:t>              19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181,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0.08256880733944955,</a:t>
            </a:r>
          </a:p>
          <a:p>
            <a:r>
              <a:t>          "positive_count": 190,</a:t>
            </a:r>
          </a:p>
          <a:p>
            <a:r>
              <a:t>          "positive_rate": 0.1237785016286645,</a:t>
            </a:r>
          </a:p>
          <a:p>
            <a:r>
              <a:t>          "precision": 0.32142857142857145,</a:t>
            </a:r>
          </a:p>
          <a:p>
            <a:r>
              <a:t>          "recall": 0.04736842105263158,</a:t>
            </a:r>
          </a:p>
          <a:p>
            <a:r>
              <a:t>          "roc_auc": 0.49002934846409707,</a:t>
            </a:r>
          </a:p>
          <a:p>
            <a:r>
              <a:t>          "row_count": 1535,</a:t>
            </a:r>
          </a:p>
          <a:p>
            <a:r>
              <a:t>          "threshold": 0.24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0.6466753585397653,</a:t>
            </a:r>
          </a:p>
          <a:p>
            <a:r>
              <a:t>          "auc_prc": 0.2689721658637526,</a:t>
            </a:r>
          </a:p>
          <a:p>
            <a:r>
              <a:t>          "average_precision": 0.27083828938582577,</a:t>
            </a:r>
          </a:p>
          <a:p>
            <a:r>
              <a:t>          "balanced_accuracy": 0.5941456089145214,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853,</a:t>
            </a:r>
          </a:p>
          <a:p>
            <a:r>
              <a:t>              410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132,</a:t>
            </a:r>
          </a:p>
          <a:p>
            <a:r>
              <a:t>              139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0.3390243902439024,</a:t>
            </a:r>
          </a:p>
          <a:p>
            <a:r>
              <a:t>          "positive_count": 271,</a:t>
            </a:r>
          </a:p>
          <a:p>
            <a:r>
              <a:t>          "positive_rate": 0.17666232073011734,</a:t>
            </a:r>
          </a:p>
          <a:p>
            <a:r>
              <a:t>          "precision": 0.25318761384335153,</a:t>
            </a:r>
          </a:p>
          <a:p>
            <a:r>
              <a:t>          "recall": 0.5129151291512916,</a:t>
            </a:r>
          </a:p>
          <a:p>
            <a:r>
              <a:t>          "roc_auc": 0.598145340123235,</a:t>
            </a:r>
          </a:p>
          <a:p>
            <a:r>
              <a:t>          "row_count": 1534,</a:t>
            </a:r>
          </a:p>
          <a:p>
            <a:r>
              <a:t>          "threshold": 0.24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"Tasks/task-summaries/validate-refactored-model-per-dataset-20260927-134055/artifacts/cluster-run/apache/results/model/words_5/NN/refactored/metrics.json",</a:t>
            </a:r>
          </a:p>
          <a:p>
            <a:r>
              <a:t>      "blob_sha1": "bd9d3b6b9480997b296fd68db14e31e959b3bee2",</a:t>
            </a:r>
          </a:p>
          <a:p>
            <a:r>
              <a:t>      "sha256": "7e5816b2c74de886cf4258d88821e607bbe6f0279099f8f0c8e00bffc6c99d14",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0.8742671009771987,</a:t>
            </a:r>
          </a:p>
          <a:p>
            <a:r>
              <a:t>          "auc_prc": 0.15437164998185235,</a:t>
            </a:r>
          </a:p>
          <a:p>
            <a:r>
              <a:t>          "average_precision": 0.15625846059927884,</a:t>
            </a:r>
          </a:p>
          <a:p>
            <a:r>
              <a:t>          "balanced_accuracy": 0.5169634122480923,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1334,</a:t>
            </a:r>
          </a:p>
          <a:p>
            <a:r>
              <a:t>              11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182,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0.07655502392344497,</a:t>
            </a:r>
          </a:p>
          <a:p>
            <a:r>
              <a:t>          "positive_count": 190,</a:t>
            </a:r>
          </a:p>
          <a:p>
            <a:r>
              <a:t>          "positive_rate": 0.1237785016286645,</a:t>
            </a:r>
          </a:p>
          <a:p>
            <a:r>
              <a:t>          "precision": 0.42105263157894735,</a:t>
            </a:r>
          </a:p>
          <a:p>
            <a:r>
              <a:t>          "recall": 0.042105263157894736,</a:t>
            </a:r>
          </a:p>
          <a:p>
            <a:r>
              <a:t>          "roc_auc": 0.5100802191351986,</a:t>
            </a:r>
          </a:p>
          <a:p>
            <a:r>
              <a:t>          "row_count": 1535,</a:t>
            </a:r>
          </a:p>
          <a:p>
            <a:r>
              <a:t>          "threshold": 0.95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0.6271186440677966,</a:t>
            </a:r>
          </a:p>
          <a:p>
            <a:r>
              <a:t>          "auc_prc": 0.32802652193229176,</a:t>
            </a:r>
          </a:p>
          <a:p>
            <a:r>
              <a:t>          "average_precision": 0.2636361495674562,</a:t>
            </a:r>
          </a:p>
          <a:p>
            <a:r>
              <a:t>          "balanced_accuracy": 0.5924130737744433,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816,</a:t>
            </a:r>
          </a:p>
          <a:p>
            <a:r>
              <a:t>              447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125,</a:t>
            </a:r>
          </a:p>
          <a:p>
            <a:r>
              <a:t>              146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0.33796296296296297,</a:t>
            </a:r>
          </a:p>
          <a:p>
            <a:r>
              <a:t>          "positive_count": 271,</a:t>
            </a:r>
          </a:p>
          <a:p>
            <a:r>
              <a:t>          "positive_rate": 0.17666232073011734,</a:t>
            </a:r>
          </a:p>
          <a:p>
            <a:r>
              <a:t>          "precision": 0.24620573355817876,</a:t>
            </a:r>
          </a:p>
          <a:p>
            <a:r>
              <a:t>          "recall": 0.5387453874538746,</a:t>
            </a:r>
          </a:p>
          <a:p>
            <a:r>
              <a:t>          "roc_auc": 0.5934707090538839,</a:t>
            </a:r>
          </a:p>
          <a:p>
            <a:r>
              <a:t>          "row_count": 1534,</a:t>
            </a:r>
          </a:p>
          <a:p>
            <a:r>
              <a:t>          "threshold": 0.95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"Tasks/task-summaries/validate-refactored-model-per-dataset-20260927-134055/artifacts/cluster-run/apache/results/model/words_10/RF/baseline/metrics.json",</a:t>
            </a:r>
          </a:p>
          <a:p>
            <a:r>
              <a:t>      "blob_sha1": "347fcc176beef6e86cebaec18f22057bd209ad25",</a:t>
            </a:r>
          </a:p>
          <a:p>
            <a:r>
              <a:t>      "sha256": "1c127903cd109e5cc238fe99d087d8693cabfb92d511920a985b2e6283996231",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0.9224755700325733,</a:t>
            </a:r>
          </a:p>
          <a:p>
            <a:r>
              <a:t>          "auc_prc": 0.1182617699189143,</a:t>
            </a:r>
          </a:p>
          <a:p>
            <a:r>
              <a:t>          "average_precision": 0.12300714873709821,</a:t>
            </a:r>
          </a:p>
          <a:p>
            <a:r>
              <a:t>          "balanced_accuracy": 0.49964714184897674,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1416,</a:t>
            </a:r>
          </a:p>
          <a:p>
            <a:r>
              <a:t>              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118,</a:t>
            </a:r>
          </a:p>
          <a:p>
            <a:r>
              <a:t>              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0.0,</a:t>
            </a:r>
          </a:p>
          <a:p>
            <a:r>
              <a:t>          "positive_count": 118,</a:t>
            </a:r>
          </a:p>
          <a:p>
            <a:r>
              <a:t>          "positive_rate": 0.07687296416938111,</a:t>
            </a:r>
          </a:p>
          <a:p>
            <a:r>
              <a:t>          "precision": 0.0,</a:t>
            </a:r>
          </a:p>
          <a:p>
            <a:r>
              <a:t>          "recall": 0.0,</a:t>
            </a:r>
          </a:p>
          <a:p>
            <a:r>
              <a:t>          "roc_auc": 0.6367415044914656,</a:t>
            </a:r>
          </a:p>
          <a:p>
            <a:r>
              <a:t>          "row_count": 1535,</a:t>
            </a:r>
          </a:p>
          <a:p>
            <a:r>
              <a:t>          "threshold": 0.26999999999999996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0.7177314211212517,</a:t>
            </a:r>
          </a:p>
          <a:p>
            <a:r>
              <a:t>          "auc_prc": 0.27228102474472077,</a:t>
            </a:r>
          </a:p>
          <a:p>
            <a:r>
              <a:t>          "average_precision": 0.2739411426073085,</a:t>
            </a:r>
          </a:p>
          <a:p>
            <a:r>
              <a:t>          "balanced_accuracy": 0.646210407239819,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987,</a:t>
            </a:r>
          </a:p>
          <a:p>
            <a:r>
              <a:t>              339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94,</a:t>
            </a:r>
          </a:p>
          <a:p>
            <a:r>
              <a:t>              114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0.3449319213313162,</a:t>
            </a:r>
          </a:p>
          <a:p>
            <a:r>
              <a:t>          "positive_count": 208,</a:t>
            </a:r>
          </a:p>
          <a:p>
            <a:r>
              <a:t>          "positive_rate": 0.13559322033898305,</a:t>
            </a:r>
          </a:p>
          <a:p>
            <a:r>
              <a:t>          "precision": 0.25165562913907286,</a:t>
            </a:r>
          </a:p>
          <a:p>
            <a:r>
              <a:t>          "recall": 0.5480769230769231,</a:t>
            </a:r>
          </a:p>
          <a:p>
            <a:r>
              <a:t>          "roc_auc": 0.6838452836756004,</a:t>
            </a:r>
          </a:p>
          <a:p>
            <a:r>
              <a:t>          "row_count": 1534,</a:t>
            </a:r>
          </a:p>
          <a:p>
            <a:r>
              <a:t>          "threshold": 0.26999999999999996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"Tasks/task-summaries/validate-refactored-model-per-dataset-20260927-134055/artifacts/cluster-run/apache/results/model/words_10/RF/refactored/metrics.json",</a:t>
            </a:r>
          </a:p>
          <a:p>
            <a:r>
              <a:t>      "blob_sha1": "c1170ea74c28452d30217bc1eb8325d6e28a0b4b",</a:t>
            </a:r>
          </a:p>
          <a:p>
            <a:r>
              <a:t>      "sha256": "50f781ae94a884d8f460f37aa36078d617f4843744cb4160c9bd34c514c2b332",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0.8364820846905537,</a:t>
            </a:r>
          </a:p>
          <a:p>
            <a:r>
              <a:t>          "auc_prc": 0.12796827977698227,</a:t>
            </a:r>
          </a:p>
          <a:p>
            <a:r>
              <a:t>          "average_precision": 0.13125600118277442,</a:t>
            </a:r>
          </a:p>
          <a:p>
            <a:r>
              <a:t>          "balanced_accuracy": 0.5618339054818607,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1256,</a:t>
            </a:r>
          </a:p>
          <a:p>
            <a:r>
              <a:t>              161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90,</a:t>
            </a:r>
          </a:p>
          <a:p>
            <a:r>
              <a:t>              28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0.1824104234527687,</a:t>
            </a:r>
          </a:p>
          <a:p>
            <a:r>
              <a:t>          "positive_count": 118,</a:t>
            </a:r>
          </a:p>
          <a:p>
            <a:r>
              <a:t>          "positive_rate": 0.07687296416938111,</a:t>
            </a:r>
          </a:p>
          <a:p>
            <a:r>
              <a:t>          "precision": 0.14814814814814814,</a:t>
            </a:r>
          </a:p>
          <a:p>
            <a:r>
              <a:t>          "recall": 0.23728813559322035,</a:t>
            </a:r>
          </a:p>
          <a:p>
            <a:r>
              <a:t>          "roc_auc": 0.6657685728981018,</a:t>
            </a:r>
          </a:p>
          <a:p>
            <a:r>
              <a:t>          "row_count": 1535,</a:t>
            </a:r>
          </a:p>
          <a:p>
            <a:r>
              <a:t>          "threshold": 0.4799999999999999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0.6929595827900913,</a:t>
            </a:r>
          </a:p>
          <a:p>
            <a:r>
              <a:t>          "auc_prc": 0.26783611844551847,</a:t>
            </a:r>
          </a:p>
          <a:p>
            <a:r>
              <a:t>          "average_precision": 0.2719209091580078,</a:t>
            </a:r>
          </a:p>
          <a:p>
            <a:r>
              <a:t>          "balanced_accuracy": 0.6582296380090498,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936,</a:t>
            </a:r>
          </a:p>
          <a:p>
            <a:r>
              <a:t>              390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81,</a:t>
            </a:r>
          </a:p>
          <a:p>
            <a:r>
              <a:t>              127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0.3503448275862069,</a:t>
            </a:r>
          </a:p>
          <a:p>
            <a:r>
              <a:t>          "positive_count": 208,</a:t>
            </a:r>
          </a:p>
          <a:p>
            <a:r>
              <a:t>          "positive_rate": 0.13559322033898305,</a:t>
            </a:r>
          </a:p>
          <a:p>
            <a:r>
              <a:t>          "precision": 0.24564796905222436,</a:t>
            </a:r>
          </a:p>
          <a:p>
            <a:r>
              <a:t>          "recall": 0.6105769230769231,</a:t>
            </a:r>
          </a:p>
          <a:p>
            <a:r>
              <a:t>          "roc_auc": 0.7062793682561782,</a:t>
            </a:r>
          </a:p>
          <a:p>
            <a:r>
              <a:t>          "row_count": 1534,</a:t>
            </a:r>
          </a:p>
          <a:p>
            <a:r>
              <a:t>          "threshold": 0.4799999999999999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"Tasks/task-summaries/validate-refactored-model-per-dataset-20260927-134055/artifacts/cluster-run/apache/results/model/words_10/XGboost/baseline/metrics.json",</a:t>
            </a:r>
          </a:p>
          <a:p>
            <a:r>
              <a:t>      "blob_sha1": "9bbd2d05cc444dc1364091f5d0a7769471049913",</a:t>
            </a:r>
          </a:p>
          <a:p>
            <a:r>
              <a:t>      "sha256": "fca7f8c09ba4322b78ffb3966d546e89e4dec273cc780353ce70fe55a0176c25",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0.9166123778501629,</a:t>
            </a:r>
          </a:p>
          <a:p>
            <a:r>
              <a:t>          "auc_prc": 0.12600434363632199,</a:t>
            </a:r>
          </a:p>
          <a:p>
            <a:r>
              <a:t>          "average_precision": 0.1281036425015546,</a:t>
            </a:r>
          </a:p>
          <a:p>
            <a:r>
              <a:t>          "balanced_accuracy": 0.504240278458907,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1405,</a:t>
            </a:r>
          </a:p>
          <a:p>
            <a:r>
              <a:t>              12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116,</a:t>
            </a:r>
          </a:p>
          <a:p>
            <a:r>
              <a:t>              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0.030303030303030297,</a:t>
            </a:r>
          </a:p>
          <a:p>
            <a:r>
              <a:t>          "positive_count": 118,</a:t>
            </a:r>
          </a:p>
          <a:p>
            <a:r>
              <a:t>          "positive_rate": 0.07687296416938111,</a:t>
            </a:r>
          </a:p>
          <a:p>
            <a:r>
              <a:t>          "precision": 0.14285714285714285,</a:t>
            </a:r>
          </a:p>
          <a:p>
            <a:r>
              <a:t>          "recall": 0.01694915254237288,</a:t>
            </a:r>
          </a:p>
          <a:p>
            <a:r>
              <a:t>          "roc_auc": 0.6550452734949703,</a:t>
            </a:r>
          </a:p>
          <a:p>
            <a:r>
              <a:t>          "row_count": 1535,</a:t>
            </a:r>
          </a:p>
          <a:p>
            <a:r>
              <a:t>          "threshold": 0.25999999999999995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0.7255541069100391,</a:t>
            </a:r>
          </a:p>
          <a:p>
            <a:r>
              <a:t>          "auc_prc": 0.2843757007674418,</a:t>
            </a:r>
          </a:p>
          <a:p>
            <a:r>
              <a:t>          "average_precision": 0.28605468010211177,</a:t>
            </a:r>
          </a:p>
          <a:p>
            <a:r>
              <a:t>          "balanced_accuracy": 0.6487085218702866,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1000,</a:t>
            </a:r>
          </a:p>
          <a:p>
            <a:r>
              <a:t>              326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95,</a:t>
            </a:r>
          </a:p>
          <a:p>
            <a:r>
              <a:t>              113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0.34930448222565696,</a:t>
            </a:r>
          </a:p>
          <a:p>
            <a:r>
              <a:t>          "positive_count": 208,</a:t>
            </a:r>
          </a:p>
          <a:p>
            <a:r>
              <a:t>          "positive_rate": 0.13559322033898305,</a:t>
            </a:r>
          </a:p>
          <a:p>
            <a:r>
              <a:t>          "precision": 0.25740318906605925,</a:t>
            </a:r>
          </a:p>
          <a:p>
            <a:r>
              <a:t>          "recall": 0.5432692307692307,</a:t>
            </a:r>
          </a:p>
          <a:p>
            <a:r>
              <a:t>          "roc_auc": 0.6840374463394825,</a:t>
            </a:r>
          </a:p>
          <a:p>
            <a:r>
              <a:t>          "row_count": 1534,</a:t>
            </a:r>
          </a:p>
          <a:p>
            <a:r>
              <a:t>          "threshold": 0.25999999999999995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"Tasks/task-summaries/validate-refactored-model-per-dataset-20260927-134055/artifacts/cluster-run/apache/results/model/words_10/XGboost/refactored/metrics.json",</a:t>
            </a:r>
          </a:p>
          <a:p>
            <a:r>
              <a:t>      "blob_sha1": "4ffd8ce77791feb7f9bc40a658327627e564e71c",</a:t>
            </a:r>
          </a:p>
          <a:p>
            <a:r>
              <a:t>      "sha256": "9ed4d2af07cceaaffd8ffe86a7940502565bca7f33f81ee168a035b80232c08e",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0.8703583061889251,</a:t>
            </a:r>
          </a:p>
          <a:p>
            <a:r>
              <a:t>          "auc_prc": 0.11673850866307559,</a:t>
            </a:r>
          </a:p>
          <a:p>
            <a:r>
              <a:t>          "average_precision": 0.1201999676966554,</a:t>
            </a:r>
          </a:p>
          <a:p>
            <a:r>
              <a:t>          "balanced_accuracy": 0.5335693695202326,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1320,</a:t>
            </a:r>
          </a:p>
          <a:p>
            <a:r>
              <a:t>              97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102,</a:t>
            </a:r>
          </a:p>
          <a:p>
            <a:r>
              <a:t>              16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0.13852813852813853,</a:t>
            </a:r>
          </a:p>
          <a:p>
            <a:r>
              <a:t>          "positive_count": 118,</a:t>
            </a:r>
          </a:p>
          <a:p>
            <a:r>
              <a:t>          "positive_rate": 0.07687296416938111,</a:t>
            </a:r>
          </a:p>
          <a:p>
            <a:r>
              <a:t>          "precision": 0.1415929203539823,</a:t>
            </a:r>
          </a:p>
          <a:p>
            <a:r>
              <a:t>          "recall": 0.13559322033898305,</a:t>
            </a:r>
          </a:p>
          <a:p>
            <a:r>
              <a:t>          "roc_auc": 0.6539358635455665,</a:t>
            </a:r>
          </a:p>
          <a:p>
            <a:r>
              <a:t>          "row_count": 1535,</a:t>
            </a:r>
          </a:p>
          <a:p>
            <a:r>
              <a:t>          "threshold": 0.62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0.7164276401564538,</a:t>
            </a:r>
          </a:p>
          <a:p>
            <a:r>
              <a:t>          "auc_prc": 0.2926457686956398,</a:t>
            </a:r>
          </a:p>
          <a:p>
            <a:r>
              <a:t>          "average_precision": 0.2922554808295055,</a:t>
            </a:r>
          </a:p>
          <a:p>
            <a:r>
              <a:t>          "balanced_accuracy": 0.6535633484162896,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981,</a:t>
            </a:r>
          </a:p>
          <a:p>
            <a:r>
              <a:t>              345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90,</a:t>
            </a:r>
          </a:p>
          <a:p>
            <a:r>
              <a:t>              118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0.35171385991058124,</a:t>
            </a:r>
          </a:p>
          <a:p>
            <a:r>
              <a:t>          "positive_count": 208,</a:t>
            </a:r>
          </a:p>
          <a:p>
            <a:r>
              <a:t>          "positive_rate": 0.13559322033898305,</a:t>
            </a:r>
          </a:p>
          <a:p>
            <a:r>
              <a:t>          "precision": 0.2548596112311015,</a:t>
            </a:r>
          </a:p>
          <a:p>
            <a:r>
              <a:t>          "recall": 0.5673076923076923,</a:t>
            </a:r>
          </a:p>
          <a:p>
            <a:r>
              <a:t>          "roc_auc": 0.6883266620257571,</a:t>
            </a:r>
          </a:p>
          <a:p>
            <a:r>
              <a:t>          "row_count": 1534,</a:t>
            </a:r>
          </a:p>
          <a:p>
            <a:r>
              <a:t>          "threshold": 0.62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"Tasks/task-summaries/validate-refactored-model-per-dataset-20260927-134055/artifacts/cluster-run/apache/results/model/words_10/NN/baseline/metrics.json",</a:t>
            </a:r>
          </a:p>
          <a:p>
            <a:r>
              <a:t>      "blob_sha1": "989c6ca1a83b51adc2c7d4b67f47c964be9edc61",</a:t>
            </a:r>
          </a:p>
          <a:p>
            <a:r>
              <a:t>      "sha256": "0b45ef039eeaaeb937884abb712843f03364963b1b1ea470d130196af3e81a03",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0.8684039087947882,</a:t>
            </a:r>
          </a:p>
          <a:p>
            <a:r>
              <a:t>          "auc_prc": 0.10694825894263005,</a:t>
            </a:r>
          </a:p>
          <a:p>
            <a:r>
              <a:t>          "average_precision": 0.1086809735715842,</a:t>
            </a:r>
          </a:p>
          <a:p>
            <a:r>
              <a:t>          "balanced_accuracy": 0.5092042151597431,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1323,</a:t>
            </a:r>
          </a:p>
          <a:p>
            <a:r>
              <a:t>              94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108,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0.0900900900900901,</a:t>
            </a:r>
          </a:p>
          <a:p>
            <a:r>
              <a:t>          "positive_count": 118,</a:t>
            </a:r>
          </a:p>
          <a:p>
            <a:r>
              <a:t>          "positive_rate": 0.07687296416938111,</a:t>
            </a:r>
          </a:p>
          <a:p>
            <a:r>
              <a:t>          "precision": 0.09615384615384616,</a:t>
            </a:r>
          </a:p>
          <a:p>
            <a:r>
              <a:t>          "recall": 0.0847457627118644,</a:t>
            </a:r>
          </a:p>
          <a:p>
            <a:r>
              <a:t>          "roc_auc": 0.560183247012667,</a:t>
            </a:r>
          </a:p>
          <a:p>
            <a:r>
              <a:t>          "row_count": 1535,</a:t>
            </a:r>
          </a:p>
          <a:p>
            <a:r>
              <a:t>          "threshold": 0.09999999999999999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0.6675358539765319,</a:t>
            </a:r>
          </a:p>
          <a:p>
            <a:r>
              <a:t>          "auc_prc": 0.22402444616964803,</a:t>
            </a:r>
          </a:p>
          <a:p>
            <a:r>
              <a:t>          "average_precision": 0.22629400630121546,</a:t>
            </a:r>
          </a:p>
          <a:p>
            <a:r>
              <a:t>          "balanced_accuracy": 0.6151489441930618,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911,</a:t>
            </a:r>
          </a:p>
          <a:p>
            <a:r>
              <a:t>              415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95,</a:t>
            </a:r>
          </a:p>
          <a:p>
            <a:r>
              <a:t>              113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0.3070652173913044,</a:t>
            </a:r>
          </a:p>
          <a:p>
            <a:r>
              <a:t>          "positive_count": 208,</a:t>
            </a:r>
          </a:p>
          <a:p>
            <a:r>
              <a:t>          "positive_rate": 0.13559322033898305,</a:t>
            </a:r>
          </a:p>
          <a:p>
            <a:r>
              <a:t>          "precision": 0.21401515151515152,</a:t>
            </a:r>
          </a:p>
          <a:p>
            <a:r>
              <a:t>          "recall": 0.5432692307692307,</a:t>
            </a:r>
          </a:p>
          <a:p>
            <a:r>
              <a:t>          "roc_auc": 0.6269433809026569,</a:t>
            </a:r>
          </a:p>
          <a:p>
            <a:r>
              <a:t>          "row_count": 1534,</a:t>
            </a:r>
          </a:p>
          <a:p>
            <a:r>
              <a:t>          "threshold": 0.09999999999999999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"Tasks/task-summaries/validate-refactored-model-per-dataset-20260927-134055/artifacts/cluster-run/apache/results/model/words_10/NN/refactored/metrics.json",</a:t>
            </a:r>
          </a:p>
          <a:p>
            <a:r>
              <a:t>      "blob_sha1": "cbae0f671b3c48fe1d8779027e99e67bc84e5c30",</a:t>
            </a:r>
          </a:p>
          <a:p>
            <a:r>
              <a:t>      "sha256": "b915cad20822625091abac1dfea06387ff97ee5577ee8a7a38f82974d3beed53",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0.9211726384364821,</a:t>
            </a:r>
          </a:p>
          <a:p>
            <a:r>
              <a:t>          "auc_prc": 0.09743059266254399,</a:t>
            </a:r>
          </a:p>
          <a:p>
            <a:r>
              <a:t>          "average_precision": 0.10199298487188616,</a:t>
            </a:r>
          </a:p>
          <a:p>
            <a:r>
              <a:t>          "balanced_accuracy": 0.50671028551607,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1412,</a:t>
            </a:r>
          </a:p>
          <a:p>
            <a:r>
              <a:t>              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116,</a:t>
            </a:r>
          </a:p>
          <a:p>
            <a:r>
              <a:t>              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0.031999999999999994,</a:t>
            </a:r>
          </a:p>
          <a:p>
            <a:r>
              <a:t>          "positive_count": 118,</a:t>
            </a:r>
          </a:p>
          <a:p>
            <a:r>
              <a:t>          "positive_rate": 0.07687296416938111,</a:t>
            </a:r>
          </a:p>
          <a:p>
            <a:r>
              <a:t>          "precision": 0.2857142857142857,</a:t>
            </a:r>
          </a:p>
          <a:p>
            <a:r>
              <a:t>          "recall": 0.01694915254237288,</a:t>
            </a:r>
          </a:p>
          <a:p>
            <a:r>
              <a:t>          "roc_auc": 0.5481800892312477,</a:t>
            </a:r>
          </a:p>
          <a:p>
            <a:r>
              <a:t>          "row_count": 1535,</a:t>
            </a:r>
          </a:p>
          <a:p>
            <a:r>
              <a:t>          "threshold": 0.7699999999999999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0.6975228161668839,</a:t>
            </a:r>
          </a:p>
          <a:p>
            <a:r>
              <a:t>          "auc_prc": 0.221247276018404,</a:t>
            </a:r>
          </a:p>
          <a:p>
            <a:r>
              <a:t>          "average_precision": 0.22278451837461968,</a:t>
            </a:r>
          </a:p>
          <a:p>
            <a:r>
              <a:t>          "balanced_accuracy": 0.5838518099547512,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981,</a:t>
            </a:r>
          </a:p>
          <a:p>
            <a:r>
              <a:t>              345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119,</a:t>
            </a:r>
          </a:p>
          <a:p>
            <a:r>
              <a:t>              89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0.2772585669781932,</a:t>
            </a:r>
          </a:p>
          <a:p>
            <a:r>
              <a:t>          "positive_count": 208,</a:t>
            </a:r>
          </a:p>
          <a:p>
            <a:r>
              <a:t>          "positive_rate": 0.13559322033898305,</a:t>
            </a:r>
          </a:p>
          <a:p>
            <a:r>
              <a:t>          "precision": 0.20506912442396313,</a:t>
            </a:r>
          </a:p>
          <a:p>
            <a:r>
              <a:t>          "recall": 0.42788461538461536,</a:t>
            </a:r>
          </a:p>
          <a:p>
            <a:r>
              <a:t>          "roc_auc": 0.5821640416521638,</a:t>
            </a:r>
          </a:p>
          <a:p>
            <a:r>
              <a:t>          "row_count": 1534,</a:t>
            </a:r>
          </a:p>
          <a:p>
            <a:r>
              <a:t>          "threshold": 0.7699999999999999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"Tasks/task-summaries/validate-refactored-model-per-dataset-20260927-134055/artifacts/cluster-run/apache/results/model/words_15/RF/baseline/metrics.json",</a:t>
            </a:r>
          </a:p>
          <a:p>
            <a:r>
              <a:t>      "blob_sha1": "f65dbd413dac4a2a38000e3a515b2a5695247691",</a:t>
            </a:r>
          </a:p>
          <a:p>
            <a:r>
              <a:t>      "sha256": "8d4375788ab5ede3efc27b2c8f622ace443d1bb5557dcb6ab9e6b4b7c3723def",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0.9472312703583062,</a:t>
            </a:r>
          </a:p>
          <a:p>
            <a:r>
              <a:t>          "auc_prc": 0.11081690423718996,</a:t>
            </a:r>
          </a:p>
          <a:p>
            <a:r>
              <a:t>          "average_precision": 0.11742689360368327,</a:t>
            </a:r>
          </a:p>
          <a:p>
            <a:r>
              <a:t>          "balanced_accuracy": 0.5058289605515649,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1453,</a:t>
            </a:r>
          </a:p>
          <a:p>
            <a:r>
              <a:t>              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80,</a:t>
            </a:r>
          </a:p>
          <a:p>
            <a:r>
              <a:t>              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0.024096385542168672,</a:t>
            </a:r>
          </a:p>
          <a:p>
            <a:r>
              <a:t>          "positive_count": 81,</a:t>
            </a:r>
          </a:p>
          <a:p>
            <a:r>
              <a:t>          "positive_rate": 0.05276872964169381,</a:t>
            </a:r>
          </a:p>
          <a:p>
            <a:r>
              <a:t>          "precision": 0.5,</a:t>
            </a:r>
          </a:p>
          <a:p>
            <a:r>
              <a:t>          "recall": 0.012345679012345678,</a:t>
            </a:r>
          </a:p>
          <a:p>
            <a:r>
              <a:t>          "roc_auc": 0.6962020479902186,</a:t>
            </a:r>
          </a:p>
          <a:p>
            <a:r>
              <a:t>          "row_count": 1535,</a:t>
            </a:r>
          </a:p>
          <a:p>
            <a:r>
              <a:t>          "threshold": 0.19999999999999996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0.7229465449804433,</a:t>
            </a:r>
          </a:p>
          <a:p>
            <a:r>
              <a:t>          "auc_prc": 0.21658891799409033,</a:t>
            </a:r>
          </a:p>
          <a:p>
            <a:r>
              <a:t>          "average_precision": 0.2183252306978305,</a:t>
            </a:r>
          </a:p>
          <a:p>
            <a:r>
              <a:t>          "balanced_accuracy": 0.6742125417801093,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1008,</a:t>
            </a:r>
          </a:p>
          <a:p>
            <a:r>
              <a:t>              361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64,</a:t>
            </a:r>
          </a:p>
          <a:p>
            <a:r>
              <a:t>              101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0.32216905901116427,</a:t>
            </a:r>
          </a:p>
          <a:p>
            <a:r>
              <a:t>          "positive_count": 165,</a:t>
            </a:r>
          </a:p>
          <a:p>
            <a:r>
              <a:t>          "positive_rate": 0.1075619295958279,</a:t>
            </a:r>
          </a:p>
          <a:p>
            <a:r>
              <a:t>          "precision": 0.21861471861471862,</a:t>
            </a:r>
          </a:p>
          <a:p>
            <a:r>
              <a:t>          "recall": 0.6121212121212121,</a:t>
            </a:r>
          </a:p>
          <a:p>
            <a:r>
              <a:t>          "roc_auc": 0.7062465413816765,</a:t>
            </a:r>
          </a:p>
          <a:p>
            <a:r>
              <a:t>          "row_count": 1534,</a:t>
            </a:r>
          </a:p>
          <a:p>
            <a:r>
              <a:t>          "threshold": 0.19999999999999996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"Tasks/task-summaries/validate-refactored-model-per-dataset-20260927-134055/artifacts/cluster-run/apache/results/model/words_15/RF/refactored/metrics.json",</a:t>
            </a:r>
          </a:p>
          <a:p>
            <a:r>
              <a:t>      "blob_sha1": "d892b79065353e51ec25c2267d5fad0744a488e9",</a:t>
            </a:r>
          </a:p>
          <a:p>
            <a:r>
              <a:t>      "sha256": "f6b9382834b50043c7635438af0bde1149935dd53693a1375fdbf37b9316aef4",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0.8729641693811075,</a:t>
            </a:r>
          </a:p>
          <a:p>
            <a:r>
              <a:t>          "auc_prc": 0.1033185961298041,</a:t>
            </a:r>
          </a:p>
          <a:p>
            <a:r>
              <a:t>          "average_precision": 0.10644346834219072,</a:t>
            </a:r>
          </a:p>
          <a:p>
            <a:r>
              <a:t>          "balanced_accuracy": 0.5540611679997283,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1324,</a:t>
            </a:r>
          </a:p>
          <a:p>
            <a:r>
              <a:t>              130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65,</a:t>
            </a:r>
          </a:p>
          <a:p>
            <a:r>
              <a:t>              16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0.14096916299559473,</a:t>
            </a:r>
          </a:p>
          <a:p>
            <a:r>
              <a:t>          "positive_count": 81,</a:t>
            </a:r>
          </a:p>
          <a:p>
            <a:r>
              <a:t>          "positive_rate": 0.05276872964169381,</a:t>
            </a:r>
          </a:p>
          <a:p>
            <a:r>
              <a:t>          "precision": 0.1095890410958904,</a:t>
            </a:r>
          </a:p>
          <a:p>
            <a:r>
              <a:t>          "recall": 0.19753086419753085,</a:t>
            </a:r>
          </a:p>
          <a:p>
            <a:r>
              <a:t>          "roc_auc": 0.725716202217807,</a:t>
            </a:r>
          </a:p>
          <a:p>
            <a:r>
              <a:t>          "row_count": 1535,</a:t>
            </a:r>
          </a:p>
          <a:p>
            <a:r>
              <a:t>          "threshold": 0.48999999999999994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0.7144719687092569,</a:t>
            </a:r>
          </a:p>
          <a:p>
            <a:r>
              <a:t>          "auc_prc": 0.22592260154814314,</a:t>
            </a:r>
          </a:p>
          <a:p>
            <a:r>
              <a:t>          "average_precision": 0.22847515237743474,</a:t>
            </a:r>
          </a:p>
          <a:p>
            <a:r>
              <a:t>          "balanced_accuracy": 0.6694645505456316,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995,</a:t>
            </a:r>
          </a:p>
          <a:p>
            <a:r>
              <a:t>              374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64,</a:t>
            </a:r>
          </a:p>
          <a:p>
            <a:r>
              <a:t>              101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0.315625,</a:t>
            </a:r>
          </a:p>
          <a:p>
            <a:r>
              <a:t>          "positive_count": 165,</a:t>
            </a:r>
          </a:p>
          <a:p>
            <a:r>
              <a:t>          "positive_rate": 0.1075619295958279,</a:t>
            </a:r>
          </a:p>
          <a:p>
            <a:r>
              <a:t>          "precision": 0.21263157894736842,</a:t>
            </a:r>
          </a:p>
          <a:p>
            <a:r>
              <a:t>          "recall": 0.6121212121212121,</a:t>
            </a:r>
          </a:p>
          <a:p>
            <a:r>
              <a:t>          "roc_auc": 0.7295437944086592,</a:t>
            </a:r>
          </a:p>
          <a:p>
            <a:r>
              <a:t>          "row_count": 1534,</a:t>
            </a:r>
          </a:p>
          <a:p>
            <a:r>
              <a:t>          "threshold": 0.48999999999999994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"Tasks/task-summaries/validate-refactored-model-per-dataset-20260927-134055/artifacts/cluster-run/apache/results/model/words_15/XGboost/baseline/metrics.json",</a:t>
            </a:r>
          </a:p>
          <a:p>
            <a:r>
              <a:t>      "blob_sha1": "9773752aa5fb5c2928f71a7d57c0c7316ae0c89e",</a:t>
            </a:r>
          </a:p>
          <a:p>
            <a:r>
              <a:t>      "sha256": "2c88883671a005c234495c0aa282ae4c19bf51b3c0f03d1831880946ba56ed52",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0.8905537459283388,</a:t>
            </a:r>
          </a:p>
          <a:p>
            <a:r>
              <a:t>          "auc_prc": 0.09442999890128187,</a:t>
            </a:r>
          </a:p>
          <a:p>
            <a:r>
              <a:t>          "average_precision": 0.09602948210704834,</a:t>
            </a:r>
          </a:p>
          <a:p>
            <a:r>
              <a:t>          "balanced_accuracy": 0.5458590181194491,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1354,</a:t>
            </a:r>
          </a:p>
          <a:p>
            <a:r>
              <a:t>              100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68,</a:t>
            </a:r>
          </a:p>
          <a:p>
            <a:r>
              <a:t>              13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0.13402061855670103,</a:t>
            </a:r>
          </a:p>
          <a:p>
            <a:r>
              <a:t>          "positive_count": 81,</a:t>
            </a:r>
          </a:p>
          <a:p>
            <a:r>
              <a:t>          "positive_rate": 0.05276872964169381,</a:t>
            </a:r>
          </a:p>
          <a:p>
            <a:r>
              <a:t>          "precision": 0.11504424778761062,</a:t>
            </a:r>
          </a:p>
          <a:p>
            <a:r>
              <a:t>          "recall": 0.16049382716049382,</a:t>
            </a:r>
          </a:p>
          <a:p>
            <a:r>
              <a:t>          "roc_auc": 0.7079958225075144,</a:t>
            </a:r>
          </a:p>
          <a:p>
            <a:r>
              <a:t>          "row_count": 1535,</a:t>
            </a:r>
          </a:p>
          <a:p>
            <a:r>
              <a:t>          "threshold": 0.07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0.6870925684485006,</a:t>
            </a:r>
          </a:p>
          <a:p>
            <a:r>
              <a:t>          "auc_prc": 0.2532213003016254,</a:t>
            </a:r>
          </a:p>
          <a:p>
            <a:r>
              <a:t>          "average_precision": 0.2528721433620687,</a:t>
            </a:r>
          </a:p>
          <a:p>
            <a:r>
              <a:t>          "balanced_accuracy": 0.7047612723288399,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934,</a:t>
            </a:r>
          </a:p>
          <a:p>
            <a:r>
              <a:t>              435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45,</a:t>
            </a:r>
          </a:p>
          <a:p>
            <a:r>
              <a:t>              120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0.33333333333333337,</a:t>
            </a:r>
          </a:p>
          <a:p>
            <a:r>
              <a:t>          "positive_count": 165,</a:t>
            </a:r>
          </a:p>
          <a:p>
            <a:r>
              <a:t>          "positive_rate": 0.1075619295958279,</a:t>
            </a:r>
          </a:p>
          <a:p>
            <a:r>
              <a:t>          "precision": 0.21621621621621623,</a:t>
            </a:r>
          </a:p>
          <a:p>
            <a:r>
              <a:t>          "recall": 0.7272727272727273,</a:t>
            </a:r>
          </a:p>
          <a:p>
            <a:r>
              <a:t>          "roc_auc": 0.7404121566283729,</a:t>
            </a:r>
          </a:p>
          <a:p>
            <a:r>
              <a:t>          "row_count": 1534,</a:t>
            </a:r>
          </a:p>
          <a:p>
            <a:r>
              <a:t>          "threshold": 0.07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"Tasks/task-summaries/validate-refactored-model-per-dataset-20260927-134055/artifacts/cluster-run/apache/results/model/words_15/XGboost/refactored/metrics.json",</a:t>
            </a:r>
          </a:p>
          <a:p>
            <a:r>
              <a:t>      "blob_sha1": "1169c5ae416178c77126a4a385d2e59f935fc4ad",</a:t>
            </a:r>
          </a:p>
          <a:p>
            <a:r>
              <a:t>      "sha256": "667ae8f6ec1b74fc8436cf14d943a609a480621d7ea5a03bd3e71f5b20010c96",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0.9114006514657981,</a:t>
            </a:r>
          </a:p>
          <a:p>
            <a:r>
              <a:t>          "auc_prc": 0.0964500311122774,</a:t>
            </a:r>
          </a:p>
          <a:p>
            <a:r>
              <a:t>          "average_precision": 0.09971765671814088,</a:t>
            </a:r>
          </a:p>
          <a:p>
            <a:r>
              <a:t>          "balanced_accuracy": 0.533547302460645,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1390,</a:t>
            </a:r>
          </a:p>
          <a:p>
            <a:r>
              <a:t>              64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72,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0.11688311688311688,</a:t>
            </a:r>
          </a:p>
          <a:p>
            <a:r>
              <a:t>          "positive_count": 81,</a:t>
            </a:r>
          </a:p>
          <a:p>
            <a:r>
              <a:t>          "positive_rate": 0.05276872964169381,</a:t>
            </a:r>
          </a:p>
          <a:p>
            <a:r>
              <a:t>          "precision": 0.1232876712328767,</a:t>
            </a:r>
          </a:p>
          <a:p>
            <a:r>
              <a:t>          "recall": 0.1111111111111111,</a:t>
            </a:r>
          </a:p>
          <a:p>
            <a:r>
              <a:t>          "roc_auc": 0.7046164688301323,</a:t>
            </a:r>
          </a:p>
          <a:p>
            <a:r>
              <a:t>          "row_count": 1535,</a:t>
            </a:r>
          </a:p>
          <a:p>
            <a:r>
              <a:t>          "threshold": 0.62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0.8663624511082139,</a:t>
            </a:r>
          </a:p>
          <a:p>
            <a:r>
              <a:t>          "auc_prc": 0.3081607505823212,</a:t>
            </a:r>
          </a:p>
          <a:p>
            <a:r>
              <a:t>          "average_precision": 0.30808895495862954,</a:t>
            </a:r>
          </a:p>
          <a:p>
            <a:r>
              <a:t>          "balanced_accuracy": 0.6239745888394537,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1277,</a:t>
            </a:r>
          </a:p>
          <a:p>
            <a:r>
              <a:t>              92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113,</a:t>
            </a:r>
          </a:p>
          <a:p>
            <a:r>
              <a:t>              52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0.3365695792880259,</a:t>
            </a:r>
          </a:p>
          <a:p>
            <a:r>
              <a:t>          "positive_count": 165,</a:t>
            </a:r>
          </a:p>
          <a:p>
            <a:r>
              <a:t>          "positive_rate": 0.1075619295958279,</a:t>
            </a:r>
          </a:p>
          <a:p>
            <a:r>
              <a:t>          "precision": 0.3611111111111111,</a:t>
            </a:r>
          </a:p>
          <a:p>
            <a:r>
              <a:t>          "recall": 0.3151515151515151,</a:t>
            </a:r>
          </a:p>
          <a:p>
            <a:r>
              <a:t>          "roc_auc": 0.7443167983708524,</a:t>
            </a:r>
          </a:p>
          <a:p>
            <a:r>
              <a:t>          "row_count": 1534,</a:t>
            </a:r>
          </a:p>
          <a:p>
            <a:r>
              <a:t>          "threshold": 0.62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"Tasks/task-summaries/validate-refactored-model-per-dataset-20260927-134055/artifacts/cluster-run/apache/results/model/words_15/NN/baseline/metrics.json",</a:t>
            </a:r>
          </a:p>
          <a:p>
            <a:r>
              <a:t>      "blob_sha1": "e3f20a67c4eec753487c7eab2eb967733c73c233",</a:t>
            </a:r>
          </a:p>
          <a:p>
            <a:r>
              <a:t>      "sha256": "ddf0c75681962a33078b510f3d85a138e406b316635959834980ae3ffb2af68d",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0.9107491856677524,</a:t>
            </a:r>
          </a:p>
          <a:p>
            <a:r>
              <a:t>          "auc_prc": 0.07150388685686257,</a:t>
            </a:r>
          </a:p>
          <a:p>
            <a:r>
              <a:t>          "average_precision": 0.07529750602152935,</a:t>
            </a:r>
          </a:p>
          <a:p>
            <a:r>
              <a:t>          "balanced_accuracy": 0.5273744629544721,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1390,</a:t>
            </a:r>
          </a:p>
          <a:p>
            <a:r>
              <a:t>              64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73,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0.10457516339869281,</a:t>
            </a:r>
          </a:p>
          <a:p>
            <a:r>
              <a:t>          "positive_count": 81,</a:t>
            </a:r>
          </a:p>
          <a:p>
            <a:r>
              <a:t>          "positive_rate": 0.05276872964169381,</a:t>
            </a:r>
          </a:p>
          <a:p>
            <a:r>
              <a:t>          "precision": 0.1111111111111111,</a:t>
            </a:r>
          </a:p>
          <a:p>
            <a:r>
              <a:t>          "recall": 0.09876543209876543,</a:t>
            </a:r>
          </a:p>
          <a:p>
            <a:r>
              <a:t>          "roc_auc": 0.5967700850782006,</a:t>
            </a:r>
          </a:p>
          <a:p>
            <a:r>
              <a:t>          "row_count": 1535,</a:t>
            </a:r>
          </a:p>
          <a:p>
            <a:r>
              <a:t>          "threshold": 0.09999999999999999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0.6505867014341591,</a:t>
            </a:r>
          </a:p>
          <a:p>
            <a:r>
              <a:t>          "auc_prc": 0.15729959868321167,</a:t>
            </a:r>
          </a:p>
          <a:p>
            <a:r>
              <a:t>          "average_precision": 0.1597904008025416,</a:t>
            </a:r>
          </a:p>
          <a:p>
            <a:r>
              <a:t>          "balanced_accuracy": 0.6043561989507935,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908,</a:t>
            </a:r>
          </a:p>
          <a:p>
            <a:r>
              <a:t>              461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75,</a:t>
            </a:r>
          </a:p>
          <a:p>
            <a:r>
              <a:t>              90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0.25139664804469275,</a:t>
            </a:r>
          </a:p>
          <a:p>
            <a:r>
              <a:t>          "positive_count": 165,</a:t>
            </a:r>
          </a:p>
          <a:p>
            <a:r>
              <a:t>          "positive_rate": 0.1075619295958279,</a:t>
            </a:r>
          </a:p>
          <a:p>
            <a:r>
              <a:t>          "precision": 0.16333938294010888,</a:t>
            </a:r>
          </a:p>
          <a:p>
            <a:r>
              <a:t>          "recall": 0.5454545454545454,</a:t>
            </a:r>
          </a:p>
          <a:p>
            <a:r>
              <a:t>          "roc_auc": 0.6169688115634061,</a:t>
            </a:r>
          </a:p>
          <a:p>
            <a:r>
              <a:t>          "row_count": 1534,</a:t>
            </a:r>
          </a:p>
          <a:p>
            <a:r>
              <a:t>          "threshold": 0.09999999999999999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"Tasks/task-summaries/validate-refactored-model-per-dataset-20260927-134055/artifacts/cluster-run/apache/results/model/words_15/NN/refactored/metrics.json",</a:t>
            </a:r>
          </a:p>
          <a:p>
            <a:r>
              <a:t>      "blob_sha1": "ae0655cb79a19d43062261188a1ff8ae08619874",</a:t>
            </a:r>
          </a:p>
          <a:p>
            <a:r>
              <a:t>      "sha256": "effc28624b73985db97909bbade020bac99ed63775e7ab526484b7e96975cb79",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0.9381107491856677,</a:t>
            </a:r>
          </a:p>
          <a:p>
            <a:r>
              <a:t>          "auc_prc": 0.07667623514797148,</a:t>
            </a:r>
          </a:p>
          <a:p>
            <a:r>
              <a:t>          "average_precision": 0.0812238011884158,</a:t>
            </a:r>
          </a:p>
          <a:p>
            <a:r>
              <a:t>          "balanced_accuracy": 0.5185015368417478,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1436,</a:t>
            </a:r>
          </a:p>
          <a:p>
            <a:r>
              <a:t>              18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77,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0.07766990291262135,</a:t>
            </a:r>
          </a:p>
          <a:p>
            <a:r>
              <a:t>          "positive_count": 81,</a:t>
            </a:r>
          </a:p>
          <a:p>
            <a:r>
              <a:t>          "positive_rate": 0.05276872964169381,</a:t>
            </a:r>
          </a:p>
          <a:p>
            <a:r>
              <a:t>          "precision": 0.18181818181818182,</a:t>
            </a:r>
          </a:p>
          <a:p>
            <a:r>
              <a:t>          "recall": 0.04938271604938271,</a:t>
            </a:r>
          </a:p>
          <a:p>
            <a:r>
              <a:t>          "roc_auc": 0.5299641686620137,</a:t>
            </a:r>
          </a:p>
          <a:p>
            <a:r>
              <a:t>          "row_count": 1535,</a:t>
            </a:r>
          </a:p>
          <a:p>
            <a:r>
              <a:t>          "threshold": 0.27999999999999997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0.8415906127770535,</a:t>
            </a:r>
          </a:p>
          <a:p>
            <a:r>
              <a:t>          "auc_prc": 0.12171998311112031,</a:t>
            </a:r>
          </a:p>
          <a:p>
            <a:r>
              <a:t>          "average_precision": 0.12260404276639852,</a:t>
            </a:r>
          </a:p>
          <a:p>
            <a:r>
              <a:t>          "balanced_accuracy": 0.5168182924939682,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1274,</a:t>
            </a:r>
          </a:p>
          <a:p>
            <a:r>
              <a:t>              95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148,</a:t>
            </a:r>
          </a:p>
          <a:p>
            <a:r>
              <a:t>              17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0.12274368231046928,</a:t>
            </a:r>
          </a:p>
          <a:p>
            <a:r>
              <a:t>          "positive_count": 165,</a:t>
            </a:r>
          </a:p>
          <a:p>
            <a:r>
              <a:t>          "positive_rate": 0.1075619295958279,</a:t>
            </a:r>
          </a:p>
          <a:p>
            <a:r>
              <a:t>          "precision": 0.15178571428571427,</a:t>
            </a:r>
          </a:p>
          <a:p>
            <a:r>
              <a:t>          "recall": 0.10303030303030303,</a:t>
            </a:r>
          </a:p>
          <a:p>
            <a:r>
              <a:t>          "roc_auc": 0.466314717666069,</a:t>
            </a:r>
          </a:p>
          <a:p>
            <a:r>
              <a:t>          "row_count": 1534,</a:t>
            </a:r>
          </a:p>
          <a:p>
            <a:r>
              <a:t>          "threshold": 0.27999999999999997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"Tasks/task-summaries/validate-refactored-model-per-dataset-20260927-134055/artifacts/cluster-run/apache/results/model/words_20/RF/baseline/metrics.json",</a:t>
            </a:r>
          </a:p>
          <a:p>
            <a:r>
              <a:t>      "blob_sha1": "3a5f3fbaeb2a4a0c612900408e126148895e1d24",</a:t>
            </a:r>
          </a:p>
          <a:p>
            <a:r>
              <a:t>      "sha256": "9b40e2cf68c528e3e14753c1f81bd8134746008e9754d225f09e9fc5d261b2bc",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0.9602605863192183,</a:t>
            </a:r>
          </a:p>
          <a:p>
            <a:r>
              <a:t>          "auc_prc": 0.07213818485162707,</a:t>
            </a:r>
          </a:p>
          <a:p>
            <a:r>
              <a:t>          "average_precision": 0.07543163854053209,</a:t>
            </a:r>
          </a:p>
          <a:p>
            <a:r>
              <a:t>          "balanced_accuracy": 0.4993224932249323,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1474,</a:t>
            </a:r>
          </a:p>
          <a:p>
            <a:r>
              <a:t>              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59,</a:t>
            </a:r>
          </a:p>
          <a:p>
            <a:r>
              <a:t>              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0.0,</a:t>
            </a:r>
          </a:p>
          <a:p>
            <a:r>
              <a:t>          "positive_count": 59,</a:t>
            </a:r>
          </a:p>
          <a:p>
            <a:r>
              <a:t>          "positive_rate": 0.038436482084690554,</a:t>
            </a:r>
          </a:p>
          <a:p>
            <a:r>
              <a:t>          "precision": 0.0,</a:t>
            </a:r>
          </a:p>
          <a:p>
            <a:r>
              <a:t>          "recall": 0.0,</a:t>
            </a:r>
          </a:p>
          <a:p>
            <a:r>
              <a:t>          "roc_auc": 0.7157399751963621,</a:t>
            </a:r>
          </a:p>
          <a:p>
            <a:r>
              <a:t>          "row_count": 1535,</a:t>
            </a:r>
          </a:p>
          <a:p>
            <a:r>
              <a:t>          "threshold": 0.18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0.7138200782268579,</a:t>
            </a:r>
          </a:p>
          <a:p>
            <a:r>
              <a:t>          "auc_prc": 0.20320873559996885,</a:t>
            </a:r>
          </a:p>
          <a:p>
            <a:r>
              <a:t>          "average_precision": 0.20598938809423398,</a:t>
            </a:r>
          </a:p>
          <a:p>
            <a:r>
              <a:t>          "balanced_accuracy": 0.6721158859015417,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1005,</a:t>
            </a:r>
          </a:p>
          <a:p>
            <a:r>
              <a:t>              384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55,</a:t>
            </a:r>
          </a:p>
          <a:p>
            <a:r>
              <a:t>              90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0.29079159935379645,</a:t>
            </a:r>
          </a:p>
          <a:p>
            <a:r>
              <a:t>          "positive_count": 145,</a:t>
            </a:r>
          </a:p>
          <a:p>
            <a:r>
              <a:t>          "positive_rate": 0.09452411994784876,</a:t>
            </a:r>
          </a:p>
          <a:p>
            <a:r>
              <a:t>          "precision": 0.189873417721519,</a:t>
            </a:r>
          </a:p>
          <a:p>
            <a:r>
              <a:t>          "recall": 0.6206896551724138,</a:t>
            </a:r>
          </a:p>
          <a:p>
            <a:r>
              <a:t>          "roc_auc": 0.7096472282217423,</a:t>
            </a:r>
          </a:p>
          <a:p>
            <a:r>
              <a:t>          "row_count": 1534,</a:t>
            </a:r>
          </a:p>
          <a:p>
            <a:r>
              <a:t>          "threshold": 0.18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"Tasks/task-summaries/validate-refactored-model-per-dataset-20260927-134055/artifacts/cluster-run/apache/results/model/words_20/RF/refactored/metrics.json",</a:t>
            </a:r>
          </a:p>
          <a:p>
            <a:r>
              <a:t>      "blob_sha1": "a2df466070207ed333801ce21311f541c88045a3",</a:t>
            </a:r>
          </a:p>
          <a:p>
            <a:r>
              <a:t>      "sha256": "fb5afdaec5e174dd23672f32a7ad02b49a4244c47e9e1ac979eb3f68242abac2",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0.7830618892508143,</a:t>
            </a:r>
          </a:p>
          <a:p>
            <a:r>
              <a:t>          "auc_prc": 0.07748319590206003,</a:t>
            </a:r>
          </a:p>
          <a:p>
            <a:r>
              <a:t>          "average_precision": 0.08015705622111027,</a:t>
            </a:r>
          </a:p>
          <a:p>
            <a:r>
              <a:t>          "balanced_accuracy": 0.6187129667906849,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1176,</a:t>
            </a:r>
          </a:p>
          <a:p>
            <a:r>
              <a:t>              300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33,</a:t>
            </a:r>
          </a:p>
          <a:p>
            <a:r>
              <a:t>              26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0.13506493506493505,</a:t>
            </a:r>
          </a:p>
          <a:p>
            <a:r>
              <a:t>          "positive_count": 59,</a:t>
            </a:r>
          </a:p>
          <a:p>
            <a:r>
              <a:t>          "positive_rate": 0.038436482084690554,</a:t>
            </a:r>
          </a:p>
          <a:p>
            <a:r>
              <a:t>          "precision": 0.07975460122699386,</a:t>
            </a:r>
          </a:p>
          <a:p>
            <a:r>
              <a:t>          "recall": 0.4406779661016949,</a:t>
            </a:r>
          </a:p>
          <a:p>
            <a:r>
              <a:t>          "roc_auc": 0.7477378163612145,</a:t>
            </a:r>
          </a:p>
          <a:p>
            <a:r>
              <a:t>          "row_count": 1535,</a:t>
            </a:r>
          </a:p>
          <a:p>
            <a:r>
              <a:t>          "threshold": 0.4099999999999999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0.6584093872229465,</a:t>
            </a:r>
          </a:p>
          <a:p>
            <a:r>
              <a:t>          "auc_prc": 0.17910544163005188,</a:t>
            </a:r>
          </a:p>
          <a:p>
            <a:r>
              <a:t>          "average_precision": 0.1819615387364804,</a:t>
            </a:r>
          </a:p>
          <a:p>
            <a:r>
              <a:t>          "balanced_accuracy": 0.6940195129217249,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903,</a:t>
            </a:r>
          </a:p>
          <a:p>
            <a:r>
              <a:t>              486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38,</a:t>
            </a:r>
          </a:p>
          <a:p>
            <a:r>
              <a:t>              107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0.28997289972899726,</a:t>
            </a:r>
          </a:p>
          <a:p>
            <a:r>
              <a:t>          "positive_count": 145,</a:t>
            </a:r>
          </a:p>
          <a:p>
            <a:r>
              <a:t>          "positive_rate": 0.09452411994784876,</a:t>
            </a:r>
          </a:p>
          <a:p>
            <a:r>
              <a:t>          "precision": 0.18043844856661045,</a:t>
            </a:r>
          </a:p>
          <a:p>
            <a:r>
              <a:t>          "recall": 0.7379310344827587,</a:t>
            </a:r>
          </a:p>
          <a:p>
            <a:r>
              <a:t>          "roc_auc": 0.7198927534073136,</a:t>
            </a:r>
          </a:p>
          <a:p>
            <a:r>
              <a:t>          "row_count": 1534,</a:t>
            </a:r>
          </a:p>
          <a:p>
            <a:r>
              <a:t>          "threshold": 0.4099999999999999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"Tasks/task-summaries/validate-refactored-model-per-dataset-20260927-134055/artifacts/cluster-run/apache/results/model/words_20/XGboost/baseline/metrics.json",</a:t>
            </a:r>
          </a:p>
          <a:p>
            <a:r>
              <a:t>      "blob_sha1": "14401459bc818408ef3215e75173afc174adab8c",</a:t>
            </a:r>
          </a:p>
          <a:p>
            <a:r>
              <a:t>      "sha256": "9f4dba17a0421648cf61de7154a7076f11ad7ddb5c12a38919ce587ab38d93ef",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0.9394136807817589,</a:t>
            </a:r>
          </a:p>
          <a:p>
            <a:r>
              <a:t>          "auc_prc": 0.07475408076761408,</a:t>
            </a:r>
          </a:p>
          <a:p>
            <a:r>
              <a:t>          "average_precision": 0.07760090044229538,</a:t>
            </a:r>
          </a:p>
          <a:p>
            <a:r>
              <a:t>          "balanced_accuracy": 0.5210256763584585,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1438,</a:t>
            </a:r>
          </a:p>
          <a:p>
            <a:r>
              <a:t>              38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55,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0.07920792079207921,</a:t>
            </a:r>
          </a:p>
          <a:p>
            <a:r>
              <a:t>          "positive_count": 59,</a:t>
            </a:r>
          </a:p>
          <a:p>
            <a:r>
              <a:t>          "positive_rate": 0.038436482084690554,</a:t>
            </a:r>
          </a:p>
          <a:p>
            <a:r>
              <a:t>          "precision": 0.09523809523809523,</a:t>
            </a:r>
          </a:p>
          <a:p>
            <a:r>
              <a:t>          "recall": 0.06779661016949153,</a:t>
            </a:r>
          </a:p>
          <a:p>
            <a:r>
              <a:t>          "roc_auc": 0.7296058977538928,</a:t>
            </a:r>
          </a:p>
          <a:p>
            <a:r>
              <a:t>          "row_count": 1535,</a:t>
            </a:r>
          </a:p>
          <a:p>
            <a:r>
              <a:t>          "threshold": 0.07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0.6903520208604954,</a:t>
            </a:r>
          </a:p>
          <a:p>
            <a:r>
              <a:t>          "auc_prc": 0.19604377502545178,</a:t>
            </a:r>
          </a:p>
          <a:p>
            <a:r>
              <a:t>          "average_precision": 0.19805168894814282,</a:t>
            </a:r>
          </a:p>
          <a:p>
            <a:r>
              <a:t>          "balanced_accuracy": 0.6622452272783694,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968,</a:t>
            </a:r>
          </a:p>
          <a:p>
            <a:r>
              <a:t>              421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54,</a:t>
            </a:r>
          </a:p>
          <a:p>
            <a:r>
              <a:t>              91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0.2770167427701674,</a:t>
            </a:r>
          </a:p>
          <a:p>
            <a:r>
              <a:t>          "positive_count": 145,</a:t>
            </a:r>
          </a:p>
          <a:p>
            <a:r>
              <a:t>          "positive_rate": 0.09452411994784876,</a:t>
            </a:r>
          </a:p>
          <a:p>
            <a:r>
              <a:t>          "precision": 0.177734375,</a:t>
            </a:r>
          </a:p>
          <a:p>
            <a:r>
              <a:t>          "recall": 0.6275862068965518,</a:t>
            </a:r>
          </a:p>
          <a:p>
            <a:r>
              <a:t>          "roc_auc": 0.7099674784637918,</a:t>
            </a:r>
          </a:p>
          <a:p>
            <a:r>
              <a:t>          "row_count": 1534,</a:t>
            </a:r>
          </a:p>
          <a:p>
            <a:r>
              <a:t>          "threshold": 0.07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"Tasks/task-summaries/validate-refactored-model-per-dataset-20260927-134055/artifacts/cluster-run/apache/results/model/words_20/XGboost/refactored/metrics.json",</a:t>
            </a:r>
          </a:p>
          <a:p>
            <a:r>
              <a:t>      "blob_sha1": "febb4d9e79db1f785f748c5e5d567513e5a02562",</a:t>
            </a:r>
          </a:p>
          <a:p>
            <a:r>
              <a:t>      "sha256": "003546cedc8c22faed4591cdd526a878ad6de2307d7fbc2db390a3b27d2debd3",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0.9250814332247557,</a:t>
            </a:r>
          </a:p>
          <a:p>
            <a:r>
              <a:t>          "auc_prc": 0.07660777122663817,</a:t>
            </a:r>
          </a:p>
          <a:p>
            <a:r>
              <a:t>          "average_precision": 0.07979742460932318,</a:t>
            </a:r>
          </a:p>
          <a:p>
            <a:r>
              <a:t>          "balanced_accuracy": 0.5298447476000184,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1414,</a:t>
            </a:r>
          </a:p>
          <a:p>
            <a:r>
              <a:t>              62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53,</a:t>
            </a:r>
          </a:p>
          <a:p>
            <a:r>
              <a:t>              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0.09448818897637795,</a:t>
            </a:r>
          </a:p>
          <a:p>
            <a:r>
              <a:t>          "positive_count": 59,</a:t>
            </a:r>
          </a:p>
          <a:p>
            <a:r>
              <a:t>          "positive_rate": 0.038436482084690554,</a:t>
            </a:r>
          </a:p>
          <a:p>
            <a:r>
              <a:t>          "precision": 0.08823529411764706,</a:t>
            </a:r>
          </a:p>
          <a:p>
            <a:r>
              <a:t>          "recall": 0.1016949152542373,</a:t>
            </a:r>
          </a:p>
          <a:p>
            <a:r>
              <a:t>          "roc_auc": 0.7377761701345827,</a:t>
            </a:r>
          </a:p>
          <a:p>
            <a:r>
              <a:t>          "row_count": 1535,</a:t>
            </a:r>
          </a:p>
          <a:p>
            <a:r>
              <a:t>          "threshold": 0.61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0.7301173402868318,</a:t>
            </a:r>
          </a:p>
          <a:p>
            <a:r>
              <a:t>          "auc_prc": 0.3068493268823628,</a:t>
            </a:r>
          </a:p>
          <a:p>
            <a:r>
              <a:t>          "average_precision": 0.30257107842333564,</a:t>
            </a:r>
          </a:p>
          <a:p>
            <a:r>
              <a:t>          "balanced_accuracy": 0.6842034706189022,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1029,</a:t>
            </a:r>
          </a:p>
          <a:p>
            <a:r>
              <a:t>              360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54,</a:t>
            </a:r>
          </a:p>
          <a:p>
            <a:r>
              <a:t>              91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0.3053691275167785,</a:t>
            </a:r>
          </a:p>
          <a:p>
            <a:r>
              <a:t>          "positive_count": 145,</a:t>
            </a:r>
          </a:p>
          <a:p>
            <a:r>
              <a:t>          "positive_rate": 0.09452411994784876,</a:t>
            </a:r>
          </a:p>
          <a:p>
            <a:r>
              <a:t>          "precision": 0.2017738359201774,</a:t>
            </a:r>
          </a:p>
          <a:p>
            <a:r>
              <a:t>          "recall": 0.6275862068965518,</a:t>
            </a:r>
          </a:p>
          <a:p>
            <a:r>
              <a:t>          "roc_auc": 0.754849680991038,</a:t>
            </a:r>
          </a:p>
          <a:p>
            <a:r>
              <a:t>          "row_count": 1534,</a:t>
            </a:r>
          </a:p>
          <a:p>
            <a:r>
              <a:t>          "threshold": 0.61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"Tasks/task-summaries/validate-refactored-model-per-dataset-20260927-134055/artifacts/cluster-run/apache/results/model/words_20/NN/baseline/metrics.json",</a:t>
            </a:r>
          </a:p>
          <a:p>
            <a:r>
              <a:t>      "blob_sha1": "3b63cca329a4cd4f816ad1a1c3c282baa918776d",</a:t>
            </a:r>
          </a:p>
          <a:p>
            <a:r>
              <a:t>      "sha256": "87a6f19d0d364af228a8e27bafbe5fef0485d8f5390f2d465052ca5d64f421c7",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0.9583061889250815,</a:t>
            </a:r>
          </a:p>
          <a:p>
            <a:r>
              <a:t>          "auc_prc": 0.06264385631773789,</a:t>
            </a:r>
          </a:p>
          <a:p>
            <a:r>
              <a:t>          "average_precision": 0.06531188915401479,</a:t>
            </a:r>
          </a:p>
          <a:p>
            <a:r>
              <a:t>          "balanced_accuracy": 0.49830623306233063,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1471,</a:t>
            </a:r>
          </a:p>
          <a:p>
            <a:r>
              <a:t>              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59,</a:t>
            </a:r>
          </a:p>
          <a:p>
            <a:r>
              <a:t>              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0.0,</a:t>
            </a:r>
          </a:p>
          <a:p>
            <a:r>
              <a:t>          "positive_count": 59,</a:t>
            </a:r>
          </a:p>
          <a:p>
            <a:r>
              <a:t>          "positive_rate": 0.038436482084690554,</a:t>
            </a:r>
          </a:p>
          <a:p>
            <a:r>
              <a:t>          "precision": 0.0,</a:t>
            </a:r>
          </a:p>
          <a:p>
            <a:r>
              <a:t>          "recall": 0.0,</a:t>
            </a:r>
          </a:p>
          <a:p>
            <a:r>
              <a:t>          "roc_auc": 0.6268889807542143,</a:t>
            </a:r>
          </a:p>
          <a:p>
            <a:r>
              <a:t>          "row_count": 1535,</a:t>
            </a:r>
          </a:p>
          <a:p>
            <a:r>
              <a:t>          "threshold": 0.36999999999999994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0.7470664928292047,</a:t>
            </a:r>
          </a:p>
          <a:p>
            <a:r>
              <a:t>          "auc_prc": 0.18826083482283554,</a:t>
            </a:r>
          </a:p>
          <a:p>
            <a:r>
              <a:t>          "average_precision": 0.19088556638282803,</a:t>
            </a:r>
          </a:p>
          <a:p>
            <a:r>
              <a:t>          "balanced_accuracy": 0.6287083240237333,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1076,</a:t>
            </a:r>
          </a:p>
          <a:p>
            <a:r>
              <a:t>              313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75,</a:t>
            </a:r>
          </a:p>
          <a:p>
            <a:r>
              <a:t>              70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0.26515151515151514,</a:t>
            </a:r>
          </a:p>
          <a:p>
            <a:r>
              <a:t>          "positive_count": 145,</a:t>
            </a:r>
          </a:p>
          <a:p>
            <a:r>
              <a:t>          "positive_rate": 0.09452411994784876,</a:t>
            </a:r>
          </a:p>
          <a:p>
            <a:r>
              <a:t>          "precision": 0.18276762402088773,</a:t>
            </a:r>
          </a:p>
          <a:p>
            <a:r>
              <a:t>          "recall": 0.4827586206896552,</a:t>
            </a:r>
          </a:p>
          <a:p>
            <a:r>
              <a:t>          "roc_auc": 0.6623271517588938,</a:t>
            </a:r>
          </a:p>
          <a:p>
            <a:r>
              <a:t>          "row_count": 1534,</a:t>
            </a:r>
          </a:p>
          <a:p>
            <a:r>
              <a:t>          "threshold": 0.36999999999999994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"Tasks/task-summaries/validate-refactored-model-per-dataset-20260927-134055/artifacts/cluster-run/apache/results/model/words_20/NN/refactored/metrics.json",</a:t>
            </a:r>
          </a:p>
          <a:p>
            <a:r>
              <a:t>      "blob_sha1": "534775ea68a72f8d66a649f57e87bd1be1c759ec",</a:t>
            </a:r>
          </a:p>
          <a:p>
            <a:r>
              <a:t>      "sha256": "bdeb794e7a10633c30b76167c8bde8f33f8682ddf7959a1bf1322d6e18dbca64",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0.9583061889250815,</a:t>
            </a:r>
          </a:p>
          <a:p>
            <a:r>
              <a:t>          "auc_prc": 0.06759477881622053,</a:t>
            </a:r>
          </a:p>
          <a:p>
            <a:r>
              <a:t>          "average_precision": 0.0712473461713905,</a:t>
            </a:r>
          </a:p>
          <a:p>
            <a:r>
              <a:t>          "balanced_accuracy": 0.5064420559459832,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1470,</a:t>
            </a:r>
          </a:p>
          <a:p>
            <a:r>
              <a:t>              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58,</a:t>
            </a:r>
          </a:p>
          <a:p>
            <a:r>
              <a:t>              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0.030303030303030297,</a:t>
            </a:r>
          </a:p>
          <a:p>
            <a:r>
              <a:t>          "positive_count": 59,</a:t>
            </a:r>
          </a:p>
          <a:p>
            <a:r>
              <a:t>          "positive_rate": 0.038436482084690554,</a:t>
            </a:r>
          </a:p>
          <a:p>
            <a:r>
              <a:t>          "precision": 0.14285714285714285,</a:t>
            </a:r>
          </a:p>
          <a:p>
            <a:r>
              <a:t>          "recall": 0.01694915254237288,</a:t>
            </a:r>
          </a:p>
          <a:p>
            <a:r>
              <a:t>          "roc_auc": 0.6632332001286114,</a:t>
            </a:r>
          </a:p>
          <a:p>
            <a:r>
              <a:t>          "row_count": 1535,</a:t>
            </a:r>
          </a:p>
          <a:p>
            <a:r>
              <a:t>          "threshold": 0.08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0.8872229465449805,</a:t>
            </a:r>
          </a:p>
          <a:p>
            <a:r>
              <a:t>          "auc_prc": 0.09189517336263733,</a:t>
            </a:r>
          </a:p>
          <a:p>
            <a:r>
              <a:t>          "average_precision": 0.09500394272417055,</a:t>
            </a:r>
          </a:p>
          <a:p>
            <a:r>
              <a:t>          "balanced_accuracy": 0.5115389389538493,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1354,</a:t>
            </a:r>
          </a:p>
          <a:p>
            <a:r>
              <a:t>              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138,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0.0748663101604278,</a:t>
            </a:r>
          </a:p>
          <a:p>
            <a:r>
              <a:t>          "positive_count": 145,</a:t>
            </a:r>
          </a:p>
          <a:p>
            <a:r>
              <a:t>          "positive_rate": 0.09452411994784876,</a:t>
            </a:r>
          </a:p>
          <a:p>
            <a:r>
              <a:t>          "precision": 0.16666666666666666,</a:t>
            </a:r>
          </a:p>
          <a:p>
            <a:r>
              <a:t>          "recall": 0.04827586206896552,</a:t>
            </a:r>
          </a:p>
          <a:p>
            <a:r>
              <a:t>          "roc_auc": 0.4341500955785606,</a:t>
            </a:r>
          </a:p>
          <a:p>
            <a:r>
              <a:t>          "row_count": 1534,</a:t>
            </a:r>
          </a:p>
          <a:p>
            <a:r>
              <a:t>          "threshold": 0.08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"Tasks/task-summaries/validate-refactored-model-per-dataset-20260927-134055/artifacts/cluster-run/hyperledger/results/model/words_5/RF/baseline/metrics.json",</a:t>
            </a:r>
          </a:p>
          <a:p>
            <a:r>
              <a:t>      "blob_sha1": "ec57261b595a07230c6a8fd283ed3b5d360bc145",</a:t>
            </a:r>
          </a:p>
          <a:p>
            <a:r>
              <a:t>      "sha256": "a6c3a440c471602d7fd0168e3ca3ac662ab967b582d660b6df5710f2a155cd9b",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0.5010373443983402,</a:t>
            </a:r>
          </a:p>
          <a:p>
            <a:r>
              <a:t>          "auc_prc": 0.30379253716847443,</a:t>
            </a:r>
          </a:p>
          <a:p>
            <a:r>
              <a:t>          "average_precision": 0.30662823849600584,</a:t>
            </a:r>
          </a:p>
          <a:p>
            <a:r>
              <a:t>          "balanced_accuracy": 0.6308116059067835,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336,</a:t>
            </a:r>
          </a:p>
          <a:p>
            <a:r>
              <a:t>              452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29,</a:t>
            </a:r>
          </a:p>
          <a:p>
            <a:r>
              <a:t>              147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0.3793548387096774,</a:t>
            </a:r>
          </a:p>
          <a:p>
            <a:r>
              <a:t>          "positive_count": 176,</a:t>
            </a:r>
          </a:p>
          <a:p>
            <a:r>
              <a:t>          "positive_rate": 0.1825726141078838,</a:t>
            </a:r>
          </a:p>
          <a:p>
            <a:r>
              <a:t>          "precision": 0.24540901502504173,</a:t>
            </a:r>
          </a:p>
          <a:p>
            <a:r>
              <a:t>          "recall": 0.8352272727272727,</a:t>
            </a:r>
          </a:p>
          <a:p>
            <a:r>
              <a:t>          "roc_auc": 0.6811079545454546,</a:t>
            </a:r>
          </a:p>
          <a:p>
            <a:r>
              <a:t>          "row_count": 964,</a:t>
            </a:r>
          </a:p>
          <a:p>
            <a:r>
              <a:t>          "threshold": 0.13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0.5264797507788161,</a:t>
            </a:r>
          </a:p>
          <a:p>
            <a:r>
              <a:t>          "auc_prc": 0.2850995619772792,</a:t>
            </a:r>
          </a:p>
          <a:p>
            <a:r>
              <a:t>          "average_precision": 0.28862672933636546,</a:t>
            </a:r>
          </a:p>
          <a:p>
            <a:r>
              <a:t>          "balanced_accuracy": 0.6353801399481092,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381,</a:t>
            </a:r>
          </a:p>
          <a:p>
            <a:r>
              <a:t>              424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32,</a:t>
            </a:r>
          </a:p>
          <a:p>
            <a:r>
              <a:t>              126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0.35593220338983056,</a:t>
            </a:r>
          </a:p>
          <a:p>
            <a:r>
              <a:t>          "positive_count": 158,</a:t>
            </a:r>
          </a:p>
          <a:p>
            <a:r>
              <a:t>          "positive_rate": 0.1640706126687435,</a:t>
            </a:r>
          </a:p>
          <a:p>
            <a:r>
              <a:t>          "precision": 0.2290909090909091,</a:t>
            </a:r>
          </a:p>
          <a:p>
            <a:r>
              <a:t>          "recall": 0.7974683544303798,</a:t>
            </a:r>
          </a:p>
          <a:p>
            <a:r>
              <a:t>          "roc_auc": 0.682844563251828,</a:t>
            </a:r>
          </a:p>
          <a:p>
            <a:r>
              <a:t>          "row_count": 963,</a:t>
            </a:r>
          </a:p>
          <a:p>
            <a:r>
              <a:t>          "threshold": 0.13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"Tasks/task-summaries/validate-refactored-model-per-dataset-20260927-134055/artifacts/cluster-run/hyperledger/results/model/words_5/RF/refactored/metrics.json",</a:t>
            </a:r>
          </a:p>
          <a:p>
            <a:r>
              <a:t>      "blob_sha1": "855016f075de192c7171328d093a031a347e13a3",</a:t>
            </a:r>
          </a:p>
          <a:p>
            <a:r>
              <a:t>      "sha256": "9cfd9a0c6cddf6515532d952fa982eb734e5af6c98984f419abf325a760c6f2f",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0.5031120331950207,</a:t>
            </a:r>
          </a:p>
          <a:p>
            <a:r>
              <a:t>          "auc_prc": 0.260598376632622,</a:t>
            </a:r>
          </a:p>
          <a:p>
            <a:r>
              <a:t>          "average_precision": 0.2645629912456322,</a:t>
            </a:r>
          </a:p>
          <a:p>
            <a:r>
              <a:t>          "balanced_accuracy": 0.6298742501153669,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339,</a:t>
            </a:r>
          </a:p>
          <a:p>
            <a:r>
              <a:t>              449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30,</a:t>
            </a:r>
          </a:p>
          <a:p>
            <a:r>
              <a:t>              146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0.3787289234760052,</a:t>
            </a:r>
          </a:p>
          <a:p>
            <a:r>
              <a:t>          "positive_count": 176,</a:t>
            </a:r>
          </a:p>
          <a:p>
            <a:r>
              <a:t>          "positive_rate": 0.1825726141078838,</a:t>
            </a:r>
          </a:p>
          <a:p>
            <a:r>
              <a:t>          "precision": 0.2453781512605042,</a:t>
            </a:r>
          </a:p>
          <a:p>
            <a:r>
              <a:t>          "recall": 0.8295454545454546,</a:t>
            </a:r>
          </a:p>
          <a:p>
            <a:r>
              <a:t>          "roc_auc": 0.6588277284263959,</a:t>
            </a:r>
          </a:p>
          <a:p>
            <a:r>
              <a:t>          "row_count": 964,</a:t>
            </a:r>
          </a:p>
          <a:p>
            <a:r>
              <a:t>          "threshold": 0.3499999999999999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0.5524402907580478,</a:t>
            </a:r>
          </a:p>
          <a:p>
            <a:r>
              <a:t>          "auc_prc": 0.30672756650138605,</a:t>
            </a:r>
          </a:p>
          <a:p>
            <a:r>
              <a:t>          "average_precision": 0.3093047268199426,</a:t>
            </a:r>
          </a:p>
          <a:p>
            <a:r>
              <a:t>          "balanced_accuracy": 0.6687121629058889,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399,</a:t>
            </a:r>
          </a:p>
          <a:p>
            <a:r>
              <a:t>              406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25,</a:t>
            </a:r>
          </a:p>
          <a:p>
            <a:r>
              <a:t>              133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0.381635581061693,</a:t>
            </a:r>
          </a:p>
          <a:p>
            <a:r>
              <a:t>          "positive_count": 158,</a:t>
            </a:r>
          </a:p>
          <a:p>
            <a:r>
              <a:t>          "positive_rate": 0.1640706126687435,</a:t>
            </a:r>
          </a:p>
          <a:p>
            <a:r>
              <a:t>          "precision": 0.24675324675324675,</a:t>
            </a:r>
          </a:p>
          <a:p>
            <a:r>
              <a:t>          "recall": 0.8417721518987342,</a:t>
            </a:r>
          </a:p>
          <a:p>
            <a:r>
              <a:t>          "roc_auc": 0.6992373614277853,</a:t>
            </a:r>
          </a:p>
          <a:p>
            <a:r>
              <a:t>          "row_count": 963,</a:t>
            </a:r>
          </a:p>
          <a:p>
            <a:r>
              <a:t>          "threshold": 0.3499999999999999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"Tasks/task-summaries/validate-refactored-model-per-dataset-20260927-134055/artifacts/cluster-run/hyperledger/results/model/words_5/XGboost/baseline/metrics.json",</a:t>
            </a:r>
          </a:p>
          <a:p>
            <a:r>
              <a:t>      "blob_sha1": "5d1372448e8d3f4c62b954c563af2cfd1c421742",</a:t>
            </a:r>
          </a:p>
          <a:p>
            <a:r>
              <a:t>      "sha256": "736790b25d1dffd627cae020205cde1dd6228f87d72c3eaacd92159f7e1d789f",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0.4802904564315353,</a:t>
            </a:r>
          </a:p>
          <a:p>
            <a:r>
              <a:t>          "auc_prc": 0.28812168540858485,</a:t>
            </a:r>
          </a:p>
          <a:p>
            <a:r>
              <a:t>          "average_precision": 0.29222055618346,</a:t>
            </a:r>
          </a:p>
          <a:p>
            <a:r>
              <a:t>          "balanced_accuracy": 0.6181212505768343,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316,</a:t>
            </a:r>
          </a:p>
          <a:p>
            <a:r>
              <a:t>              472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29,</a:t>
            </a:r>
          </a:p>
          <a:p>
            <a:r>
              <a:t>              147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0.36981132075471695,</a:t>
            </a:r>
          </a:p>
          <a:p>
            <a:r>
              <a:t>          "positive_count": 176,</a:t>
            </a:r>
          </a:p>
          <a:p>
            <a:r>
              <a:t>          "positive_rate": 0.1825726141078838,</a:t>
            </a:r>
          </a:p>
          <a:p>
            <a:r>
              <a:t>          "precision": 0.23747980613893377,</a:t>
            </a:r>
          </a:p>
          <a:p>
            <a:r>
              <a:t>          "recall": 0.8352272727272727,</a:t>
            </a:r>
          </a:p>
          <a:p>
            <a:r>
              <a:t>          "roc_auc": 0.6683599157821873,</a:t>
            </a:r>
          </a:p>
          <a:p>
            <a:r>
              <a:t>          "row_count": 964,</a:t>
            </a:r>
          </a:p>
          <a:p>
            <a:r>
              <a:t>          "threshold": 0.12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0.5285565939771547,</a:t>
            </a:r>
          </a:p>
          <a:p>
            <a:r>
              <a:t>          "auc_prc": 0.2639034937080274,</a:t>
            </a:r>
          </a:p>
          <a:p>
            <a:r>
              <a:t>          "average_precision": 0.26889953869686134,</a:t>
            </a:r>
          </a:p>
          <a:p>
            <a:r>
              <a:t>          "balanced_accuracy": 0.6595133265193804,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374,</a:t>
            </a:r>
          </a:p>
          <a:p>
            <a:r>
              <a:t>              431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23,</a:t>
            </a:r>
          </a:p>
          <a:p>
            <a:r>
              <a:t>              135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0.3729281767955801,</a:t>
            </a:r>
          </a:p>
          <a:p>
            <a:r>
              <a:t>          "positive_count": 158,</a:t>
            </a:r>
          </a:p>
          <a:p>
            <a:r>
              <a:t>          "positive_rate": 0.1640706126687435,</a:t>
            </a:r>
          </a:p>
          <a:p>
            <a:r>
              <a:t>          "precision": 0.23851590106007067,</a:t>
            </a:r>
          </a:p>
          <a:p>
            <a:r>
              <a:t>          "recall": 0.8544303797468354,</a:t>
            </a:r>
          </a:p>
          <a:p>
            <a:r>
              <a:t>          "roc_auc": 0.6845939146159289,</a:t>
            </a:r>
          </a:p>
          <a:p>
            <a:r>
              <a:t>          "row_count": 963,</a:t>
            </a:r>
          </a:p>
          <a:p>
            <a:r>
              <a:t>          "threshold": 0.12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"Tasks/task-summaries/validate-refactored-model-per-dataset-20260927-134055/artifacts/cluster-run/hyperledger/results/model/words_5/XGboost/refactored/metrics.json",</a:t>
            </a:r>
          </a:p>
          <a:p>
            <a:r>
              <a:t>      "blob_sha1": "bc65657fe35b621997fe0b4dceb9445fe23cff36",</a:t>
            </a:r>
          </a:p>
          <a:p>
            <a:r>
              <a:t>      "sha256": "bc03eabcc6f90b2cfe0265b714ca08ca0aaf90cd0d1b509b5aaab49d40f043b0",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0.487551867219917,</a:t>
            </a:r>
          </a:p>
          <a:p>
            <a:r>
              <a:t>          "auc_prc": 0.26817528315547057,</a:t>
            </a:r>
          </a:p>
          <a:p>
            <a:r>
              <a:t>          "average_precision": 0.27234591373042016,</a:t>
            </a:r>
          </a:p>
          <a:p>
            <a:r>
              <a:t>          "balanced_accuracy": 0.5828478311029073,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341,</a:t>
            </a:r>
          </a:p>
          <a:p>
            <a:r>
              <a:t>              447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47,</a:t>
            </a:r>
          </a:p>
          <a:p>
            <a:r>
              <a:t>              129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0.34308510638297873,</a:t>
            </a:r>
          </a:p>
          <a:p>
            <a:r>
              <a:t>          "positive_count": 176,</a:t>
            </a:r>
          </a:p>
          <a:p>
            <a:r>
              <a:t>          "positive_rate": 0.1825726141078838,</a:t>
            </a:r>
          </a:p>
          <a:p>
            <a:r>
              <a:t>          "precision": 0.22395833333333334,</a:t>
            </a:r>
          </a:p>
          <a:p>
            <a:r>
              <a:t>          "recall": 0.7329545454545454,</a:t>
            </a:r>
          </a:p>
          <a:p>
            <a:r>
              <a:t>          "roc_auc": 0.6309702353484079,</a:t>
            </a:r>
          </a:p>
          <a:p>
            <a:r>
              <a:t>          "row_count": 964,</a:t>
            </a:r>
          </a:p>
          <a:p>
            <a:r>
              <a:t>          "threshold": 0.42999999999999994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0.5597092419522326,</a:t>
            </a:r>
          </a:p>
          <a:p>
            <a:r>
              <a:t>          "auc_prc": 0.2671920277158132,</a:t>
            </a:r>
          </a:p>
          <a:p>
            <a:r>
              <a:t>          "average_precision": 0.2701968317426955,</a:t>
            </a:r>
          </a:p>
          <a:p>
            <a:r>
              <a:t>          "balanced_accuracy": 0.6628862331944335,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410,</a:t>
            </a:r>
          </a:p>
          <a:p>
            <a:r>
              <a:t>              395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29,</a:t>
            </a:r>
          </a:p>
          <a:p>
            <a:r>
              <a:t>              129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0.37829912023460416,</a:t>
            </a:r>
          </a:p>
          <a:p>
            <a:r>
              <a:t>          "positive_count": 158,</a:t>
            </a:r>
          </a:p>
          <a:p>
            <a:r>
              <a:t>          "positive_rate": 0.1640706126687435,</a:t>
            </a:r>
          </a:p>
          <a:p>
            <a:r>
              <a:t>          "precision": 0.24618320610687022,</a:t>
            </a:r>
          </a:p>
          <a:p>
            <a:r>
              <a:t>          "recall": 0.8164556962025317,</a:t>
            </a:r>
          </a:p>
          <a:p>
            <a:r>
              <a:t>          "roc_auc": 0.6958094189794796,</a:t>
            </a:r>
          </a:p>
          <a:p>
            <a:r>
              <a:t>          "row_count": 963,</a:t>
            </a:r>
          </a:p>
          <a:p>
            <a:r>
              <a:t>          "threshold": 0.42999999999999994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"Tasks/task-summaries/validate-refactored-model-per-dataset-20260927-134055/artifacts/cluster-run/hyperledger/results/model/words_5/NN/baseline/metrics.json",</a:t>
            </a:r>
          </a:p>
          <a:p>
            <a:r>
              <a:t>      "blob_sha1": "a159ae02f320496087276c7d4b252e0713286f77",</a:t>
            </a:r>
          </a:p>
          <a:p>
            <a:r>
              <a:t>      "sha256": "97f45c4244976199818fcd72977326e0d8f371442032359ceae4344f85e047aa",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0.7043568464730291,</a:t>
            </a:r>
          </a:p>
          <a:p>
            <a:r>
              <a:t>          "auc_prc": 0.286869544397742,</a:t>
            </a:r>
          </a:p>
          <a:p>
            <a:r>
              <a:t>          "average_precision": 0.28888997870348715,</a:t>
            </a:r>
          </a:p>
          <a:p>
            <a:r>
              <a:t>          "balanced_accuracy": 0.5963169127826489,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604,</a:t>
            </a:r>
          </a:p>
          <a:p>
            <a:r>
              <a:t>              184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101,</a:t>
            </a:r>
          </a:p>
          <a:p>
            <a:r>
              <a:t>              75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0.3448275862068966,</a:t>
            </a:r>
          </a:p>
          <a:p>
            <a:r>
              <a:t>          "positive_count": 176,</a:t>
            </a:r>
          </a:p>
          <a:p>
            <a:r>
              <a:t>          "positive_rate": 0.1825726141078838,</a:t>
            </a:r>
          </a:p>
          <a:p>
            <a:r>
              <a:t>          "precision": 0.28957528957528955,</a:t>
            </a:r>
          </a:p>
          <a:p>
            <a:r>
              <a:t>          "recall": 0.42613636363636365,</a:t>
            </a:r>
          </a:p>
          <a:p>
            <a:r>
              <a:t>          "roc_auc": 0.615936490539917,</a:t>
            </a:r>
          </a:p>
          <a:p>
            <a:r>
              <a:t>          "row_count": 964,</a:t>
            </a:r>
          </a:p>
          <a:p>
            <a:r>
              <a:t>          "threshold": 0.18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0.6936656282450675,</a:t>
            </a:r>
          </a:p>
          <a:p>
            <a:r>
              <a:t>          "auc_prc": 0.2197979662911864,</a:t>
            </a:r>
          </a:p>
          <a:p>
            <a:r>
              <a:t>          "average_precision": 0.22245249208735507,</a:t>
            </a:r>
          </a:p>
          <a:p>
            <a:r>
              <a:t>          "balanced_accuracy": 0.6082081924679613,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592,</a:t>
            </a:r>
          </a:p>
          <a:p>
            <a:r>
              <a:t>              213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82,</a:t>
            </a:r>
          </a:p>
          <a:p>
            <a:r>
              <a:t>              76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0.3400447427293065,</a:t>
            </a:r>
          </a:p>
          <a:p>
            <a:r>
              <a:t>          "positive_count": 158,</a:t>
            </a:r>
          </a:p>
          <a:p>
            <a:r>
              <a:t>          "positive_rate": 0.1640706126687435,</a:t>
            </a:r>
          </a:p>
          <a:p>
            <a:r>
              <a:t>          "precision": 0.2629757785467128,</a:t>
            </a:r>
          </a:p>
          <a:p>
            <a:r>
              <a:t>          "recall": 0.4810126582278481,</a:t>
            </a:r>
          </a:p>
          <a:p>
            <a:r>
              <a:t>          "roc_auc": 0.639319128862332,</a:t>
            </a:r>
          </a:p>
          <a:p>
            <a:r>
              <a:t>          "row_count": 963,</a:t>
            </a:r>
          </a:p>
          <a:p>
            <a:r>
              <a:t>          "threshold": 0.18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"Tasks/task-summaries/validate-refactored-model-per-dataset-20260927-134055/artifacts/cluster-run/hyperledger/results/model/words_5/NN/refactored/metrics.json",</a:t>
            </a:r>
          </a:p>
          <a:p>
            <a:r>
              <a:t>      "blob_sha1": "9e7e9ae53011b7595b33dc07a0de36cd8cd9f21c",</a:t>
            </a:r>
          </a:p>
          <a:p>
            <a:r>
              <a:t>      "sha256": "44eef43f7459faaa81bbd7fd2def57aafd1dcc3b61345de4757bc37e0ccb999a",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0.7219917012448133,</a:t>
            </a:r>
          </a:p>
          <a:p>
            <a:r>
              <a:t>          "auc_prc": 0.215067890949744,</a:t>
            </a:r>
          </a:p>
          <a:p>
            <a:r>
              <a:t>          "average_precision": 0.21770446646988667,</a:t>
            </a:r>
          </a:p>
          <a:p>
            <a:r>
              <a:t>          "balanced_accuracy": 0.5497375403784033,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647,</a:t>
            </a:r>
          </a:p>
          <a:p>
            <a:r>
              <a:t>              141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127,</a:t>
            </a:r>
          </a:p>
          <a:p>
            <a:r>
              <a:t>              49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0.2677595628415301,</a:t>
            </a:r>
          </a:p>
          <a:p>
            <a:r>
              <a:t>          "positive_count": 176,</a:t>
            </a:r>
          </a:p>
          <a:p>
            <a:r>
              <a:t>          "positive_rate": 0.1825726141078838,</a:t>
            </a:r>
          </a:p>
          <a:p>
            <a:r>
              <a:t>          "precision": 0.2578947368421053,</a:t>
            </a:r>
          </a:p>
          <a:p>
            <a:r>
              <a:t>          "recall": 0.2784090909090909,</a:t>
            </a:r>
          </a:p>
          <a:p>
            <a:r>
              <a:t>          "roc_auc": 0.5358899111675127,</a:t>
            </a:r>
          </a:p>
          <a:p>
            <a:r>
              <a:t>          "row_count": 964,</a:t>
            </a:r>
          </a:p>
          <a:p>
            <a:r>
              <a:t>          "threshold": 0.21999999999999997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0.7102803738317757,</a:t>
            </a:r>
          </a:p>
          <a:p>
            <a:r>
              <a:t>          "auc_prc": 0.23299204711694668,</a:t>
            </a:r>
          </a:p>
          <a:p>
            <a:r>
              <a:t>          "average_precision": 0.23142585820612194,</a:t>
            </a:r>
          </a:p>
          <a:p>
            <a:r>
              <a:t>          "balanced_accuracy": 0.5749076185234688,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625,</a:t>
            </a:r>
          </a:p>
          <a:p>
            <a:r>
              <a:t>              180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99,</a:t>
            </a:r>
          </a:p>
          <a:p>
            <a:r>
              <a:t>              59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0.2972292191435768,</a:t>
            </a:r>
          </a:p>
          <a:p>
            <a:r>
              <a:t>          "positive_count": 158,</a:t>
            </a:r>
          </a:p>
          <a:p>
            <a:r>
              <a:t>          "positive_rate": 0.1640706126687435,</a:t>
            </a:r>
          </a:p>
          <a:p>
            <a:r>
              <a:t>          "precision": 0.24686192468619247,</a:t>
            </a:r>
          </a:p>
          <a:p>
            <a:r>
              <a:t>          "recall": 0.37341772151898733,</a:t>
            </a:r>
          </a:p>
          <a:p>
            <a:r>
              <a:t>          "roc_auc": 0.613224310087271,</a:t>
            </a:r>
          </a:p>
          <a:p>
            <a:r>
              <a:t>          "row_count": 963,</a:t>
            </a:r>
          </a:p>
          <a:p>
            <a:r>
              <a:t>          "threshold": 0.21999999999999997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"Tasks/task-summaries/validate-refactored-model-per-dataset-20260927-134055/artifacts/cluster-run/hyperledger/results/model/words_10/RF/baseline/metrics.json",</a:t>
            </a:r>
          </a:p>
          <a:p>
            <a:r>
              <a:t>      "blob_sha1": "db3057f82e5edd839e85adc3dcf9c449f8f76920",</a:t>
            </a:r>
          </a:p>
          <a:p>
            <a:r>
              <a:t>      "sha256": "5541c7aef73e542d1f5b714e747d6a0a632705dbf566c5e7741fecadbe4e5334",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0.6358921161825726,</a:t>
            </a:r>
          </a:p>
          <a:p>
            <a:r>
              <a:t>          "auc_prc": 0.2645863411129899,</a:t>
            </a:r>
          </a:p>
          <a:p>
            <a:r>
              <a:t>          "average_precision": 0.26839392021794606,</a:t>
            </a:r>
          </a:p>
          <a:p>
            <a:r>
              <a:t>          "balanced_accuracy": 0.6175508036050855,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529,</a:t>
            </a:r>
          </a:p>
          <a:p>
            <a:r>
              <a:t>              293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58,</a:t>
            </a:r>
          </a:p>
          <a:p>
            <a:r>
              <a:t>              84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0.32369942196531787,</a:t>
            </a:r>
          </a:p>
          <a:p>
            <a:r>
              <a:t>          "positive_count": 142,</a:t>
            </a:r>
          </a:p>
          <a:p>
            <a:r>
              <a:t>          "positive_rate": 0.14730290456431536,</a:t>
            </a:r>
          </a:p>
          <a:p>
            <a:r>
              <a:t>          "precision": 0.22281167108753316,</a:t>
            </a:r>
          </a:p>
          <a:p>
            <a:r>
              <a:t>          "recall": 0.5915492957746479,</a:t>
            </a:r>
          </a:p>
          <a:p>
            <a:r>
              <a:t>          "roc_auc": 0.6925139645659847,</a:t>
            </a:r>
          </a:p>
          <a:p>
            <a:r>
              <a:t>          "row_count": 964,</a:t>
            </a:r>
          </a:p>
          <a:p>
            <a:r>
              <a:t>          "threshold": 0.13999999999999999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0.6728971962616822,</a:t>
            </a:r>
          </a:p>
          <a:p>
            <a:r>
              <a:t>          "auc_prc": 0.2717804893649192,</a:t>
            </a:r>
          </a:p>
          <a:p>
            <a:r>
              <a:t>          "average_precision": 0.27768525333794314,</a:t>
            </a:r>
          </a:p>
          <a:p>
            <a:r>
              <a:t>          "balanced_accuracy": 0.6702898550724637,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558,</a:t>
            </a:r>
          </a:p>
          <a:p>
            <a:r>
              <a:t>              270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45,</a:t>
            </a:r>
          </a:p>
          <a:p>
            <a:r>
              <a:t>              90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0.36363636363636365,</a:t>
            </a:r>
          </a:p>
          <a:p>
            <a:r>
              <a:t>          "positive_count": 135,</a:t>
            </a:r>
          </a:p>
          <a:p>
            <a:r>
              <a:t>          "positive_rate": 0.14018691588785046,</a:t>
            </a:r>
          </a:p>
          <a:p>
            <a:r>
              <a:t>          "precision": 0.25,</a:t>
            </a:r>
          </a:p>
          <a:p>
            <a:r>
              <a:t>          "recall": 0.6666666666666666,</a:t>
            </a:r>
          </a:p>
          <a:p>
            <a:r>
              <a:t>          "roc_auc": 0.7282966541420648,</a:t>
            </a:r>
          </a:p>
          <a:p>
            <a:r>
              <a:t>          "row_count": 963,</a:t>
            </a:r>
          </a:p>
          <a:p>
            <a:r>
              <a:t>          "threshold": 0.13999999999999999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"Tasks/task-summaries/validate-refactored-model-per-dataset-20260927-134055/artifacts/cluster-run/hyperledger/results/model/words_10/RF/refactored/metrics.json",</a:t>
            </a:r>
          </a:p>
          <a:p>
            <a:r>
              <a:t>      "blob_sha1": "0e2e1c103e204c668907bcfd40cc39143cad4ab0",</a:t>
            </a:r>
          </a:p>
          <a:p>
            <a:r>
              <a:t>      "sha256": "89167e78e2da425505c9e17d96419206b742ce54e20b120708b683332a28a6ae",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0.7510373443983402,</a:t>
            </a:r>
          </a:p>
          <a:p>
            <a:r>
              <a:t>          "auc_prc": 0.22517241274150118,</a:t>
            </a:r>
          </a:p>
          <a:p>
            <a:r>
              <a:t>          "average_precision": 0.2286345797834445,</a:t>
            </a:r>
          </a:p>
          <a:p>
            <a:r>
              <a:t>          "balanced_accuracy": 0.5714677358555225,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679,</a:t>
            </a:r>
          </a:p>
          <a:p>
            <a:r>
              <a:t>              143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97,</a:t>
            </a:r>
          </a:p>
          <a:p>
            <a:r>
              <a:t>              45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0.27272727272727276,</a:t>
            </a:r>
          </a:p>
          <a:p>
            <a:r>
              <a:t>          "positive_count": 142,</a:t>
            </a:r>
          </a:p>
          <a:p>
            <a:r>
              <a:t>          "positive_rate": 0.14730290456431536,</a:t>
            </a:r>
          </a:p>
          <a:p>
            <a:r>
              <a:t>          "precision": 0.2393617021276596,</a:t>
            </a:r>
          </a:p>
          <a:p>
            <a:r>
              <a:t>          "recall": 0.31690140845070425,</a:t>
            </a:r>
          </a:p>
          <a:p>
            <a:r>
              <a:t>          "roc_auc": 0.6736917857510024,</a:t>
            </a:r>
          </a:p>
          <a:p>
            <a:r>
              <a:t>          "row_count": 964,</a:t>
            </a:r>
          </a:p>
          <a:p>
            <a:r>
              <a:t>          "threshold": 0.30999999999999994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0.7767393561786086,</a:t>
            </a:r>
          </a:p>
          <a:p>
            <a:r>
              <a:t>          "auc_prc": 0.2745489440136935,</a:t>
            </a:r>
          </a:p>
          <a:p>
            <a:r>
              <a:t>          "average_precision": 0.2797906726135129,</a:t>
            </a:r>
          </a:p>
          <a:p>
            <a:r>
              <a:t>          "balanced_accuracy": 0.6469806763285024,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685,</a:t>
            </a:r>
          </a:p>
          <a:p>
            <a:r>
              <a:t>              143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72,</a:t>
            </a:r>
          </a:p>
          <a:p>
            <a:r>
              <a:t>              63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0.36950146627565983,</a:t>
            </a:r>
          </a:p>
          <a:p>
            <a:r>
              <a:t>          "positive_count": 135,</a:t>
            </a:r>
          </a:p>
          <a:p>
            <a:r>
              <a:t>          "positive_rate": 0.14018691588785046,</a:t>
            </a:r>
          </a:p>
          <a:p>
            <a:r>
              <a:t>          "precision": 0.3058252427184466,</a:t>
            </a:r>
          </a:p>
          <a:p>
            <a:r>
              <a:t>          "recall": 0.4666666666666667,</a:t>
            </a:r>
          </a:p>
          <a:p>
            <a:r>
              <a:t>          "roc_auc": 0.737323313651816,</a:t>
            </a:r>
          </a:p>
          <a:p>
            <a:r>
              <a:t>          "row_count": 963,</a:t>
            </a:r>
          </a:p>
          <a:p>
            <a:r>
              <a:t>          "threshold": 0.30999999999999994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"Tasks/task-summaries/validate-refactored-model-per-dataset-20260927-134055/artifacts/cluster-run/hyperledger/results/model/words_10/XGboost/baseline/metrics.json",</a:t>
            </a:r>
          </a:p>
          <a:p>
            <a:r>
              <a:t>      "blob_sha1": "b1387e16cfae40e3c5ad78cc08e75a97aaa22784",</a:t>
            </a:r>
          </a:p>
          <a:p>
            <a:r>
              <a:t>      "sha256": "2053251b8eeeb787042fcbaa161db2b56988d4a8ed0e6ca2b7796ad7f96278e8",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0.5850622406639004,</a:t>
            </a:r>
          </a:p>
          <a:p>
            <a:r>
              <a:t>          "auc_prc": 0.2611922939916964,</a:t>
            </a:r>
          </a:p>
          <a:p>
            <a:r>
              <a:t>          "average_precision": 0.26601420275224863,</a:t>
            </a:r>
          </a:p>
          <a:p>
            <a:r>
              <a:t>          "balanced_accuracy": 0.6314382646242418,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465,</a:t>
            </a:r>
          </a:p>
          <a:p>
            <a:r>
              <a:t>              357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43,</a:t>
            </a:r>
          </a:p>
          <a:p>
            <a:r>
              <a:t>              99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0.3311036789297659,</a:t>
            </a:r>
          </a:p>
          <a:p>
            <a:r>
              <a:t>          "positive_count": 142,</a:t>
            </a:r>
          </a:p>
          <a:p>
            <a:r>
              <a:t>          "positive_rate": 0.14730290456431536,</a:t>
            </a:r>
          </a:p>
          <a:p>
            <a:r>
              <a:t>          "precision": 0.21710526315789475,</a:t>
            </a:r>
          </a:p>
          <a:p>
            <a:r>
              <a:t>          "recall": 0.6971830985915493,</a:t>
            </a:r>
          </a:p>
          <a:p>
            <a:r>
              <a:t>          "roc_auc": 0.6972901888214934,</a:t>
            </a:r>
          </a:p>
          <a:p>
            <a:r>
              <a:t>          "row_count": 964,</a:t>
            </a:r>
          </a:p>
          <a:p>
            <a:r>
              <a:t>          "threshold": 0.10999999999999999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0.6334371754932503,</a:t>
            </a:r>
          </a:p>
          <a:p>
            <a:r>
              <a:t>          "auc_prc": 0.26512378332501807,</a:t>
            </a:r>
          </a:p>
          <a:p>
            <a:r>
              <a:t>          "average_precision": 0.27025165326258804,</a:t>
            </a:r>
          </a:p>
          <a:p>
            <a:r>
              <a:t>          "balanced_accuracy": 0.6876409017713365,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507,</a:t>
            </a:r>
          </a:p>
          <a:p>
            <a:r>
              <a:t>              321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32,</a:t>
            </a:r>
          </a:p>
          <a:p>
            <a:r>
              <a:t>              103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0.3685152057245081,</a:t>
            </a:r>
          </a:p>
          <a:p>
            <a:r>
              <a:t>          "positive_count": 135,</a:t>
            </a:r>
          </a:p>
          <a:p>
            <a:r>
              <a:t>          "positive_rate": 0.14018691588785046,</a:t>
            </a:r>
          </a:p>
          <a:p>
            <a:r>
              <a:t>          "precision": 0.2429245283018868,</a:t>
            </a:r>
          </a:p>
          <a:p>
            <a:r>
              <a:t>          "recall": 0.762962962962963,</a:t>
            </a:r>
          </a:p>
          <a:p>
            <a:r>
              <a:t>          "roc_auc": 0.7399847915548399,</a:t>
            </a:r>
          </a:p>
          <a:p>
            <a:r>
              <a:t>          "row_count": 963,</a:t>
            </a:r>
          </a:p>
          <a:p>
            <a:r>
              <a:t>          "threshold": 0.10999999999999999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"Tasks/task-summaries/validate-refactored-model-per-dataset-20260927-134055/artifacts/cluster-run/hyperledger/results/model/words_10/XGboost/refactored/metrics.json",</a:t>
            </a:r>
          </a:p>
          <a:p>
            <a:r>
              <a:t>      "blob_sha1": "acfc3cc320bffed28722300057b716c9d745dfa5",</a:t>
            </a:r>
          </a:p>
          <a:p>
            <a:r>
              <a:t>      "sha256": "d7dffed3b765d6c11aa29832ffa6693b84e2977a460f1fdab0b44e3893cba7c8",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0.6161825726141079,</a:t>
            </a:r>
          </a:p>
          <a:p>
            <a:r>
              <a:t>          "auc_prc": 0.2294654683602244,</a:t>
            </a:r>
          </a:p>
          <a:p>
            <a:r>
              <a:t>          "average_precision": 0.23445781938840132,</a:t>
            </a:r>
          </a:p>
          <a:p>
            <a:r>
              <a:t>          "balanced_accuracy": 0.5914293547171104,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515,</a:t>
            </a:r>
          </a:p>
          <a:p>
            <a:r>
              <a:t>              307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63,</a:t>
            </a:r>
          </a:p>
          <a:p>
            <a:r>
              <a:t>              79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0.29924242424242425,</a:t>
            </a:r>
          </a:p>
          <a:p>
            <a:r>
              <a:t>          "positive_count": 142,</a:t>
            </a:r>
          </a:p>
          <a:p>
            <a:r>
              <a:t>          "positive_rate": 0.14730290456431536,</a:t>
            </a:r>
          </a:p>
          <a:p>
            <a:r>
              <a:t>          "precision": 0.20466321243523317,</a:t>
            </a:r>
          </a:p>
          <a:p>
            <a:r>
              <a:t>          "recall": 0.5563380281690141,</a:t>
            </a:r>
          </a:p>
          <a:p>
            <a:r>
              <a:t>          "roc_auc": 0.6531004763373428,</a:t>
            </a:r>
          </a:p>
          <a:p>
            <a:r>
              <a:t>          "row_count": 964,</a:t>
            </a:r>
          </a:p>
          <a:p>
            <a:r>
              <a:t>          "threshold": 0.49999999999999994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0.667705088265836,</a:t>
            </a:r>
          </a:p>
          <a:p>
            <a:r>
              <a:t>          "auc_prc": 0.24727075797575626,</a:t>
            </a:r>
          </a:p>
          <a:p>
            <a:r>
              <a:t>          "average_precision": 0.2512815429822512,</a:t>
            </a:r>
          </a:p>
          <a:p>
            <a:r>
              <a:t>          "balanced_accuracy": 0.6858695652173914,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547,</a:t>
            </a:r>
          </a:p>
          <a:p>
            <a:r>
              <a:t>              281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39,</a:t>
            </a:r>
          </a:p>
          <a:p>
            <a:r>
              <a:t>              96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0.37499999999999994,</a:t>
            </a:r>
          </a:p>
          <a:p>
            <a:r>
              <a:t>          "positive_count": 135,</a:t>
            </a:r>
          </a:p>
          <a:p>
            <a:r>
              <a:t>          "positive_rate": 0.14018691588785046,</a:t>
            </a:r>
          </a:p>
          <a:p>
            <a:r>
              <a:t>          "precision": 0.2546419098143236,</a:t>
            </a:r>
          </a:p>
          <a:p>
            <a:r>
              <a:t>          "recall": 0.7111111111111111,</a:t>
            </a:r>
          </a:p>
          <a:p>
            <a:r>
              <a:t>          "roc_auc": 0.7361066380390052,</a:t>
            </a:r>
          </a:p>
          <a:p>
            <a:r>
              <a:t>          "row_count": 963,</a:t>
            </a:r>
          </a:p>
          <a:p>
            <a:r>
              <a:t>          "threshold": 0.49999999999999994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"Tasks/task-summaries/validate-refactored-model-per-dataset-20260927-134055/artifacts/cluster-run/hyperledger/results/model/words_10/NN/baseline/metrics.json",</a:t>
            </a:r>
          </a:p>
          <a:p>
            <a:r>
              <a:t>      "blob_sha1": "7136e5e2868431fa274d5616b879a18bc3b922a7",</a:t>
            </a:r>
          </a:p>
          <a:p>
            <a:r>
              <a:t>      "sha256": "9eb5950057da35846c8c0f3fb1c5a8aa8a1e23dce0e9843e7ab03d7ccadc82b3",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0.6908713692946058,</a:t>
            </a:r>
          </a:p>
          <a:p>
            <a:r>
              <a:t>          "auc_prc": 0.2912079198139399,</a:t>
            </a:r>
          </a:p>
          <a:p>
            <a:r>
              <a:t>          "average_precision": 0.29344891930621564,</a:t>
            </a:r>
          </a:p>
          <a:p>
            <a:r>
              <a:t>          "balanced_accuracy": 0.6177478496281827,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593,</a:t>
            </a:r>
          </a:p>
          <a:p>
            <a:r>
              <a:t>              229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69,</a:t>
            </a:r>
          </a:p>
          <a:p>
            <a:r>
              <a:t>              73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0.32882882882882886,</a:t>
            </a:r>
          </a:p>
          <a:p>
            <a:r>
              <a:t>          "positive_count": 142,</a:t>
            </a:r>
          </a:p>
          <a:p>
            <a:r>
              <a:t>          "positive_rate": 0.14730290456431536,</a:t>
            </a:r>
          </a:p>
          <a:p>
            <a:r>
              <a:t>          "precision": 0.24172185430463577,</a:t>
            </a:r>
          </a:p>
          <a:p>
            <a:r>
              <a:t>          "recall": 0.5140845070422535,</a:t>
            </a:r>
          </a:p>
          <a:p>
            <a:r>
              <a:t>          "roc_auc": 0.6606010760426305,</a:t>
            </a:r>
          </a:p>
          <a:p>
            <a:r>
              <a:t>          "row_count": 964,</a:t>
            </a:r>
          </a:p>
          <a:p>
            <a:r>
              <a:t>          "threshold": 0.12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0.7050882658359294,</a:t>
            </a:r>
          </a:p>
          <a:p>
            <a:r>
              <a:t>          "auc_prc": 0.23023142037857175,</a:t>
            </a:r>
          </a:p>
          <a:p>
            <a:r>
              <a:t>          "average_precision": 0.23382629970249025,</a:t>
            </a:r>
          </a:p>
          <a:p>
            <a:r>
              <a:t>          "balanced_accuracy": 0.6518115942028986,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601,</a:t>
            </a:r>
          </a:p>
          <a:p>
            <a:r>
              <a:t>              227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57,</a:t>
            </a:r>
          </a:p>
          <a:p>
            <a:r>
              <a:t>              78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0.3545454545454545,</a:t>
            </a:r>
          </a:p>
          <a:p>
            <a:r>
              <a:t>          "positive_count": 135,</a:t>
            </a:r>
          </a:p>
          <a:p>
            <a:r>
              <a:t>          "positive_rate": 0.14018691588785046,</a:t>
            </a:r>
          </a:p>
          <a:p>
            <a:r>
              <a:t>          "precision": 0.25573770491803277,</a:t>
            </a:r>
          </a:p>
          <a:p>
            <a:r>
              <a:t>          "recall": 0.5777777777777777,</a:t>
            </a:r>
          </a:p>
          <a:p>
            <a:r>
              <a:t>          "roc_auc": 0.6955358740382895,</a:t>
            </a:r>
          </a:p>
          <a:p>
            <a:r>
              <a:t>          "row_count": 963,</a:t>
            </a:r>
          </a:p>
          <a:p>
            <a:r>
              <a:t>          "threshold": 0.12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"Tasks/task-summaries/validate-refactored-model-per-dataset-20260927-134055/artifacts/cluster-run/hyperledger/results/model/words_10/NN/refactored/metrics.json",</a:t>
            </a:r>
          </a:p>
          <a:p>
            <a:r>
              <a:t>      "blob_sha1": "aa9057b2f349bec5e7349341b5cf7926bc86edcb",</a:t>
            </a:r>
          </a:p>
          <a:p>
            <a:r>
              <a:t>      "sha256": "0573d0c3fadda2489c1d7e8d9c214d9d46bd44082e2cf08e58030048d2ad8e87",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0.7562240663900415,</a:t>
            </a:r>
          </a:p>
          <a:p>
            <a:r>
              <a:t>          "auc_prc": 0.20390503900095225,</a:t>
            </a:r>
          </a:p>
          <a:p>
            <a:r>
              <a:t>          "average_precision": 0.1999079531496086,</a:t>
            </a:r>
          </a:p>
          <a:p>
            <a:r>
              <a:t>          "balanced_accuracy": 0.5599448271135328,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689,</a:t>
            </a:r>
          </a:p>
          <a:p>
            <a:r>
              <a:t>              133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102,</a:t>
            </a:r>
          </a:p>
          <a:p>
            <a:r>
              <a:t>              40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0.253968253968254,</a:t>
            </a:r>
          </a:p>
          <a:p>
            <a:r>
              <a:t>          "positive_count": 142,</a:t>
            </a:r>
          </a:p>
          <a:p>
            <a:r>
              <a:t>          "positive_rate": 0.14730290456431536,</a:t>
            </a:r>
          </a:p>
          <a:p>
            <a:r>
              <a:t>          "precision": 0.23121387283236994,</a:t>
            </a:r>
          </a:p>
          <a:p>
            <a:r>
              <a:t>          "recall": 0.28169014084507044,</a:t>
            </a:r>
          </a:p>
          <a:p>
            <a:r>
              <a:t>          "roc_auc": 0.5712706898324252,</a:t>
            </a:r>
          </a:p>
          <a:p>
            <a:r>
              <a:t>          "row_count": 964,</a:t>
            </a:r>
          </a:p>
          <a:p>
            <a:r>
              <a:t>          "threshold": 0.24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0.7445482866043613,</a:t>
            </a:r>
          </a:p>
          <a:p>
            <a:r>
              <a:t>          "auc_prc": 0.21102028707677423,</a:t>
            </a:r>
          </a:p>
          <a:p>
            <a:r>
              <a:t>          "average_precision": 0.20078558653558798,</a:t>
            </a:r>
          </a:p>
          <a:p>
            <a:r>
              <a:t>          "balanced_accuracy": 0.5755636070853463,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671,</a:t>
            </a:r>
          </a:p>
          <a:p>
            <a:r>
              <a:t>              157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89,</a:t>
            </a:r>
          </a:p>
          <a:p>
            <a:r>
              <a:t>              46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0.27218934911242604,</a:t>
            </a:r>
          </a:p>
          <a:p>
            <a:r>
              <a:t>          "positive_count": 135,</a:t>
            </a:r>
          </a:p>
          <a:p>
            <a:r>
              <a:t>          "positive_rate": 0.14018691588785046,</a:t>
            </a:r>
          </a:p>
          <a:p>
            <a:r>
              <a:t>          "precision": 0.22660098522167488,</a:t>
            </a:r>
          </a:p>
          <a:p>
            <a:r>
              <a:t>          "recall": 0.34074074074074073,</a:t>
            </a:r>
          </a:p>
          <a:p>
            <a:r>
              <a:t>          "roc_auc": 0.6084809447128288,</a:t>
            </a:r>
          </a:p>
          <a:p>
            <a:r>
              <a:t>          "row_count": 963,</a:t>
            </a:r>
          </a:p>
          <a:p>
            <a:r>
              <a:t>          "threshold": 0.24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"Tasks/task-summaries/validate-refactored-model-per-dataset-20260927-134055/artifacts/cluster-run/hyperledger/results/model/words_15/RF/baseline/metrics.json",</a:t>
            </a:r>
          </a:p>
          <a:p>
            <a:r>
              <a:t>      "blob_sha1": "b61eb8dd2bc2d511148c10d01d32a92a022aa502",</a:t>
            </a:r>
          </a:p>
          <a:p>
            <a:r>
              <a:t>      "sha256": "4cca78d372673736e11750ca713a0968926e4d70036487c1d3a5bd6dd5f7aca3",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0.7769709543568465,</a:t>
            </a:r>
          </a:p>
          <a:p>
            <a:r>
              <a:t>          "auc_prc": 0.26780060850681225,</a:t>
            </a:r>
          </a:p>
          <a:p>
            <a:r>
              <a:t>          "average_precision": 0.274192005221378,</a:t>
            </a:r>
          </a:p>
          <a:p>
            <a:r>
              <a:t>          "balanced_accuracy": 0.6129920953233908,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701,</a:t>
            </a:r>
          </a:p>
          <a:p>
            <a:r>
              <a:t>              141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74,</a:t>
            </a:r>
          </a:p>
          <a:p>
            <a:r>
              <a:t>              48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0.30868167202572344,</a:t>
            </a:r>
          </a:p>
          <a:p>
            <a:r>
              <a:t>          "positive_count": 122,</a:t>
            </a:r>
          </a:p>
          <a:p>
            <a:r>
              <a:t>          "positive_rate": 0.12655601659751037,</a:t>
            </a:r>
          </a:p>
          <a:p>
            <a:r>
              <a:t>          "precision": 0.25396825396825395,</a:t>
            </a:r>
          </a:p>
          <a:p>
            <a:r>
              <a:t>          "recall": 0.39344262295081966,</a:t>
            </a:r>
          </a:p>
          <a:p>
            <a:r>
              <a:t>          "roc_auc": 0.7325308593902107,</a:t>
            </a:r>
          </a:p>
          <a:p>
            <a:r>
              <a:t>          "row_count": 964,</a:t>
            </a:r>
          </a:p>
          <a:p>
            <a:r>
              <a:t>          "threshold": 0.18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0.7912772585669782,</a:t>
            </a:r>
          </a:p>
          <a:p>
            <a:r>
              <a:t>          "auc_prc": 0.2319078278395175,</a:t>
            </a:r>
          </a:p>
          <a:p>
            <a:r>
              <a:t>          "average_precision": 0.2359865767097882,</a:t>
            </a:r>
          </a:p>
          <a:p>
            <a:r>
              <a:t>          "balanced_accuracy": 0.6559936423297785,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707,</a:t>
            </a:r>
          </a:p>
          <a:p>
            <a:r>
              <a:t>              141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60,</a:t>
            </a:r>
          </a:p>
          <a:p>
            <a:r>
              <a:t>              55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0.3536977491961414,</a:t>
            </a:r>
          </a:p>
          <a:p>
            <a:r>
              <a:t>          "positive_count": 115,</a:t>
            </a:r>
          </a:p>
          <a:p>
            <a:r>
              <a:t>          "positive_rate": 0.11941848390446522,</a:t>
            </a:r>
          </a:p>
          <a:p>
            <a:r>
              <a:t>          "precision": 0.28061224489795916,</a:t>
            </a:r>
          </a:p>
          <a:p>
            <a:r>
              <a:t>          "recall": 0.4782608695652174,</a:t>
            </a:r>
          </a:p>
          <a:p>
            <a:r>
              <a:t>          "roc_auc": 0.7496410992616899,</a:t>
            </a:r>
          </a:p>
          <a:p>
            <a:r>
              <a:t>          "row_count": 963,</a:t>
            </a:r>
          </a:p>
          <a:p>
            <a:r>
              <a:t>          "threshold": 0.18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"Tasks/task-summaries/validate-refactored-model-per-dataset-20260927-134055/artifacts/cluster-run/hyperledger/results/model/words_15/RF/refactored/metrics.json",</a:t>
            </a:r>
          </a:p>
          <a:p>
            <a:r>
              <a:t>      "blob_sha1": "63256a094b68d548364cbf065d703c14dba17c35",</a:t>
            </a:r>
          </a:p>
          <a:p>
            <a:r>
              <a:t>      "sha256": "0b158ec7c29f9e1a76588dc32190cfbe3e0fbd0541519a4dcfc4fdb20c896464",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0.7406639004149378,</a:t>
            </a:r>
          </a:p>
          <a:p>
            <a:r>
              <a:t>          "auc_prc": 0.223368516196756,</a:t>
            </a:r>
          </a:p>
          <a:p>
            <a:r>
              <a:t>          "average_precision": 0.22800782997466426,</a:t>
            </a:r>
          </a:p>
          <a:p>
            <a:r>
              <a:t>          "balanced_accuracy": 0.6097309294809392,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661,</a:t>
            </a:r>
          </a:p>
          <a:p>
            <a:r>
              <a:t>              181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69,</a:t>
            </a:r>
          </a:p>
          <a:p>
            <a:r>
              <a:t>              53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0.297752808988764,</a:t>
            </a:r>
          </a:p>
          <a:p>
            <a:r>
              <a:t>          "positive_count": 122,</a:t>
            </a:r>
          </a:p>
          <a:p>
            <a:r>
              <a:t>          "positive_rate": 0.12655601659751037,</a:t>
            </a:r>
          </a:p>
          <a:p>
            <a:r>
              <a:t>          "precision": 0.2264957264957265,</a:t>
            </a:r>
          </a:p>
          <a:p>
            <a:r>
              <a:t>          "recall": 0.4344262295081967,</a:t>
            </a:r>
          </a:p>
          <a:p>
            <a:r>
              <a:t>          "roc_auc": 0.7150909232506523,</a:t>
            </a:r>
          </a:p>
          <a:p>
            <a:r>
              <a:t>          "row_count": 964,</a:t>
            </a:r>
          </a:p>
          <a:p>
            <a:r>
              <a:t>          "threshold": 0.27999999999999997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0.7642782969885774,</a:t>
            </a:r>
          </a:p>
          <a:p>
            <a:r>
              <a:t>          "auc_prc": 0.25209035782113437,</a:t>
            </a:r>
          </a:p>
          <a:p>
            <a:r>
              <a:t>          "average_precision": 0.2585512310899315,</a:t>
            </a:r>
          </a:p>
          <a:p>
            <a:r>
              <a:t>          "balanced_accuracy": 0.6782454881050041,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671,</a:t>
            </a:r>
          </a:p>
          <a:p>
            <a:r>
              <a:t>              177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50,</a:t>
            </a:r>
          </a:p>
          <a:p>
            <a:r>
              <a:t>              65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0.3641456582633053,</a:t>
            </a:r>
          </a:p>
          <a:p>
            <a:r>
              <a:t>          "positive_count": 115,</a:t>
            </a:r>
          </a:p>
          <a:p>
            <a:r>
              <a:t>          "positive_rate": 0.11941848390446522,</a:t>
            </a:r>
          </a:p>
          <a:p>
            <a:r>
              <a:t>          "precision": 0.26859504132231404,</a:t>
            </a:r>
          </a:p>
          <a:p>
            <a:r>
              <a:t>          "recall": 0.5652173913043478,</a:t>
            </a:r>
          </a:p>
          <a:p>
            <a:r>
              <a:t>          "roc_auc": 0.7591878589007383,</a:t>
            </a:r>
          </a:p>
          <a:p>
            <a:r>
              <a:t>          "row_count": 963,</a:t>
            </a:r>
          </a:p>
          <a:p>
            <a:r>
              <a:t>          "threshold": 0.27999999999999997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"Tasks/task-summaries/validate-refactored-model-per-dataset-20260927-134055/artifacts/cluster-run/hyperledger/results/model/words_15/XGboost/baseline/metrics.json",</a:t>
            </a:r>
          </a:p>
          <a:p>
            <a:r>
              <a:t>      "blob_sha1": "6bf6f1addb4095202cac56bfc1f36551e9802c75",</a:t>
            </a:r>
          </a:p>
          <a:p>
            <a:r>
              <a:t>      "sha256": "e6523e2ec0d3feb25b531920b899f7b3a06332e6d2ece2d838f5aad4f81e4b33",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0.7531120331950207,</a:t>
            </a:r>
          </a:p>
          <a:p>
            <a:r>
              <a:t>          "auc_prc": 0.2478679357755979,</a:t>
            </a:r>
          </a:p>
          <a:p>
            <a:r>
              <a:t>          "average_precision": 0.2523573849769748,</a:t>
            </a:r>
          </a:p>
          <a:p>
            <a:r>
              <a:t>          "balanced_accuracy": 0.648397648066664,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664,</a:t>
            </a:r>
          </a:p>
          <a:p>
            <a:r>
              <a:t>              178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60,</a:t>
            </a:r>
          </a:p>
          <a:p>
            <a:r>
              <a:t>              62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0.3425414364640884,</a:t>
            </a:r>
          </a:p>
          <a:p>
            <a:r>
              <a:t>          "positive_count": 122,</a:t>
            </a:r>
          </a:p>
          <a:p>
            <a:r>
              <a:t>          "positive_rate": 0.12655601659751037,</a:t>
            </a:r>
          </a:p>
          <a:p>
            <a:r>
              <a:t>          "precision": 0.25833333333333336,</a:t>
            </a:r>
          </a:p>
          <a:p>
            <a:r>
              <a:t>          "recall": 0.5081967213114754,</a:t>
            </a:r>
          </a:p>
          <a:p>
            <a:r>
              <a:t>          "roc_auc": 0.7337136404345626,</a:t>
            </a:r>
          </a:p>
          <a:p>
            <a:r>
              <a:t>          "row_count": 964,</a:t>
            </a:r>
          </a:p>
          <a:p>
            <a:r>
              <a:t>          "threshold": 0.13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0.7320872274143302,</a:t>
            </a:r>
          </a:p>
          <a:p>
            <a:r>
              <a:t>          "auc_prc": 0.22430305710178844,</a:t>
            </a:r>
          </a:p>
          <a:p>
            <a:r>
              <a:t>          "average_precision": 0.2292513338040582,</a:t>
            </a:r>
          </a:p>
          <a:p>
            <a:r>
              <a:t>          "balanced_accuracy": 0.6599671862182117,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640,</a:t>
            </a:r>
          </a:p>
          <a:p>
            <a:r>
              <a:t>              208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50,</a:t>
            </a:r>
          </a:p>
          <a:p>
            <a:r>
              <a:t>              65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0.3350515463917526,</a:t>
            </a:r>
          </a:p>
          <a:p>
            <a:r>
              <a:t>          "positive_count": 115,</a:t>
            </a:r>
          </a:p>
          <a:p>
            <a:r>
              <a:t>          "positive_rate": 0.11941848390446522,</a:t>
            </a:r>
          </a:p>
          <a:p>
            <a:r>
              <a:t>          "precision": 0.23809523809523808,</a:t>
            </a:r>
          </a:p>
          <a:p>
            <a:r>
              <a:t>          "recall": 0.5652173913043478,</a:t>
            </a:r>
          </a:p>
          <a:p>
            <a:r>
              <a:t>          "roc_auc": 0.748056808859721,</a:t>
            </a:r>
          </a:p>
          <a:p>
            <a:r>
              <a:t>          "row_count": 963,</a:t>
            </a:r>
          </a:p>
          <a:p>
            <a:r>
              <a:t>          "threshold": 0.13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"Tasks/task-summaries/validate-refactored-model-per-dataset-20260927-134055/artifacts/cluster-run/hyperledger/results/model/words_15/XGboost/refactored/metrics.json",</a:t>
            </a:r>
          </a:p>
          <a:p>
            <a:r>
              <a:t>      "blob_sha1": "f9b6c6c733af762f920e2593d338573ae9ad4ecd",</a:t>
            </a:r>
          </a:p>
          <a:p>
            <a:r>
              <a:t>      "sha256": "a3be17817f6bc5db329a1e9c1021f8087c66e5a32339ea5d58545df52a5e0015",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0.7085062240663901,</a:t>
            </a:r>
          </a:p>
          <a:p>
            <a:r>
              <a:t>          "auc_prc": 0.2301723166097376,</a:t>
            </a:r>
          </a:p>
          <a:p>
            <a:r>
              <a:t>          "average_precision": 0.23566841195265803,</a:t>
            </a:r>
          </a:p>
          <a:p>
            <a:r>
              <a:t>          "balanced_accuracy": 0.5948269148397648,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629,</a:t>
            </a:r>
          </a:p>
          <a:p>
            <a:r>
              <a:t>              213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68,</a:t>
            </a:r>
          </a:p>
          <a:p>
            <a:r>
              <a:t>              54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0.27763496143958866,</a:t>
            </a:r>
          </a:p>
          <a:p>
            <a:r>
              <a:t>          "positive_count": 122,</a:t>
            </a:r>
          </a:p>
          <a:p>
            <a:r>
              <a:t>          "positive_rate": 0.12655601659751037,</a:t>
            </a:r>
          </a:p>
          <a:p>
            <a:r>
              <a:t>          "precision": 0.20224719101123595,</a:t>
            </a:r>
          </a:p>
          <a:p>
            <a:r>
              <a:t>          "recall": 0.4426229508196721,</a:t>
            </a:r>
          </a:p>
          <a:p>
            <a:r>
              <a:t>          "roc_auc": 0.7024113157587322,</a:t>
            </a:r>
          </a:p>
          <a:p>
            <a:r>
              <a:t>          "row_count": 964,</a:t>
            </a:r>
          </a:p>
          <a:p>
            <a:r>
              <a:t>          "threshold": 0.5499999999999999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0.7237798546209762,</a:t>
            </a:r>
          </a:p>
          <a:p>
            <a:r>
              <a:t>          "auc_prc": 0.2223859898401187,</a:t>
            </a:r>
          </a:p>
          <a:p>
            <a:r>
              <a:t>          "average_precision": 0.22705266329423607,</a:t>
            </a:r>
          </a:p>
          <a:p>
            <a:r>
              <a:t>          "balanced_accuracy": 0.6665248154224774,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629,</a:t>
            </a:r>
          </a:p>
          <a:p>
            <a:r>
              <a:t>              219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47,</a:t>
            </a:r>
          </a:p>
          <a:p>
            <a:r>
              <a:t>              68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0.3383084577114428,</a:t>
            </a:r>
          </a:p>
          <a:p>
            <a:r>
              <a:t>          "positive_count": 115,</a:t>
            </a:r>
          </a:p>
          <a:p>
            <a:r>
              <a:t>          "positive_rate": 0.11941848390446522,</a:t>
            </a:r>
          </a:p>
          <a:p>
            <a:r>
              <a:t>          "precision": 0.23693379790940766,</a:t>
            </a:r>
          </a:p>
          <a:p>
            <a:r>
              <a:t>          "recall": 0.591304347826087,</a:t>
            </a:r>
          </a:p>
          <a:p>
            <a:r>
              <a:t>          "roc_auc": 0.7504716981132076,</a:t>
            </a:r>
          </a:p>
          <a:p>
            <a:r>
              <a:t>          "row_count": 963,</a:t>
            </a:r>
          </a:p>
          <a:p>
            <a:r>
              <a:t>          "threshold": 0.5499999999999999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"Tasks/task-summaries/validate-refactored-model-per-dataset-20260927-134055/artifacts/cluster-run/hyperledger/results/model/words_15/NN/baseline/metrics.json",</a:t>
            </a:r>
          </a:p>
          <a:p>
            <a:r>
              <a:t>      "blob_sha1": "aec339025bacc4d42063b4791b0a724fd7213f84",</a:t>
            </a:r>
          </a:p>
          <a:p>
            <a:r>
              <a:t>      "sha256": "f9b2bd96fade184199832442ec630c3dac98a4cdaa362b9cde516fd7717bc2b9",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0.6296680497925311,</a:t>
            </a:r>
          </a:p>
          <a:p>
            <a:r>
              <a:t>          "auc_prc": 0.26424211906548556,</a:t>
            </a:r>
          </a:p>
          <a:p>
            <a:r>
              <a:t>          "average_precision": 0.2672580524761203,</a:t>
            </a:r>
          </a:p>
          <a:p>
            <a:r>
              <a:t>          "balanced_accuracy": 0.6303006113469102,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530,</a:t>
            </a:r>
          </a:p>
          <a:p>
            <a:r>
              <a:t>              312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45,</a:t>
            </a:r>
          </a:p>
          <a:p>
            <a:r>
              <a:t>              77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0.30136986301369867,</a:t>
            </a:r>
          </a:p>
          <a:p>
            <a:r>
              <a:t>          "positive_count": 122,</a:t>
            </a:r>
          </a:p>
          <a:p>
            <a:r>
              <a:t>          "positive_rate": 0.12655601659751037,</a:t>
            </a:r>
          </a:p>
          <a:p>
            <a:r>
              <a:t>          "precision": 0.19794344473007713,</a:t>
            </a:r>
          </a:p>
          <a:p>
            <a:r>
              <a:t>          "recall": 0.6311475409836066,</a:t>
            </a:r>
          </a:p>
          <a:p>
            <a:r>
              <a:t>          "roc_auc": 0.6685974066430435,</a:t>
            </a:r>
          </a:p>
          <a:p>
            <a:r>
              <a:t>          "row_count": 964,</a:t>
            </a:r>
          </a:p>
          <a:p>
            <a:r>
              <a:t>          "threshold": 0.05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0.667705088265836,</a:t>
            </a:r>
          </a:p>
          <a:p>
            <a:r>
              <a:t>          "auc_prc": 0.2069188630819172,</a:t>
            </a:r>
          </a:p>
          <a:p>
            <a:r>
              <a:t>          "average_precision": 0.21025437280731973,</a:t>
            </a:r>
          </a:p>
          <a:p>
            <a:r>
              <a:t>          "balanced_accuracy": 0.6835418375717801,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562,</a:t>
            </a:r>
          </a:p>
          <a:p>
            <a:r>
              <a:t>              286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34,</a:t>
            </a:r>
          </a:p>
          <a:p>
            <a:r>
              <a:t>              81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0.33609958506224064,</a:t>
            </a:r>
          </a:p>
          <a:p>
            <a:r>
              <a:t>          "positive_count": 115,</a:t>
            </a:r>
          </a:p>
          <a:p>
            <a:r>
              <a:t>          "positive_rate": 0.11941848390446522,</a:t>
            </a:r>
          </a:p>
          <a:p>
            <a:r>
              <a:t>          "precision": 0.22070844686648503,</a:t>
            </a:r>
          </a:p>
          <a:p>
            <a:r>
              <a:t>          "recall": 0.7043478260869566,</a:t>
            </a:r>
          </a:p>
          <a:p>
            <a:r>
              <a:t>          "roc_auc": 0.7183757178014766,</a:t>
            </a:r>
          </a:p>
          <a:p>
            <a:r>
              <a:t>          "row_count": 963,</a:t>
            </a:r>
          </a:p>
          <a:p>
            <a:r>
              <a:t>          "threshold": 0.05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"Tasks/task-summaries/validate-refactored-model-per-dataset-20260927-134055/artifacts/cluster-run/hyperledger/results/model/words_15/NN/refactored/metrics.json",</a:t>
            </a:r>
          </a:p>
          <a:p>
            <a:r>
              <a:t>      "blob_sha1": "79617b7f4aa04a3a28f63a6c53f53857881ea935",</a:t>
            </a:r>
          </a:p>
          <a:p>
            <a:r>
              <a:t>      "sha256": "945a914c7b9a578d44171aa4223964ade77259e7420b2a0881ab6c14767f7a09",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0.7728215767634855,</a:t>
            </a:r>
          </a:p>
          <a:p>
            <a:r>
              <a:t>          "auc_prc": 0.18692129026109278,</a:t>
            </a:r>
          </a:p>
          <a:p>
            <a:r>
              <a:t>          "average_precision": 0.18260463497216892,</a:t>
            </a:r>
          </a:p>
          <a:p>
            <a:r>
              <a:t>          "balanced_accuracy": 0.5895895798450216,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703,</a:t>
            </a:r>
          </a:p>
          <a:p>
            <a:r>
              <a:t>              139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80,</a:t>
            </a:r>
          </a:p>
          <a:p>
            <a:r>
              <a:t>              42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0.2772277227722772,</a:t>
            </a:r>
          </a:p>
          <a:p>
            <a:r>
              <a:t>          "positive_count": 122,</a:t>
            </a:r>
          </a:p>
          <a:p>
            <a:r>
              <a:t>          "positive_rate": 0.12655601659751037,</a:t>
            </a:r>
          </a:p>
          <a:p>
            <a:r>
              <a:t>          "precision": 0.23204419889502761,</a:t>
            </a:r>
          </a:p>
          <a:p>
            <a:r>
              <a:t>          "recall": 0.3442622950819672,</a:t>
            </a:r>
          </a:p>
          <a:p>
            <a:r>
              <a:t>          "roc_auc": 0.6028581441532651,</a:t>
            </a:r>
          </a:p>
          <a:p>
            <a:r>
              <a:t>          "row_count": 964,</a:t>
            </a:r>
          </a:p>
          <a:p>
            <a:r>
              <a:t>          "threshold": 0.08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0.7497403946002077,</a:t>
            </a:r>
          </a:p>
          <a:p>
            <a:r>
              <a:t>          "auc_prc": 0.2005487783439018,</a:t>
            </a:r>
          </a:p>
          <a:p>
            <a:r>
              <a:t>          "average_precision": 0.19496724415661054,</a:t>
            </a:r>
          </a:p>
          <a:p>
            <a:r>
              <a:t>          "balanced_accuracy": 0.6061013125512715,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674,</a:t>
            </a:r>
          </a:p>
          <a:p>
            <a:r>
              <a:t>              174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67,</a:t>
            </a:r>
          </a:p>
          <a:p>
            <a:r>
              <a:t>              48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0.28486646884273,</a:t>
            </a:r>
          </a:p>
          <a:p>
            <a:r>
              <a:t>          "positive_count": 115,</a:t>
            </a:r>
          </a:p>
          <a:p>
            <a:r>
              <a:t>          "positive_rate": 0.11941848390446522,</a:t>
            </a:r>
          </a:p>
          <a:p>
            <a:r>
              <a:t>          "precision": 0.21621621621621623,</a:t>
            </a:r>
          </a:p>
          <a:p>
            <a:r>
              <a:t>          "recall": 0.41739130434782606,</a:t>
            </a:r>
          </a:p>
          <a:p>
            <a:r>
              <a:t>          "roc_auc": 0.6666581214109926,</a:t>
            </a:r>
          </a:p>
          <a:p>
            <a:r>
              <a:t>          "row_count": 963,</a:t>
            </a:r>
          </a:p>
          <a:p>
            <a:r>
              <a:t>          "threshold": 0.08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"Tasks/task-summaries/validate-refactored-model-per-dataset-20260927-134055/artifacts/cluster-run/hyperledger/results/model/words_20/RF/baseline/metrics.json",</a:t>
            </a:r>
          </a:p>
          <a:p>
            <a:r>
              <a:t>      "blob_sha1": "39df3c9877ecb3ac5f0a8c5d7126b69fc7257f6d",</a:t>
            </a:r>
          </a:p>
          <a:p>
            <a:r>
              <a:t>      "sha256": "50c93e33c74942f0ec4c84c735627babaaf6653e1b6e03b78a061fe66bdc3034",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0.7105809128630706,</a:t>
            </a:r>
          </a:p>
          <a:p>
            <a:r>
              <a:t>          "auc_prc": 0.2543241005871118,</a:t>
            </a:r>
          </a:p>
          <a:p>
            <a:r>
              <a:t>          "average_precision": 0.2610520197672309,</a:t>
            </a:r>
          </a:p>
          <a:p>
            <a:r>
              <a:t>          "balanced_accuracy": 0.6656606304493629,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617,</a:t>
            </a:r>
          </a:p>
          <a:p>
            <a:r>
              <a:t>              235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44,</a:t>
            </a:r>
          </a:p>
          <a:p>
            <a:r>
              <a:t>              68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0.327710843373494,</a:t>
            </a:r>
          </a:p>
          <a:p>
            <a:r>
              <a:t>          "positive_count": 112,</a:t>
            </a:r>
          </a:p>
          <a:p>
            <a:r>
              <a:t>          "positive_rate": 0.11618257261410789,</a:t>
            </a:r>
          </a:p>
          <a:p>
            <a:r>
              <a:t>          "precision": 0.22442244224422442,</a:t>
            </a:r>
          </a:p>
          <a:p>
            <a:r>
              <a:t>          "recall": 0.6071428571428571,</a:t>
            </a:r>
          </a:p>
          <a:p>
            <a:r>
              <a:t>          "roc_auc": 0.7293710177733065,</a:t>
            </a:r>
          </a:p>
          <a:p>
            <a:r>
              <a:t>          "row_count": 964,</a:t>
            </a:r>
          </a:p>
          <a:p>
            <a:r>
              <a:t>          "threshold": 0.13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0.7331256490134995,</a:t>
            </a:r>
          </a:p>
          <a:p>
            <a:r>
              <a:t>          "auc_prc": 0.21967706986077606,</a:t>
            </a:r>
          </a:p>
          <a:p>
            <a:r>
              <a:t>          "average_precision": 0.22586271743265146,</a:t>
            </a:r>
          </a:p>
          <a:p>
            <a:r>
              <a:t>          "balanced_accuracy": 0.6840568597381149,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645,</a:t>
            </a:r>
          </a:p>
          <a:p>
            <a:r>
              <a:t>              220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37,</a:t>
            </a:r>
          </a:p>
          <a:p>
            <a:r>
              <a:t>              61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0.32189973614775724,</a:t>
            </a:r>
          </a:p>
          <a:p>
            <a:r>
              <a:t>          "positive_count": 98,</a:t>
            </a:r>
          </a:p>
          <a:p>
            <a:r>
              <a:t>          "positive_rate": 0.10176531671858775,</a:t>
            </a:r>
          </a:p>
          <a:p>
            <a:r>
              <a:t>          "precision": 0.21708185053380782,</a:t>
            </a:r>
          </a:p>
          <a:p>
            <a:r>
              <a:t>          "recall": 0.6224489795918368,</a:t>
            </a:r>
          </a:p>
          <a:p>
            <a:r>
              <a:t>          "roc_auc": 0.7532971570130943,</a:t>
            </a:r>
          </a:p>
          <a:p>
            <a:r>
              <a:t>          "row_count": 963,</a:t>
            </a:r>
          </a:p>
          <a:p>
            <a:r>
              <a:t>          "threshold": 0.13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"Tasks/task-summaries/validate-refactored-model-per-dataset-20260927-134055/artifacts/cluster-run/hyperledger/results/model/words_20/RF/refactored/metrics.json",</a:t>
            </a:r>
          </a:p>
          <a:p>
            <a:r>
              <a:t>      "blob_sha1": "c4623b9a80b55b9259217515e2cdd43875508304",</a:t>
            </a:r>
          </a:p>
          <a:p>
            <a:r>
              <a:t>      "sha256": "67d873abbb3e90e8406c1b8e4cb7f623e73d509d32ad8efefaea35ce3f2832e6",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0.7738589211618258,</a:t>
            </a:r>
          </a:p>
          <a:p>
            <a:r>
              <a:t>          "auc_prc": 0.22041267956815153,</a:t>
            </a:r>
          </a:p>
          <a:p>
            <a:r>
              <a:t>          "average_precision": 0.22372715809319532,</a:t>
            </a:r>
          </a:p>
          <a:p>
            <a:r>
              <a:t>          "balanced_accuracy": 0.627787558685446,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697,</a:t>
            </a:r>
          </a:p>
          <a:p>
            <a:r>
              <a:t>              155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63,</a:t>
            </a:r>
          </a:p>
          <a:p>
            <a:r>
              <a:t>              49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0.310126582278481,</a:t>
            </a:r>
          </a:p>
          <a:p>
            <a:r>
              <a:t>          "positive_count": 112,</a:t>
            </a:r>
          </a:p>
          <a:p>
            <a:r>
              <a:t>          "positive_rate": 0.11618257261410789,</a:t>
            </a:r>
          </a:p>
          <a:p>
            <a:r>
              <a:t>          "precision": 0.24019607843137256,</a:t>
            </a:r>
          </a:p>
          <a:p>
            <a:r>
              <a:t>          "recall": 0.4375,</a:t>
            </a:r>
          </a:p>
          <a:p>
            <a:r>
              <a:t>          "roc_auc": 0.7296225268276325,</a:t>
            </a:r>
          </a:p>
          <a:p>
            <a:r>
              <a:t>          "row_count": 964,</a:t>
            </a:r>
          </a:p>
          <a:p>
            <a:r>
              <a:t>          "threshold": 0.26999999999999996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0.7663551401869159,</a:t>
            </a:r>
          </a:p>
          <a:p>
            <a:r>
              <a:t>          "auc_prc": 0.24297494739971648,</a:t>
            </a:r>
          </a:p>
          <a:p>
            <a:r>
              <a:t>          "average_precision": 0.24782094138161614,</a:t>
            </a:r>
          </a:p>
          <a:p>
            <a:r>
              <a:t>          "balanced_accuracy": 0.6799339388934764,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682,</a:t>
            </a:r>
          </a:p>
          <a:p>
            <a:r>
              <a:t>              183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42,</a:t>
            </a:r>
          </a:p>
          <a:p>
            <a:r>
              <a:t>              56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0.3323442136498516,</a:t>
            </a:r>
          </a:p>
          <a:p>
            <a:r>
              <a:t>          "positive_count": 98,</a:t>
            </a:r>
          </a:p>
          <a:p>
            <a:r>
              <a:t>          "positive_rate": 0.10176531671858775,</a:t>
            </a:r>
          </a:p>
          <a:p>
            <a:r>
              <a:t>          "precision": 0.23430962343096234,</a:t>
            </a:r>
          </a:p>
          <a:p>
            <a:r>
              <a:t>          "recall": 0.5714285714285714,</a:t>
            </a:r>
          </a:p>
          <a:p>
            <a:r>
              <a:t>          "roc_auc": 0.7682729739294561,</a:t>
            </a:r>
          </a:p>
          <a:p>
            <a:r>
              <a:t>          "row_count": 963,</a:t>
            </a:r>
          </a:p>
          <a:p>
            <a:r>
              <a:t>          "threshold": 0.26999999999999996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"Tasks/task-summaries/validate-refactored-model-per-dataset-20260927-134055/artifacts/cluster-run/hyperledger/results/model/words_20/XGboost/baseline/metrics.json",</a:t>
            </a:r>
          </a:p>
          <a:p>
            <a:r>
              <a:t>      "blob_sha1": "813688d5edae3f66b6cd6fd8a94e75f6b99513e5",</a:t>
            </a:r>
          </a:p>
          <a:p>
            <a:r>
              <a:t>      "sha256": "0d9d883d40fb73f812850f81ec661d69db150f3a0f9d9da5fde6fdd37e75db85",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0.5176348547717843,</a:t>
            </a:r>
          </a:p>
          <a:p>
            <a:r>
              <a:t>          "auc_prc": 0.22969702274360904,</a:t>
            </a:r>
          </a:p>
          <a:p>
            <a:r>
              <a:t>          "average_precision": 0.23449462060840753,</a:t>
            </a:r>
          </a:p>
          <a:p>
            <a:r>
              <a:t>          "balanced_accuracy": 0.6805835010060363,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399,</a:t>
            </a:r>
          </a:p>
          <a:p>
            <a:r>
              <a:t>              453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12,</a:t>
            </a:r>
          </a:p>
          <a:p>
            <a:r>
              <a:t>              100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0.3007518796992481,</a:t>
            </a:r>
          </a:p>
          <a:p>
            <a:r>
              <a:t>          "positive_count": 112,</a:t>
            </a:r>
          </a:p>
          <a:p>
            <a:r>
              <a:t>          "positive_rate": 0.11618257261410789,</a:t>
            </a:r>
          </a:p>
          <a:p>
            <a:r>
              <a:t>          "precision": 0.18083182640144665,</a:t>
            </a:r>
          </a:p>
          <a:p>
            <a:r>
              <a:t>          "recall": 0.8928571428571429,</a:t>
            </a:r>
          </a:p>
          <a:p>
            <a:r>
              <a:t>          "roc_auc": 0.7418207159624414,</a:t>
            </a:r>
          </a:p>
          <a:p>
            <a:r>
              <a:t>          "row_count": 964,</a:t>
            </a:r>
          </a:p>
          <a:p>
            <a:r>
              <a:t>          "threshold": 0.07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0.5607476635514018,</a:t>
            </a:r>
          </a:p>
          <a:p>
            <a:r>
              <a:t>          "auc_prc": 0.20832267542405275,</a:t>
            </a:r>
          </a:p>
          <a:p>
            <a:r>
              <a:t>          "average_precision": 0.21359062145524882,</a:t>
            </a:r>
          </a:p>
          <a:p>
            <a:r>
              <a:t>          "balanced_accuracy": 0.7192992804058039,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450,</a:t>
            </a:r>
          </a:p>
          <a:p>
            <a:r>
              <a:t>              415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8,</a:t>
            </a:r>
          </a:p>
          <a:p>
            <a:r>
              <a:t>              90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0.29850746268656714,</a:t>
            </a:r>
          </a:p>
          <a:p>
            <a:r>
              <a:t>          "positive_count": 98,</a:t>
            </a:r>
          </a:p>
          <a:p>
            <a:r>
              <a:t>          "positive_rate": 0.10176531671858775,</a:t>
            </a:r>
          </a:p>
          <a:p>
            <a:r>
              <a:t>          "precision": 0.1782178217821782,</a:t>
            </a:r>
          </a:p>
          <a:p>
            <a:r>
              <a:t>          "recall": 0.9183673469387755,</a:t>
            </a:r>
          </a:p>
          <a:p>
            <a:r>
              <a:t>          "roc_auc": 0.7509614250324407,</a:t>
            </a:r>
          </a:p>
          <a:p>
            <a:r>
              <a:t>          "row_count": 963,</a:t>
            </a:r>
          </a:p>
          <a:p>
            <a:r>
              <a:t>          "threshold": 0.07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"Tasks/task-summaries/validate-refactored-model-per-dataset-20260927-134055/artifacts/cluster-run/hyperledger/results/model/words_20/XGboost/refactored/metrics.json",</a:t>
            </a:r>
          </a:p>
          <a:p>
            <a:r>
              <a:t>      "blob_sha1": "afc4091b85483f6dc72c938ae5953459862a02b5",</a:t>
            </a:r>
          </a:p>
          <a:p>
            <a:r>
              <a:t>      "sha256": "4ff05ee263f1141c2276adfad2159eadf00187a23c3871fb84dd0b8616147972",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0.7219917012448133,</a:t>
            </a:r>
          </a:p>
          <a:p>
            <a:r>
              <a:t>          "auc_prc": 0.23200971432378564,</a:t>
            </a:r>
          </a:p>
          <a:p>
            <a:r>
              <a:t>          "average_precision": 0.23490531985964808,</a:t>
            </a:r>
          </a:p>
          <a:p>
            <a:r>
              <a:t>          "balanced_accuracy": 0.6178319919517102,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642,</a:t>
            </a:r>
          </a:p>
          <a:p>
            <a:r>
              <a:t>              210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58,</a:t>
            </a:r>
          </a:p>
          <a:p>
            <a:r>
              <a:t>              54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0.2872340425531915,</a:t>
            </a:r>
          </a:p>
          <a:p>
            <a:r>
              <a:t>          "positive_count": 112,</a:t>
            </a:r>
          </a:p>
          <a:p>
            <a:r>
              <a:t>          "positive_rate": 0.11618257261410789,</a:t>
            </a:r>
          </a:p>
          <a:p>
            <a:r>
              <a:t>          "precision": 0.20454545454545456,</a:t>
            </a:r>
          </a:p>
          <a:p>
            <a:r>
              <a:t>          "recall": 0.48214285714285715,</a:t>
            </a:r>
          </a:p>
          <a:p>
            <a:r>
              <a:t>          "roc_auc": 0.7266515761234071,</a:t>
            </a:r>
          </a:p>
          <a:p>
            <a:r>
              <a:t>          "row_count": 964,</a:t>
            </a:r>
          </a:p>
          <a:p>
            <a:r>
              <a:t>          "threshold": 0.5599999999999999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0.754932502596054,</a:t>
            </a:r>
          </a:p>
          <a:p>
            <a:r>
              <a:t>          "auc_prc": 0.21438623963277154,</a:t>
            </a:r>
          </a:p>
          <a:p>
            <a:r>
              <a:t>          "average_precision": 0.2197017933069324,</a:t>
            </a:r>
          </a:p>
          <a:p>
            <a:r>
              <a:t>          "balanced_accuracy": 0.6645275451220951,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673,</a:t>
            </a:r>
          </a:p>
          <a:p>
            <a:r>
              <a:t>              192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44,</a:t>
            </a:r>
          </a:p>
          <a:p>
            <a:r>
              <a:t>              54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0.313953488372093,</a:t>
            </a:r>
          </a:p>
          <a:p>
            <a:r>
              <a:t>          "positive_count": 98,</a:t>
            </a:r>
          </a:p>
          <a:p>
            <a:r>
              <a:t>          "positive_rate": 0.10176531671858775,</a:t>
            </a:r>
          </a:p>
          <a:p>
            <a:r>
              <a:t>          "precision": 0.21951219512195122,</a:t>
            </a:r>
          </a:p>
          <a:p>
            <a:r>
              <a:t>          "recall": 0.5510204081632653,</a:t>
            </a:r>
          </a:p>
          <a:p>
            <a:r>
              <a:t>          "roc_auc": 0.7678600920136841,</a:t>
            </a:r>
          </a:p>
          <a:p>
            <a:r>
              <a:t>          "row_count": 963,</a:t>
            </a:r>
          </a:p>
          <a:p>
            <a:r>
              <a:t>          "threshold": 0.5599999999999999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"Tasks/task-summaries/validate-refactored-model-per-dataset-20260927-134055/artifacts/cluster-run/hyperledger/results/model/words_20/NN/baseline/metrics.json",</a:t>
            </a:r>
          </a:p>
          <a:p>
            <a:r>
              <a:t>      "blob_sha1": "5772247552630b3f29c20976900acf3119dcdfff",</a:t>
            </a:r>
          </a:p>
          <a:p>
            <a:r>
              <a:t>      "sha256": "a9fcfa929b3bcca081ee6fecdd455a722876373d01b74cdfb999c0b3922d6c8e",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0.774896265560166,</a:t>
            </a:r>
          </a:p>
          <a:p>
            <a:r>
              <a:t>          "auc_prc": 0.26276601152567575,</a:t>
            </a:r>
          </a:p>
          <a:p>
            <a:r>
              <a:t>          "average_precision": 0.26721475321749505,</a:t>
            </a:r>
          </a:p>
          <a:p>
            <a:r>
              <a:t>          "balanced_accuracy": 0.6400067069081153,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695,</a:t>
            </a:r>
          </a:p>
          <a:p>
            <a:r>
              <a:t>              157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60,</a:t>
            </a:r>
          </a:p>
          <a:p>
            <a:r>
              <a:t>              52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0.32398753894080995,</a:t>
            </a:r>
          </a:p>
          <a:p>
            <a:r>
              <a:t>          "positive_count": 112,</a:t>
            </a:r>
          </a:p>
          <a:p>
            <a:r>
              <a:t>          "positive_rate": 0.11618257261410789,</a:t>
            </a:r>
          </a:p>
          <a:p>
            <a:r>
              <a:t>          "precision": 0.24880382775119617,</a:t>
            </a:r>
          </a:p>
          <a:p>
            <a:r>
              <a:t>          "recall": 0.4642857142857143,</a:t>
            </a:r>
          </a:p>
          <a:p>
            <a:r>
              <a:t>          "roc_auc": 0.6950347920858484,</a:t>
            </a:r>
          </a:p>
          <a:p>
            <a:r>
              <a:t>          "row_count": 964,</a:t>
            </a:r>
          </a:p>
          <a:p>
            <a:r>
              <a:t>          "threshold": 0.15999999999999998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0.778816199376947,</a:t>
            </a:r>
          </a:p>
          <a:p>
            <a:r>
              <a:t>          "auc_prc": 0.16465653734247818,</a:t>
            </a:r>
          </a:p>
          <a:p>
            <a:r>
              <a:t>          "average_precision": 0.16802265110790726,</a:t>
            </a:r>
          </a:p>
          <a:p>
            <a:r>
              <a:t>          "balanced_accuracy": 0.6235342691990091,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708,</a:t>
            </a:r>
          </a:p>
          <a:p>
            <a:r>
              <a:t>              157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56,</a:t>
            </a:r>
          </a:p>
          <a:p>
            <a:r>
              <a:t>              42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0.2828282828282828,</a:t>
            </a:r>
          </a:p>
          <a:p>
            <a:r>
              <a:t>          "positive_count": 98,</a:t>
            </a:r>
          </a:p>
          <a:p>
            <a:r>
              <a:t>          "positive_rate": 0.10176531671858775,</a:t>
            </a:r>
          </a:p>
          <a:p>
            <a:r>
              <a:t>          "precision": 0.21105527638190955,</a:t>
            </a:r>
          </a:p>
          <a:p>
            <a:r>
              <a:t>          "recall": 0.42857142857142855,</a:t>
            </a:r>
          </a:p>
          <a:p>
            <a:r>
              <a:t>          "roc_auc": 0.6807714993511855,</a:t>
            </a:r>
          </a:p>
          <a:p>
            <a:r>
              <a:t>          "row_count": 963,</a:t>
            </a:r>
          </a:p>
          <a:p>
            <a:r>
              <a:t>          "threshold": 0.15999999999999998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"Tasks/task-summaries/validate-refactored-model-per-dataset-20260927-134055/artifacts/cluster-run/hyperledger/results/model/words_20/NN/refactored/metrics.json",</a:t>
            </a:r>
          </a:p>
          <a:p>
            <a:r>
              <a:t>      "blob_sha1": "a209eed615aa25cf25d77eedcee95e96f11f8bb4",</a:t>
            </a:r>
          </a:p>
          <a:p>
            <a:r>
              <a:t>      "sha256": "26950f0e4421058c85451d2345f8bd9bdf4c63ae890dcb140e705fe57ce5815a",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0.783195020746888,</a:t>
            </a:r>
          </a:p>
          <a:p>
            <a:r>
              <a:t>          "auc_prc": 0.18135380424766082,</a:t>
            </a:r>
          </a:p>
          <a:p>
            <a:r>
              <a:t>          "average_precision": 0.18039718751991723,</a:t>
            </a:r>
          </a:p>
          <a:p>
            <a:r>
              <a:t>          "balanced_accuracy": 0.5438883299798792,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729,</a:t>
            </a:r>
          </a:p>
          <a:p>
            <a:r>
              <a:t>              123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86,</a:t>
            </a:r>
          </a:p>
          <a:p>
            <a:r>
              <a:t>              26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0.19923371647509577,</a:t>
            </a:r>
          </a:p>
          <a:p>
            <a:r>
              <a:t>          "positive_count": 112,</a:t>
            </a:r>
          </a:p>
          <a:p>
            <a:r>
              <a:t>          "positive_rate": 0.11618257261410789,</a:t>
            </a:r>
          </a:p>
          <a:p>
            <a:r>
              <a:t>          "precision": 0.174496644295302,</a:t>
            </a:r>
          </a:p>
          <a:p>
            <a:r>
              <a:t>          "recall": 0.23214285714285715,</a:t>
            </a:r>
          </a:p>
          <a:p>
            <a:r>
              <a:t>          "roc_auc": 0.5386747568745808,</a:t>
            </a:r>
          </a:p>
          <a:p>
            <a:r>
              <a:t>          "row_count": 964,</a:t>
            </a:r>
          </a:p>
          <a:p>
            <a:r>
              <a:t>          "threshold": 0.13999999999999999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0.8006230529595015,</a:t>
            </a:r>
          </a:p>
          <a:p>
            <a:r>
              <a:t>          "auc_prc": 0.17379416168374567,</a:t>
            </a:r>
          </a:p>
          <a:p>
            <a:r>
              <a:t>          "average_precision": 0.1730040672982797,</a:t>
            </a:r>
          </a:p>
          <a:p>
            <a:r>
              <a:t>          "balanced_accuracy": 0.6221009791199716,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732,</a:t>
            </a:r>
          </a:p>
          <a:p>
            <a:r>
              <a:t>              133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59,</a:t>
            </a:r>
          </a:p>
          <a:p>
            <a:r>
              <a:t>              39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0.2888888888888889,</a:t>
            </a:r>
          </a:p>
          <a:p>
            <a:r>
              <a:t>          "positive_count": 98,</a:t>
            </a:r>
          </a:p>
          <a:p>
            <a:r>
              <a:t>          "positive_rate": 0.10176531671858775,</a:t>
            </a:r>
          </a:p>
          <a:p>
            <a:r>
              <a:t>          "precision": 0.22674418604651161,</a:t>
            </a:r>
          </a:p>
          <a:p>
            <a:r>
              <a:t>          "recall": 0.3979591836734694,</a:t>
            </a:r>
          </a:p>
          <a:p>
            <a:r>
              <a:t>          "roc_auc": 0.653822106877433,</a:t>
            </a:r>
          </a:p>
          <a:p>
            <a:r>
              <a:t>          "row_count": 963,</a:t>
            </a:r>
          </a:p>
          <a:p>
            <a:r>
              <a:t>          "threshold": 0.13999999999999999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"Tasks/task-summaries/validate-refactored-model-per-dataset-20260927-134055/artifacts/cluster-run/inteldaos/results/model/words_5/RF/baseline/metrics.json",</a:t>
            </a:r>
          </a:p>
          <a:p>
            <a:r>
              <a:t>      "blob_sha1": "2fc6bb60ccb7b49a47a0d39ec49c511008ec68d0",</a:t>
            </a:r>
          </a:p>
          <a:p>
            <a:r>
              <a:t>      "sha256": "b75ed3e3aeed8e4177c9d9ffff819e9839f19e01bf24bf3e893f134f45719ad4",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0.3203592814371258,</a:t>
            </a:r>
          </a:p>
          <a:p>
            <a:r>
              <a:t>          "auc_prc": 0.21045691344644568,</a:t>
            </a:r>
          </a:p>
          <a:p>
            <a:r>
              <a:t>          "average_precision": 0.21947692304928906,</a:t>
            </a:r>
          </a:p>
          <a:p>
            <a:r>
              <a:t>          "balanced_accuracy": 0.5962334437086093,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77,</a:t>
            </a:r>
          </a:p>
          <a:p>
            <a:r>
              <a:t>              225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2,</a:t>
            </a:r>
          </a:p>
          <a:p>
            <a:r>
              <a:t>              30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0.20905923344947733,</a:t>
            </a:r>
          </a:p>
          <a:p>
            <a:r>
              <a:t>          "positive_count": 32,</a:t>
            </a:r>
          </a:p>
          <a:p>
            <a:r>
              <a:t>          "positive_rate": 0.09580838323353294,</a:t>
            </a:r>
          </a:p>
          <a:p>
            <a:r>
              <a:t>          "precision": 0.11764705882352941,</a:t>
            </a:r>
          </a:p>
          <a:p>
            <a:r>
              <a:t>          "recall": 0.9375,</a:t>
            </a:r>
          </a:p>
          <a:p>
            <a:r>
              <a:t>          "roc_auc": 0.6843956953642384,</a:t>
            </a:r>
          </a:p>
          <a:p>
            <a:r>
              <a:t>          "row_count": 334,</a:t>
            </a:r>
          </a:p>
          <a:p>
            <a:r>
              <a:t>          "threshold": 0.20999999999999996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0.36036036036036034,</a:t>
            </a:r>
          </a:p>
          <a:p>
            <a:r>
              <a:t>          "auc_prc": 0.19333825319214956,</a:t>
            </a:r>
          </a:p>
          <a:p>
            <a:r>
              <a:t>          "average_precision": 0.20143665790269544,</a:t>
            </a:r>
          </a:p>
          <a:p>
            <a:r>
              <a:t>          "balanced_accuracy": 0.5348001642485628,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79,</a:t>
            </a:r>
          </a:p>
          <a:p>
            <a:r>
              <a:t>              202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11,</a:t>
            </a:r>
          </a:p>
          <a:p>
            <a:r>
              <a:t>              41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0.2779661016949153,</a:t>
            </a:r>
          </a:p>
          <a:p>
            <a:r>
              <a:t>          "positive_count": 52,</a:t>
            </a:r>
          </a:p>
          <a:p>
            <a:r>
              <a:t>          "positive_rate": 0.15615615615615616,</a:t>
            </a:r>
          </a:p>
          <a:p>
            <a:r>
              <a:t>          "precision": 0.16872427983539096,</a:t>
            </a:r>
          </a:p>
          <a:p>
            <a:r>
              <a:t>          "recall": 0.7884615384615384,</a:t>
            </a:r>
          </a:p>
          <a:p>
            <a:r>
              <a:t>          "roc_auc": 0.5533807829181495,</a:t>
            </a:r>
          </a:p>
          <a:p>
            <a:r>
              <a:t>          "row_count": 333,</a:t>
            </a:r>
          </a:p>
          <a:p>
            <a:r>
              <a:t>          "threshold": 0.20999999999999996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"Tasks/task-summaries/validate-refactored-model-per-dataset-20260927-134055/artifacts/cluster-run/inteldaos/results/model/words_5/RF/refactored/metrics.json",</a:t>
            </a:r>
          </a:p>
          <a:p>
            <a:r>
              <a:t>      "blob_sha1": "8146195986568dfb0fac05751cb74ee63ce58cff",</a:t>
            </a:r>
          </a:p>
          <a:p>
            <a:r>
              <a:t>      "sha256": "8e7140ebe69d5574265e047446be89debe738dca2d642ed6104e32333aee9486",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0.1437125748502994,</a:t>
            </a:r>
          </a:p>
          <a:p>
            <a:r>
              <a:t>          "auc_prc": 0.1409411440279429,</a:t>
            </a:r>
          </a:p>
          <a:p>
            <a:r>
              <a:t>          "average_precision": 0.15200500757391877,</a:t>
            </a:r>
          </a:p>
          <a:p>
            <a:r>
              <a:t>          "balanced_accuracy": 0.5264900662251656,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16,</a:t>
            </a:r>
          </a:p>
          <a:p>
            <a:r>
              <a:t>              286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0,</a:t>
            </a:r>
          </a:p>
          <a:p>
            <a:r>
              <a:t>              32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0.18285714285714286,</a:t>
            </a:r>
          </a:p>
          <a:p>
            <a:r>
              <a:t>          "positive_count": 32,</a:t>
            </a:r>
          </a:p>
          <a:p>
            <a:r>
              <a:t>          "positive_rate": 0.09580838323353294,</a:t>
            </a:r>
          </a:p>
          <a:p>
            <a:r>
              <a:t>          "precision": 0.10062893081761007,</a:t>
            </a:r>
          </a:p>
          <a:p>
            <a:r>
              <a:t>          "recall": 1.0,</a:t>
            </a:r>
          </a:p>
          <a:p>
            <a:r>
              <a:t>          "roc_auc": 0.6385554635761589,</a:t>
            </a:r>
          </a:p>
          <a:p>
            <a:r>
              <a:t>          "row_count": 334,</a:t>
            </a:r>
          </a:p>
          <a:p>
            <a:r>
              <a:t>          "threshold": 0.22999999999999998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0.21621621621621623,</a:t>
            </a:r>
          </a:p>
          <a:p>
            <a:r>
              <a:t>          "auc_prc": 0.16090763681490827,</a:t>
            </a:r>
          </a:p>
          <a:p>
            <a:r>
              <a:t>          "average_precision": 0.16766495560190406,</a:t>
            </a:r>
          </a:p>
          <a:p>
            <a:r>
              <a:t>          "balanced_accuracy": 0.5199151382425404,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22,</a:t>
            </a:r>
          </a:p>
          <a:p>
            <a:r>
              <a:t>              259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2,</a:t>
            </a:r>
          </a:p>
          <a:p>
            <a:r>
              <a:t>              50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0.27700831024930744,</a:t>
            </a:r>
          </a:p>
          <a:p>
            <a:r>
              <a:t>          "positive_count": 52,</a:t>
            </a:r>
          </a:p>
          <a:p>
            <a:r>
              <a:t>          "positive_rate": 0.15615615615615616,</a:t>
            </a:r>
          </a:p>
          <a:p>
            <a:r>
              <a:t>          "precision": 0.16181229773462782,</a:t>
            </a:r>
          </a:p>
          <a:p>
            <a:r>
              <a:t>          "recall": 0.9615384615384616,</a:t>
            </a:r>
          </a:p>
          <a:p>
            <a:r>
              <a:t>          "roc_auc": 0.4991787571858746,</a:t>
            </a:r>
          </a:p>
          <a:p>
            <a:r>
              <a:t>          "row_count": 333,</a:t>
            </a:r>
          </a:p>
          <a:p>
            <a:r>
              <a:t>          "threshold": 0.22999999999999998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"Tasks/task-summaries/validate-refactored-model-per-dataset-20260927-134055/artifacts/cluster-run/inteldaos/results/model/words_5/XGboost/baseline/metrics.json",</a:t>
            </a:r>
          </a:p>
          <a:p>
            <a:r>
              <a:t>      "blob_sha1": "d599aec72aa099f25ab617b2613f9ac48b4d0faf",</a:t>
            </a:r>
          </a:p>
          <a:p>
            <a:r>
              <a:t>      "sha256": "c646efd14e26bebb6e94f3b37a70a5a90c48c2b877f91affe074aa424ed70d18",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0.6347305389221557,</a:t>
            </a:r>
          </a:p>
          <a:p>
            <a:r>
              <a:t>          "auc_prc": 0.15016806535005314,</a:t>
            </a:r>
          </a:p>
          <a:p>
            <a:r>
              <a:t>          "average_precision": 0.16588169254737842,</a:t>
            </a:r>
          </a:p>
          <a:p>
            <a:r>
              <a:t>          "balanced_accuracy": 0.6024420529801324,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194,</a:t>
            </a:r>
          </a:p>
          <a:p>
            <a:r>
              <a:t>              108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14,</a:t>
            </a:r>
          </a:p>
          <a:p>
            <a:r>
              <a:t>              18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0.22784810126582278,</a:t>
            </a:r>
          </a:p>
          <a:p>
            <a:r>
              <a:t>          "positive_count": 32,</a:t>
            </a:r>
          </a:p>
          <a:p>
            <a:r>
              <a:t>          "positive_rate": 0.09580838323353294,</a:t>
            </a:r>
          </a:p>
          <a:p>
            <a:r>
              <a:t>          "precision": 0.14285714285714285,</a:t>
            </a:r>
          </a:p>
          <a:p>
            <a:r>
              <a:t>          "recall": 0.5625,</a:t>
            </a:r>
          </a:p>
          <a:p>
            <a:r>
              <a:t>          "roc_auc": 0.6580091059602649,</a:t>
            </a:r>
          </a:p>
          <a:p>
            <a:r>
              <a:t>          "row_count": 334,</a:t>
            </a:r>
          </a:p>
          <a:p>
            <a:r>
              <a:t>          "threshold": 0.27999999999999997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0.6066066066066066,</a:t>
            </a:r>
          </a:p>
          <a:p>
            <a:r>
              <a:t>          "auc_prc": 0.2013937877584027,</a:t>
            </a:r>
          </a:p>
          <a:p>
            <a:r>
              <a:t>          "average_precision": 0.20882157844968305,</a:t>
            </a:r>
          </a:p>
          <a:p>
            <a:r>
              <a:t>          "balanced_accuracy": 0.6336914864494936,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167,</a:t>
            </a:r>
          </a:p>
          <a:p>
            <a:r>
              <a:t>              114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17,</a:t>
            </a:r>
          </a:p>
          <a:p>
            <a:r>
              <a:t>              35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0.3482587064676617,</a:t>
            </a:r>
          </a:p>
          <a:p>
            <a:r>
              <a:t>          "positive_count": 52,</a:t>
            </a:r>
          </a:p>
          <a:p>
            <a:r>
              <a:t>          "positive_rate": 0.15615615615615616,</a:t>
            </a:r>
          </a:p>
          <a:p>
            <a:r>
              <a:t>          "precision": 0.2348993288590604,</a:t>
            </a:r>
          </a:p>
          <a:p>
            <a:r>
              <a:t>          "recall": 0.6730769230769231,</a:t>
            </a:r>
          </a:p>
          <a:p>
            <a:r>
              <a:t>          "roc_auc": 0.6143238434163701,</a:t>
            </a:r>
          </a:p>
          <a:p>
            <a:r>
              <a:t>          "row_count": 333,</a:t>
            </a:r>
          </a:p>
          <a:p>
            <a:r>
              <a:t>          "threshold": 0.27999999999999997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"Tasks/task-summaries/validate-refactored-model-per-dataset-20260927-134055/artifacts/cluster-run/inteldaos/results/model/words_5/XGboost/refactored/metrics.json",</a:t>
            </a:r>
          </a:p>
          <a:p>
            <a:r>
              <a:t>      "blob_sha1": "c10bda1bcad31ab260fc9265d85c8c8a4464a23f",</a:t>
            </a:r>
          </a:p>
          <a:p>
            <a:r>
              <a:t>      "sha256": "4d2a2fd9293d5a3ad0607ff0a7dd047360a48e80f6782c4b09efd4d9dd8bbca4",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0.1377245508982036,</a:t>
            </a:r>
          </a:p>
          <a:p>
            <a:r>
              <a:t>          "auc_prc": 0.08789647988402041,</a:t>
            </a:r>
          </a:p>
          <a:p>
            <a:r>
              <a:t>          "average_precision": 0.09340930994697588,</a:t>
            </a:r>
          </a:p>
          <a:p>
            <a:r>
              <a:t>          "balanced_accuracy": 0.4533319536423841,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19,</a:t>
            </a:r>
          </a:p>
          <a:p>
            <a:r>
              <a:t>              283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5,</a:t>
            </a:r>
          </a:p>
          <a:p>
            <a:r>
              <a:t>              27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0.15789473684210525,</a:t>
            </a:r>
          </a:p>
          <a:p>
            <a:r>
              <a:t>          "positive_count": 32,</a:t>
            </a:r>
          </a:p>
          <a:p>
            <a:r>
              <a:t>          "positive_rate": 0.09580838323353294,</a:t>
            </a:r>
          </a:p>
          <a:p>
            <a:r>
              <a:t>          "precision": 0.08709677419354839,</a:t>
            </a:r>
          </a:p>
          <a:p>
            <a:r>
              <a:t>          "recall": 0.84375,</a:t>
            </a:r>
          </a:p>
          <a:p>
            <a:r>
              <a:t>          "roc_auc": 0.45736754966887416,</a:t>
            </a:r>
          </a:p>
          <a:p>
            <a:r>
              <a:t>          "row_count": 334,</a:t>
            </a:r>
          </a:p>
          <a:p>
            <a:r>
              <a:t>          "threshold": 0.22999999999999998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0.22822822822822822,</a:t>
            </a:r>
          </a:p>
          <a:p>
            <a:r>
              <a:t>          "auc_prc": 0.13852449707323244,</a:t>
            </a:r>
          </a:p>
          <a:p>
            <a:r>
              <a:t>          "average_precision": 0.1430020277073029,</a:t>
            </a:r>
          </a:p>
          <a:p>
            <a:r>
              <a:t>          "balanced_accuracy": 0.5348686011497399,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25,</a:t>
            </a:r>
          </a:p>
          <a:p>
            <a:r>
              <a:t>              256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1,</a:t>
            </a:r>
          </a:p>
          <a:p>
            <a:r>
              <a:t>              51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0.2841225626740947,</a:t>
            </a:r>
          </a:p>
          <a:p>
            <a:r>
              <a:t>          "positive_count": 52,</a:t>
            </a:r>
          </a:p>
          <a:p>
            <a:r>
              <a:t>          "positive_rate": 0.15615615615615616,</a:t>
            </a:r>
          </a:p>
          <a:p>
            <a:r>
              <a:t>          "precision": 0.16612377850162866,</a:t>
            </a:r>
          </a:p>
          <a:p>
            <a:r>
              <a:t>          "recall": 0.9807692307692307,</a:t>
            </a:r>
          </a:p>
          <a:p>
            <a:r>
              <a:t>          "roc_auc": 0.4596564467560909,</a:t>
            </a:r>
          </a:p>
          <a:p>
            <a:r>
              <a:t>          "row_count": 333,</a:t>
            </a:r>
          </a:p>
          <a:p>
            <a:r>
              <a:t>          "threshold": 0.22999999999999998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"Tasks/task-summaries/validate-refactored-model-per-dataset-20260927-134055/artifacts/cluster-run/inteldaos/results/model/words_5/NN/baseline/metrics.json",</a:t>
            </a:r>
          </a:p>
          <a:p>
            <a:r>
              <a:t>      "blob_sha1": "12fafc5f8a54418707182fb2615bdd4c23b2eaba",</a:t>
            </a:r>
          </a:p>
          <a:p>
            <a:r>
              <a:t>      "sha256": "f7201359ae1fea63ad92a8bf3bfc1dbcef5405a319a76e9f28d4319bc0977c0c",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0.5838323353293413,</a:t>
            </a:r>
          </a:p>
          <a:p>
            <a:r>
              <a:t>          "auc_prc": 0.20723646580065866,</a:t>
            </a:r>
          </a:p>
          <a:p>
            <a:r>
              <a:t>          "average_precision": 0.22304187913497261,</a:t>
            </a:r>
          </a:p>
          <a:p>
            <a:r>
              <a:t>          "balanced_accuracy": 0.6441432119205298,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172,</a:t>
            </a:r>
          </a:p>
          <a:p>
            <a:r>
              <a:t>              130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9,</a:t>
            </a:r>
          </a:p>
          <a:p>
            <a:r>
              <a:t>              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0.24864864864864863,</a:t>
            </a:r>
          </a:p>
          <a:p>
            <a:r>
              <a:t>          "positive_count": 32,</a:t>
            </a:r>
          </a:p>
          <a:p>
            <a:r>
              <a:t>          "positive_rate": 0.09580838323353294,</a:t>
            </a:r>
          </a:p>
          <a:p>
            <a:r>
              <a:t>          "precision": 0.1503267973856209,</a:t>
            </a:r>
          </a:p>
          <a:p>
            <a:r>
              <a:t>          "recall": 0.71875,</a:t>
            </a:r>
          </a:p>
          <a:p>
            <a:r>
              <a:t>          "roc_auc": 0.691328642384106,</a:t>
            </a:r>
          </a:p>
          <a:p>
            <a:r>
              <a:t>          "row_count": 334,</a:t>
            </a:r>
          </a:p>
          <a:p>
            <a:r>
              <a:t>          "threshold": 0.36999999999999994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0.5285285285285285,</a:t>
            </a:r>
          </a:p>
          <a:p>
            <a:r>
              <a:t>          "auc_prc": 0.1531670657478929,</a:t>
            </a:r>
          </a:p>
          <a:p>
            <a:r>
              <a:t>          "average_precision": 0.15960989991796806,</a:t>
            </a:r>
          </a:p>
          <a:p>
            <a:r>
              <a:t>          "balanced_accuracy": 0.48555981385162883,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154,</a:t>
            </a:r>
          </a:p>
          <a:p>
            <a:r>
              <a:t>              127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30,</a:t>
            </a:r>
          </a:p>
          <a:p>
            <a:r>
              <a:t>              22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0.2189054726368159,</a:t>
            </a:r>
          </a:p>
          <a:p>
            <a:r>
              <a:t>          "positive_count": 52,</a:t>
            </a:r>
          </a:p>
          <a:p>
            <a:r>
              <a:t>          "positive_rate": 0.15615615615615616,</a:t>
            </a:r>
          </a:p>
          <a:p>
            <a:r>
              <a:t>          "precision": 0.1476510067114094,</a:t>
            </a:r>
          </a:p>
          <a:p>
            <a:r>
              <a:t>          "recall": 0.4230769230769231,</a:t>
            </a:r>
          </a:p>
          <a:p>
            <a:r>
              <a:t>          "roc_auc": 0.42389816589104845,</a:t>
            </a:r>
          </a:p>
          <a:p>
            <a:r>
              <a:t>          "row_count": 333,</a:t>
            </a:r>
          </a:p>
          <a:p>
            <a:r>
              <a:t>          "threshold": 0.36999999999999994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"Tasks/task-summaries/validate-refactored-model-per-dataset-20260927-134055/artifacts/cluster-run/inteldaos/results/model/words_5/NN/refactored/metrics.json",</a:t>
            </a:r>
          </a:p>
          <a:p>
            <a:r>
              <a:t>      "blob_sha1": "023cfba4edfaf181c56fbad33ec968dd69fa52ec",</a:t>
            </a:r>
          </a:p>
          <a:p>
            <a:r>
              <a:t>      "sha256": "03e6cb7a8b048372a30718ded5903f35b55346130cfc9320943088775ea9a6b9",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0.6976047904191617,</a:t>
            </a:r>
          </a:p>
          <a:p>
            <a:r>
              <a:t>          "auc_prc": 0.3208883949720782,</a:t>
            </a:r>
          </a:p>
          <a:p>
            <a:r>
              <a:t>          "average_precision": 0.3320779015859781,</a:t>
            </a:r>
          </a:p>
          <a:p>
            <a:r>
              <a:t>          "balanced_accuracy": 0.6930877483443709,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211,</a:t>
            </a:r>
          </a:p>
          <a:p>
            <a:r>
              <a:t>              91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10,</a:t>
            </a:r>
          </a:p>
          <a:p>
            <a:r>
              <a:t>              22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0.30344827586206896,</a:t>
            </a:r>
          </a:p>
          <a:p>
            <a:r>
              <a:t>          "positive_count": 32,</a:t>
            </a:r>
          </a:p>
          <a:p>
            <a:r>
              <a:t>          "positive_rate": 0.09580838323353294,</a:t>
            </a:r>
          </a:p>
          <a:p>
            <a:r>
              <a:t>          "precision": 0.19469026548672566,</a:t>
            </a:r>
          </a:p>
          <a:p>
            <a:r>
              <a:t>          "recall": 0.6875,</a:t>
            </a:r>
          </a:p>
          <a:p>
            <a:r>
              <a:t>          "roc_auc": 0.7134726821192053,</a:t>
            </a:r>
          </a:p>
          <a:p>
            <a:r>
              <a:t>          "row_count": 334,</a:t>
            </a:r>
          </a:p>
          <a:p>
            <a:r>
              <a:t>          "threshold": 0.63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0.6366366366366366,</a:t>
            </a:r>
          </a:p>
          <a:p>
            <a:r>
              <a:t>          "auc_prc": 0.16079741831604244,</a:t>
            </a:r>
          </a:p>
          <a:p>
            <a:r>
              <a:t>          "average_precision": 0.1681689570128422,</a:t>
            </a:r>
          </a:p>
          <a:p>
            <a:r>
              <a:t>          "balanced_accuracy": 0.5339447029838489,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192,</a:t>
            </a:r>
          </a:p>
          <a:p>
            <a:r>
              <a:t>              89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32,</a:t>
            </a:r>
          </a:p>
          <a:p>
            <a:r>
              <a:t>              20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0.24844720496894412,</a:t>
            </a:r>
          </a:p>
          <a:p>
            <a:r>
              <a:t>          "positive_count": 52,</a:t>
            </a:r>
          </a:p>
          <a:p>
            <a:r>
              <a:t>          "positive_rate": 0.15615615615615616,</a:t>
            </a:r>
          </a:p>
          <a:p>
            <a:r>
              <a:t>          "precision": 0.1834862385321101,</a:t>
            </a:r>
          </a:p>
          <a:p>
            <a:r>
              <a:t>          "recall": 0.38461538461538464,</a:t>
            </a:r>
          </a:p>
          <a:p>
            <a:r>
              <a:t>          "roc_auc": 0.4514098001642486,</a:t>
            </a:r>
          </a:p>
          <a:p>
            <a:r>
              <a:t>          "row_count": 333,</a:t>
            </a:r>
          </a:p>
          <a:p>
            <a:r>
              <a:t>          "threshold": 0.63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"Tasks/task-summaries/validate-refactored-model-per-dataset-20260927-134055/artifacts/cluster-run/inteldaos/results/model/words_10/RF/baseline/metrics.json",</a:t>
            </a:r>
          </a:p>
          <a:p>
            <a:r>
              <a:t>      "blob_sha1": "9b93a9e3cfa0a1b891328e09e905d11ce00717db",</a:t>
            </a:r>
          </a:p>
          <a:p>
            <a:r>
              <a:t>      "sha256": "5dc7bfb79507c68e59c853dd1b1adb737c3e9c0f5d546f195076bd4f549a1666",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0.25449101796407186,</a:t>
            </a:r>
          </a:p>
          <a:p>
            <a:r>
              <a:t>          "auc_prc": 0.14954864229838702,</a:t>
            </a:r>
          </a:p>
          <a:p>
            <a:r>
              <a:t>          "average_precision": 0.1594648514470362,</a:t>
            </a:r>
          </a:p>
          <a:p>
            <a:r>
              <a:t>          "balanced_accuracy": 0.5605992085924251,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58,</a:t>
            </a:r>
          </a:p>
          <a:p>
            <a:r>
              <a:t>              247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2,</a:t>
            </a:r>
          </a:p>
          <a:p>
            <a:r>
              <a:t>              27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0.1782178217821782,</a:t>
            </a:r>
          </a:p>
          <a:p>
            <a:r>
              <a:t>          "positive_count": 29,</a:t>
            </a:r>
          </a:p>
          <a:p>
            <a:r>
              <a:t>          "positive_rate": 0.08682634730538923,</a:t>
            </a:r>
          </a:p>
          <a:p>
            <a:r>
              <a:t>          "precision": 0.09854014598540146,</a:t>
            </a:r>
          </a:p>
          <a:p>
            <a:r>
              <a:t>          "recall": 0.9310344827586207,</a:t>
            </a:r>
          </a:p>
          <a:p>
            <a:r>
              <a:t>          "roc_auc": 0.7037874505370265,</a:t>
            </a:r>
          </a:p>
          <a:p>
            <a:r>
              <a:t>          "row_count": 334,</a:t>
            </a:r>
          </a:p>
          <a:p>
            <a:r>
              <a:t>          "threshold": 0.12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0.2882882882882883,</a:t>
            </a:r>
          </a:p>
          <a:p>
            <a:r>
              <a:t>          "auc_prc": 0.1275359387089421,</a:t>
            </a:r>
          </a:p>
          <a:p>
            <a:r>
              <a:t>          "average_precision": 0.13522165126725572,</a:t>
            </a:r>
          </a:p>
          <a:p>
            <a:r>
              <a:t>          "balanced_accuracy": 0.5214776632302406,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61,</a:t>
            </a:r>
          </a:p>
          <a:p>
            <a:r>
              <a:t>              230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7,</a:t>
            </a:r>
          </a:p>
          <a:p>
            <a:r>
              <a:t>              35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0.22801302931596093,</a:t>
            </a:r>
          </a:p>
          <a:p>
            <a:r>
              <a:t>          "positive_count": 42,</a:t>
            </a:r>
          </a:p>
          <a:p>
            <a:r>
              <a:t>          "positive_rate": 0.12612612612612611,</a:t>
            </a:r>
          </a:p>
          <a:p>
            <a:r>
              <a:t>          "precision": 0.1320754716981132,</a:t>
            </a:r>
          </a:p>
          <a:p>
            <a:r>
              <a:t>          "recall": 0.8333333333333334,</a:t>
            </a:r>
          </a:p>
          <a:p>
            <a:r>
              <a:t>          "roc_auc": 0.5080183276059564,</a:t>
            </a:r>
          </a:p>
          <a:p>
            <a:r>
              <a:t>          "row_count": 333,</a:t>
            </a:r>
          </a:p>
          <a:p>
            <a:r>
              <a:t>          "threshold": 0.12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"Tasks/task-summaries/validate-refactored-model-per-dataset-20260927-134055/artifacts/cluster-run/inteldaos/results/model/words_10/RF/refactored/metrics.json",</a:t>
            </a:r>
          </a:p>
          <a:p>
            <a:r>
              <a:t>      "blob_sha1": "0ccb69e19dc4601a1ce0b1d22c0c9541db871c03",</a:t>
            </a:r>
          </a:p>
          <a:p>
            <a:r>
              <a:t>      "sha256": "581c78c25e4441119e5a7a8bdd0f5cb76003154160c5924d07ba34b81c9e9b89",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0.26047904191616766,</a:t>
            </a:r>
          </a:p>
          <a:p>
            <a:r>
              <a:t>          "auc_prc": 0.1410068080598237,</a:t>
            </a:r>
          </a:p>
          <a:p>
            <a:r>
              <a:t>          "average_precision": 0.15373049887499568,</a:t>
            </a:r>
          </a:p>
          <a:p>
            <a:r>
              <a:t>          "balanced_accuracy": 0.5638778971170153,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60,</a:t>
            </a:r>
          </a:p>
          <a:p>
            <a:r>
              <a:t>              245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2,</a:t>
            </a:r>
          </a:p>
          <a:p>
            <a:r>
              <a:t>              27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0.17940199335548174,</a:t>
            </a:r>
          </a:p>
          <a:p>
            <a:r>
              <a:t>          "positive_count": 29,</a:t>
            </a:r>
          </a:p>
          <a:p>
            <a:r>
              <a:t>          "positive_rate": 0.08682634730538923,</a:t>
            </a:r>
          </a:p>
          <a:p>
            <a:r>
              <a:t>          "precision": 0.09926470588235294,</a:t>
            </a:r>
          </a:p>
          <a:p>
            <a:r>
              <a:t>          "recall": 0.9310344827586207,</a:t>
            </a:r>
          </a:p>
          <a:p>
            <a:r>
              <a:t>          "roc_auc": 0.6459016393442623,</a:t>
            </a:r>
          </a:p>
          <a:p>
            <a:r>
              <a:t>          "row_count": 334,</a:t>
            </a:r>
          </a:p>
          <a:p>
            <a:r>
              <a:t>          "threshold": 0.29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0.2912912912912913,</a:t>
            </a:r>
          </a:p>
          <a:p>
            <a:r>
              <a:t>          "auc_prc": 0.11511453529872043,</a:t>
            </a:r>
          </a:p>
          <a:p>
            <a:r>
              <a:t>          "average_precision": 0.12288535254327884,</a:t>
            </a:r>
          </a:p>
          <a:p>
            <a:r>
              <a:t>          "balanced_accuracy": 0.5435689739813451,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60,</a:t>
            </a:r>
          </a:p>
          <a:p>
            <a:r>
              <a:t>              231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5,</a:t>
            </a:r>
          </a:p>
          <a:p>
            <a:r>
              <a:t>              37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0.23870967741935487,</a:t>
            </a:r>
          </a:p>
          <a:p>
            <a:r>
              <a:t>          "positive_count": 42,</a:t>
            </a:r>
          </a:p>
          <a:p>
            <a:r>
              <a:t>          "positive_rate": 0.12612612612612611,</a:t>
            </a:r>
          </a:p>
          <a:p>
            <a:r>
              <a:t>          "precision": 0.13805970149253732,</a:t>
            </a:r>
          </a:p>
          <a:p>
            <a:r>
              <a:t>          "recall": 0.8809523809523809,</a:t>
            </a:r>
          </a:p>
          <a:p>
            <a:r>
              <a:t>          "roc_auc": 0.4595810832924235,</a:t>
            </a:r>
          </a:p>
          <a:p>
            <a:r>
              <a:t>          "row_count": 333,</a:t>
            </a:r>
          </a:p>
          <a:p>
            <a:r>
              <a:t>          "threshold": 0.29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"Tasks/task-summaries/validate-refactored-model-per-dataset-20260927-134055/artifacts/cluster-run/inteldaos/results/model/words_10/XGboost/baseline/metrics.json",</a:t>
            </a:r>
          </a:p>
          <a:p>
            <a:r>
              <a:t>      "blob_sha1": "b40e70eee63bd1c9d5b50d48545b3140d74ed48a",</a:t>
            </a:r>
          </a:p>
          <a:p>
            <a:r>
              <a:t>      "sha256": "5bbcb5f787f332e00bb8949ea714f2bb4f641f93e776ceb72431c475a8d4e862",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0.6107784431137725,</a:t>
            </a:r>
          </a:p>
          <a:p>
            <a:r>
              <a:t>          "auc_prc": 0.2060907279754762,</a:t>
            </a:r>
          </a:p>
          <a:p>
            <a:r>
              <a:t>          "average_precision": 0.21563174885998476,</a:t>
            </a:r>
          </a:p>
          <a:p>
            <a:r>
              <a:t>          "balanced_accuracy": 0.6932730356133409,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181,</a:t>
            </a:r>
          </a:p>
          <a:p>
            <a:r>
              <a:t>              124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6,</a:t>
            </a:r>
          </a:p>
          <a:p>
            <a:r>
              <a:t>              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0.2613636363636364,</a:t>
            </a:r>
          </a:p>
          <a:p>
            <a:r>
              <a:t>          "positive_count": 29,</a:t>
            </a:r>
          </a:p>
          <a:p>
            <a:r>
              <a:t>          "positive_rate": 0.08682634730538923,</a:t>
            </a:r>
          </a:p>
          <a:p>
            <a:r>
              <a:t>          "precision": 0.1564625850340136,</a:t>
            </a:r>
          </a:p>
          <a:p>
            <a:r>
              <a:t>          "recall": 0.7931034482758621,</a:t>
            </a:r>
          </a:p>
          <a:p>
            <a:r>
              <a:t>          "roc_auc": 0.7213114754098361,</a:t>
            </a:r>
          </a:p>
          <a:p>
            <a:r>
              <a:t>          "row_count": 334,</a:t>
            </a:r>
          </a:p>
          <a:p>
            <a:r>
              <a:t>          "threshold": 0.14999999999999997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0.4924924924924925,</a:t>
            </a:r>
          </a:p>
          <a:p>
            <a:r>
              <a:t>          "auc_prc": 0.1403252124030216,</a:t>
            </a:r>
          </a:p>
          <a:p>
            <a:r>
              <a:t>          "average_precision": 0.1462103006137821,</a:t>
            </a:r>
          </a:p>
          <a:p>
            <a:r>
              <a:t>          "balanced_accuracy": 0.5670103092783505,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136,</a:t>
            </a:r>
          </a:p>
          <a:p>
            <a:r>
              <a:t>              155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14,</a:t>
            </a:r>
          </a:p>
          <a:p>
            <a:r>
              <a:t>              28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0.24888888888888885,</a:t>
            </a:r>
          </a:p>
          <a:p>
            <a:r>
              <a:t>          "positive_count": 42,</a:t>
            </a:r>
          </a:p>
          <a:p>
            <a:r>
              <a:t>          "positive_rate": 0.12612612612612611,</a:t>
            </a:r>
          </a:p>
          <a:p>
            <a:r>
              <a:t>          "precision": 0.15300546448087432,</a:t>
            </a:r>
          </a:p>
          <a:p>
            <a:r>
              <a:t>          "recall": 0.6666666666666666,</a:t>
            </a:r>
          </a:p>
          <a:p>
            <a:r>
              <a:t>          "roc_auc": 0.5404189167075765,</a:t>
            </a:r>
          </a:p>
          <a:p>
            <a:r>
              <a:t>          "row_count": 333,</a:t>
            </a:r>
          </a:p>
          <a:p>
            <a:r>
              <a:t>          "threshold": 0.14999999999999997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"Tasks/task-summaries/validate-refactored-model-per-dataset-20260927-134055/artifacts/cluster-run/inteldaos/results/model/words_10/XGboost/refactored/metrics.json",</a:t>
            </a:r>
          </a:p>
          <a:p>
            <a:r>
              <a:t>      "blob_sha1": "551b0da75ff615ada59c8eeec1318285fe6ad065",</a:t>
            </a:r>
          </a:p>
          <a:p>
            <a:r>
              <a:t>      "sha256": "ba23bf3e962a4d74f6ba0940e6fa19dd1074e762fd8724d1d526444bacaaacff",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0.1377245508982036,</a:t>
            </a:r>
          </a:p>
          <a:p>
            <a:r>
              <a:t>          "auc_prc": 0.14625962125220218,</a:t>
            </a:r>
          </a:p>
          <a:p>
            <a:r>
              <a:t>          "average_precision": 0.16443959088349575,</a:t>
            </a:r>
          </a:p>
          <a:p>
            <a:r>
              <a:t>          "balanced_accuracy": 0.5122668174109667,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18,</a:t>
            </a:r>
          </a:p>
          <a:p>
            <a:r>
              <a:t>              287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1,</a:t>
            </a:r>
          </a:p>
          <a:p>
            <a:r>
              <a:t>              28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0.16279069767441862,</a:t>
            </a:r>
          </a:p>
          <a:p>
            <a:r>
              <a:t>          "positive_count": 29,</a:t>
            </a:r>
          </a:p>
          <a:p>
            <a:r>
              <a:t>          "positive_rate": 0.08682634730538923,</a:t>
            </a:r>
          </a:p>
          <a:p>
            <a:r>
              <a:t>          "precision": 0.08888888888888889,</a:t>
            </a:r>
          </a:p>
          <a:p>
            <a:r>
              <a:t>          "recall": 0.9655172413793104,</a:t>
            </a:r>
          </a:p>
          <a:p>
            <a:r>
              <a:t>          "roc_auc": 0.6456755228942905,</a:t>
            </a:r>
          </a:p>
          <a:p>
            <a:r>
              <a:t>          "row_count": 334,</a:t>
            </a:r>
          </a:p>
          <a:p>
            <a:r>
              <a:t>          "threshold": 0.09999999999999999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0.16816816816816818,</a:t>
            </a:r>
          </a:p>
          <a:p>
            <a:r>
              <a:t>          "auc_prc": 0.10127151481557033,</a:t>
            </a:r>
          </a:p>
          <a:p>
            <a:r>
              <a:t>          "average_precision": 0.1062358082268514,</a:t>
            </a:r>
          </a:p>
          <a:p>
            <a:r>
              <a:t>          "balanced_accuracy": 0.5138684339715267,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15,</a:t>
            </a:r>
          </a:p>
          <a:p>
            <a:r>
              <a:t>              276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1,</a:t>
            </a:r>
          </a:p>
          <a:p>
            <a:r>
              <a:t>              41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0.22841225626740946,</a:t>
            </a:r>
          </a:p>
          <a:p>
            <a:r>
              <a:t>          "positive_count": 42,</a:t>
            </a:r>
          </a:p>
          <a:p>
            <a:r>
              <a:t>          "positive_rate": 0.12612612612612611,</a:t>
            </a:r>
          </a:p>
          <a:p>
            <a:r>
              <a:t>          "precision": 0.12933753943217666,</a:t>
            </a:r>
          </a:p>
          <a:p>
            <a:r>
              <a:t>          "recall": 0.9761904761904762,</a:t>
            </a:r>
          </a:p>
          <a:p>
            <a:r>
              <a:t>          "roc_auc": 0.4107756504663721,</a:t>
            </a:r>
          </a:p>
          <a:p>
            <a:r>
              <a:t>          "row_count": 333,</a:t>
            </a:r>
          </a:p>
          <a:p>
            <a:r>
              <a:t>          "threshold": 0.09999999999999999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"Tasks/task-summaries/validate-refactored-model-per-dataset-20260927-134055/artifacts/cluster-run/inteldaos/results/model/words_10/NN/baseline/metrics.json",</a:t>
            </a:r>
          </a:p>
          <a:p>
            <a:r>
              <a:t>      "blob_sha1": "81191ba9e9e84b283781d8ca5a110f3de4fcf6b2",</a:t>
            </a:r>
          </a:p>
          <a:p>
            <a:r>
              <a:t>      "sha256": "b90e2e6eae1c194945131515a0d4d89b05928dde2974b5f54535c3d90cd1d418",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0.7964071856287425,</a:t>
            </a:r>
          </a:p>
          <a:p>
            <a:r>
              <a:t>          "auc_prc": 0.1292359150630127,</a:t>
            </a:r>
          </a:p>
          <a:p>
            <a:r>
              <a:t>          "average_precision": 0.14049988038526837,</a:t>
            </a:r>
          </a:p>
          <a:p>
            <a:r>
              <a:t>          "balanced_accuracy": 0.5608818541548898,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258,</a:t>
            </a:r>
          </a:p>
          <a:p>
            <a:r>
              <a:t>              47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21,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0.19047619047619047,</a:t>
            </a:r>
          </a:p>
          <a:p>
            <a:r>
              <a:t>          "positive_count": 29,</a:t>
            </a:r>
          </a:p>
          <a:p>
            <a:r>
              <a:t>          "positive_rate": 0.08682634730538923,</a:t>
            </a:r>
          </a:p>
          <a:p>
            <a:r>
              <a:t>          "precision": 0.14545454545454545,</a:t>
            </a:r>
          </a:p>
          <a:p>
            <a:r>
              <a:t>          "recall": 0.27586206896551724,</a:t>
            </a:r>
          </a:p>
          <a:p>
            <a:r>
              <a:t>          "roc_auc": 0.612888637648389,</a:t>
            </a:r>
          </a:p>
          <a:p>
            <a:r>
              <a:t>          "row_count": 334,</a:t>
            </a:r>
          </a:p>
          <a:p>
            <a:r>
              <a:t>          "threshold": 0.61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0.7087087087087087,</a:t>
            </a:r>
          </a:p>
          <a:p>
            <a:r>
              <a:t>          "auc_prc": 0.11111536519117104,</a:t>
            </a:r>
          </a:p>
          <a:p>
            <a:r>
              <a:t>          "average_precision": 0.1167179654201132,</a:t>
            </a:r>
          </a:p>
          <a:p>
            <a:r>
              <a:t>          "balanced_accuracy": 0.5175503190967109,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225,</a:t>
            </a:r>
          </a:p>
          <a:p>
            <a:r>
              <a:t>              66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31,</a:t>
            </a:r>
          </a:p>
          <a:p>
            <a:r>
              <a:t>              11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0.18487394957983194,</a:t>
            </a:r>
          </a:p>
          <a:p>
            <a:r>
              <a:t>          "positive_count": 42,</a:t>
            </a:r>
          </a:p>
          <a:p>
            <a:r>
              <a:t>          "positive_rate": 0.12612612612612611,</a:t>
            </a:r>
          </a:p>
          <a:p>
            <a:r>
              <a:t>          "precision": 0.14285714285714285,</a:t>
            </a:r>
          </a:p>
          <a:p>
            <a:r>
              <a:t>          "recall": 0.2619047619047619,</a:t>
            </a:r>
          </a:p>
          <a:p>
            <a:r>
              <a:t>          "roc_auc": 0.39829815087547044,</a:t>
            </a:r>
          </a:p>
          <a:p>
            <a:r>
              <a:t>          "row_count": 333,</a:t>
            </a:r>
          </a:p>
          <a:p>
            <a:r>
              <a:t>          "threshold": 0.61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"Tasks/task-summaries/validate-refactored-model-per-dataset-20260927-134055/artifacts/cluster-run/inteldaos/results/model/words_10/NN/refactored/metrics.json",</a:t>
            </a:r>
          </a:p>
          <a:p>
            <a:r>
              <a:t>      "blob_sha1": "0715fcaea375866bbfc58f7ced327db1601cf03b",</a:t>
            </a:r>
          </a:p>
          <a:p>
            <a:r>
              <a:t>      "sha256": "b868e34527f17119ce11f4abcca35cd6ad5df34644d51aaf1ec39675bacd9999",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0.7994011976047904,</a:t>
            </a:r>
          </a:p>
          <a:p>
            <a:r>
              <a:t>          "auc_prc": 0.10148657765577553,</a:t>
            </a:r>
          </a:p>
          <a:p>
            <a:r>
              <a:t>          "average_precision": 0.10875132189666747,</a:t>
            </a:r>
          </a:p>
          <a:p>
            <a:r>
              <a:t>          "balanced_accuracy": 0.5625211984171848,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259,</a:t>
            </a:r>
          </a:p>
          <a:p>
            <a:r>
              <a:t>              46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21,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0.19277108433734938,</a:t>
            </a:r>
          </a:p>
          <a:p>
            <a:r>
              <a:t>          "positive_count": 29,</a:t>
            </a:r>
          </a:p>
          <a:p>
            <a:r>
              <a:t>          "positive_rate": 0.08682634730538923,</a:t>
            </a:r>
          </a:p>
          <a:p>
            <a:r>
              <a:t>          "precision": 0.14814814814814814,</a:t>
            </a:r>
          </a:p>
          <a:p>
            <a:r>
              <a:t>          "recall": 0.27586206896551724,</a:t>
            </a:r>
          </a:p>
          <a:p>
            <a:r>
              <a:t>          "roc_auc": 0.5390616167326173,</a:t>
            </a:r>
          </a:p>
          <a:p>
            <a:r>
              <a:t>          "row_count": 334,</a:t>
            </a:r>
          </a:p>
          <a:p>
            <a:r>
              <a:t>          "threshold": 0.4799999999999999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0.7807807807807807,</a:t>
            </a:r>
          </a:p>
          <a:p>
            <a:r>
              <a:t>          "auc_prc": 0.10364170797295666,</a:t>
            </a:r>
          </a:p>
          <a:p>
            <a:r>
              <a:t>          "average_precision": 0.1081512605537147,</a:t>
            </a:r>
          </a:p>
          <a:p>
            <a:r>
              <a:t>          "balanced_accuracy": 0.48748159057437407,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256,</a:t>
            </a:r>
          </a:p>
          <a:p>
            <a:r>
              <a:t>              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38,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0.09876543209876541,</a:t>
            </a:r>
          </a:p>
          <a:p>
            <a:r>
              <a:t>          "positive_count": 42,</a:t>
            </a:r>
          </a:p>
          <a:p>
            <a:r>
              <a:t>          "positive_rate": 0.12612612612612611,</a:t>
            </a:r>
          </a:p>
          <a:p>
            <a:r>
              <a:t>          "precision": 0.10256410256410256,</a:t>
            </a:r>
          </a:p>
          <a:p>
            <a:r>
              <a:t>          "recall": 0.09523809523809523,</a:t>
            </a:r>
          </a:p>
          <a:p>
            <a:r>
              <a:t>          "roc_auc": 0.4036164293896253,</a:t>
            </a:r>
          </a:p>
          <a:p>
            <a:r>
              <a:t>          "row_count": 333,</a:t>
            </a:r>
          </a:p>
          <a:p>
            <a:r>
              <a:t>          "threshold": 0.4799999999999999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"Tasks/task-summaries/validate-refactored-model-per-dataset-20260927-134055/artifacts/cluster-run/inteldaos/results/model/words_15/RF/baseline/metrics.json",</a:t>
            </a:r>
          </a:p>
          <a:p>
            <a:r>
              <a:t>      "blob_sha1": "1365de0b6966d247e8702d403a2cf21f28134ae9",</a:t>
            </a:r>
          </a:p>
          <a:p>
            <a:r>
              <a:t>      "sha256": "558509228588fcb0ff97d281a7e047f155ab1a271012a2caf14c57584dd07901",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0.10778443113772455,</a:t>
            </a:r>
          </a:p>
          <a:p>
            <a:r>
              <a:t>          "auc_prc": 0.11231384903294374,</a:t>
            </a:r>
          </a:p>
          <a:p>
            <a:r>
              <a:t>          "average_precision": 0.12222850259343136,</a:t>
            </a:r>
          </a:p>
          <a:p>
            <a:r>
              <a:t>          "balanced_accuracy": 0.5001344086021505,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13,</a:t>
            </a:r>
          </a:p>
          <a:p>
            <a:r>
              <a:t>              297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1,</a:t>
            </a:r>
          </a:p>
          <a:p>
            <a:r>
              <a:t>              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0.13372093023255813,</a:t>
            </a:r>
          </a:p>
          <a:p>
            <a:r>
              <a:t>          "positive_count": 24,</a:t>
            </a:r>
          </a:p>
          <a:p>
            <a:r>
              <a:t>          "positive_rate": 0.0718562874251497,</a:t>
            </a:r>
          </a:p>
          <a:p>
            <a:r>
              <a:t>          "precision": 0.071875,</a:t>
            </a:r>
          </a:p>
          <a:p>
            <a:r>
              <a:t>          "recall": 0.9583333333333334,</a:t>
            </a:r>
          </a:p>
          <a:p>
            <a:r>
              <a:t>          "roc_auc": 0.6325268817204301,</a:t>
            </a:r>
          </a:p>
          <a:p>
            <a:r>
              <a:t>          "row_count": 334,</a:t>
            </a:r>
          </a:p>
          <a:p>
            <a:r>
              <a:t>          "threshold": 0.07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0.16216216216216217,</a:t>
            </a:r>
          </a:p>
          <a:p>
            <a:r>
              <a:t>          "auc_prc": 0.10788127840273495,</a:t>
            </a:r>
          </a:p>
          <a:p>
            <a:r>
              <a:t>          "average_precision": 0.11442166721071745,</a:t>
            </a:r>
          </a:p>
          <a:p>
            <a:r>
              <a:t>          "balanced_accuracy": 0.49272970561998214,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19,</a:t>
            </a:r>
          </a:p>
          <a:p>
            <a:r>
              <a:t>              276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3,</a:t>
            </a:r>
          </a:p>
          <a:p>
            <a:r>
              <a:t>              35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0.20057306590257878,</a:t>
            </a:r>
          </a:p>
          <a:p>
            <a:r>
              <a:t>          "positive_count": 38,</a:t>
            </a:r>
          </a:p>
          <a:p>
            <a:r>
              <a:t>          "positive_rate": 0.11411411411411411,</a:t>
            </a:r>
          </a:p>
          <a:p>
            <a:r>
              <a:t>          "precision": 0.11254019292604502,</a:t>
            </a:r>
          </a:p>
          <a:p>
            <a:r>
              <a:t>          "recall": 0.9210526315789473,</a:t>
            </a:r>
          </a:p>
          <a:p>
            <a:r>
              <a:t>          "roc_auc": 0.45205173951828725,</a:t>
            </a:r>
          </a:p>
          <a:p>
            <a:r>
              <a:t>          "row_count": 333,</a:t>
            </a:r>
          </a:p>
          <a:p>
            <a:r>
              <a:t>          "threshold": 0.07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"Tasks/task-summaries/validate-refactored-model-per-dataset-20260927-134055/artifacts/cluster-run/inteldaos/results/model/words_15/RF/refactored/metrics.json",</a:t>
            </a:r>
          </a:p>
          <a:p>
            <a:r>
              <a:t>      "blob_sha1": "66e3535c73043aebcca52d5804922a42ef75e5ba",</a:t>
            </a:r>
          </a:p>
          <a:p>
            <a:r>
              <a:t>      "sha256": "0bf696ca37d636ad6acedb1114c6a69b31563394f8100464d6de4ea389104512",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0.0748502994011976,</a:t>
            </a:r>
          </a:p>
          <a:p>
            <a:r>
              <a:t>          "auc_prc": 0.07755312406152674,</a:t>
            </a:r>
          </a:p>
          <a:p>
            <a:r>
              <a:t>          "average_precision": 0.08252386202718578,</a:t>
            </a:r>
          </a:p>
          <a:p>
            <a:r>
              <a:t>          "balanced_accuracy": 0.5016129032258064,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1,</a:t>
            </a:r>
          </a:p>
          <a:p>
            <a:r>
              <a:t>              309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0,</a:t>
            </a:r>
          </a:p>
          <a:p>
            <a:r>
              <a:t>              24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0.13445378151260504,</a:t>
            </a:r>
          </a:p>
          <a:p>
            <a:r>
              <a:t>          "positive_count": 24,</a:t>
            </a:r>
          </a:p>
          <a:p>
            <a:r>
              <a:t>          "positive_rate": 0.0718562874251497,</a:t>
            </a:r>
          </a:p>
          <a:p>
            <a:r>
              <a:t>          "precision": 0.07207207207207207,</a:t>
            </a:r>
          </a:p>
          <a:p>
            <a:r>
              <a:t>          "recall": 1.0,</a:t>
            </a:r>
          </a:p>
          <a:p>
            <a:r>
              <a:t>          "roc_auc": 0.5661290322580645,</a:t>
            </a:r>
          </a:p>
          <a:p>
            <a:r>
              <a:t>          "row_count": 334,</a:t>
            </a:r>
          </a:p>
          <a:p>
            <a:r>
              <a:t>          "threshold": 0.09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0.12312312312312312,</a:t>
            </a:r>
          </a:p>
          <a:p>
            <a:r>
              <a:t>          "auc_prc": 0.09474627594217755,</a:t>
            </a:r>
          </a:p>
          <a:p>
            <a:r>
              <a:t>          "average_precision": 0.10253700398401358,</a:t>
            </a:r>
          </a:p>
          <a:p>
            <a:r>
              <a:t>          "balanced_accuracy": 0.5050847457627119,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3,</a:t>
            </a:r>
          </a:p>
          <a:p>
            <a:r>
              <a:t>              292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0,</a:t>
            </a:r>
          </a:p>
          <a:p>
            <a:r>
              <a:t>              38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0.20652173913043478,</a:t>
            </a:r>
          </a:p>
          <a:p>
            <a:r>
              <a:t>          "positive_count": 38,</a:t>
            </a:r>
          </a:p>
          <a:p>
            <a:r>
              <a:t>          "positive_rate": 0.11411411411411411,</a:t>
            </a:r>
          </a:p>
          <a:p>
            <a:r>
              <a:t>          "precision": 0.11515151515151516,</a:t>
            </a:r>
          </a:p>
          <a:p>
            <a:r>
              <a:t>          "recall": 1.0,</a:t>
            </a:r>
          </a:p>
          <a:p>
            <a:r>
              <a:t>          "roc_auc": 0.41681534344335414,</a:t>
            </a:r>
          </a:p>
          <a:p>
            <a:r>
              <a:t>          "row_count": 333,</a:t>
            </a:r>
          </a:p>
          <a:p>
            <a:r>
              <a:t>          "threshold": 0.09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"Tasks/task-summaries/validate-refactored-model-per-dataset-20260927-134055/artifacts/cluster-run/inteldaos/results/model/words_15/XGboost/baseline/metrics.json",</a:t>
            </a:r>
          </a:p>
          <a:p>
            <a:r>
              <a:t>      "blob_sha1": "c56083fe2e7906e338034091749b3a09d7bdf849",</a:t>
            </a:r>
          </a:p>
          <a:p>
            <a:r>
              <a:t>      "sha256": "bebb01039ce4f6c6cae8d58dc7082e4a63ac6c4209e0a3f6b056b17f68c04901",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0.8323353293413174,</a:t>
            </a:r>
          </a:p>
          <a:p>
            <a:r>
              <a:t>          "auc_prc": 0.24364200589496596,</a:t>
            </a:r>
          </a:p>
          <a:p>
            <a:r>
              <a:t>          "average_precision": 0.2524883734368554,</a:t>
            </a:r>
          </a:p>
          <a:p>
            <a:r>
              <a:t>          "balanced_accuracy": 0.6021505376344086,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270,</a:t>
            </a:r>
          </a:p>
          <a:p>
            <a:r>
              <a:t>              40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16,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0.2222222222222222,</a:t>
            </a:r>
          </a:p>
          <a:p>
            <a:r>
              <a:t>          "positive_count": 24,</a:t>
            </a:r>
          </a:p>
          <a:p>
            <a:r>
              <a:t>          "positive_rate": 0.0718562874251497,</a:t>
            </a:r>
          </a:p>
          <a:p>
            <a:r>
              <a:t>          "precision": 0.16666666666666666,</a:t>
            </a:r>
          </a:p>
          <a:p>
            <a:r>
              <a:t>          "recall": 0.3333333333333333,</a:t>
            </a:r>
          </a:p>
          <a:p>
            <a:r>
              <a:t>          "roc_auc": 0.690994623655914,</a:t>
            </a:r>
          </a:p>
          <a:p>
            <a:r>
              <a:t>          "row_count": 334,</a:t>
            </a:r>
          </a:p>
          <a:p>
            <a:r>
              <a:t>          "threshold": 0.7499999999999999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0.7837837837837838,</a:t>
            </a:r>
          </a:p>
          <a:p>
            <a:r>
              <a:t>          "auc_prc": 0.11896043542941717,</a:t>
            </a:r>
          </a:p>
          <a:p>
            <a:r>
              <a:t>          "average_precision": 0.12507237987658784,</a:t>
            </a:r>
          </a:p>
          <a:p>
            <a:r>
              <a:t>          "balanced_accuracy": 0.5570026761819804,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251,</a:t>
            </a:r>
          </a:p>
          <a:p>
            <a:r>
              <a:t>              44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0.21739130434782608,</a:t>
            </a:r>
          </a:p>
          <a:p>
            <a:r>
              <a:t>          "positive_count": 38,</a:t>
            </a:r>
          </a:p>
          <a:p>
            <a:r>
              <a:t>          "positive_rate": 0.11411411411411411,</a:t>
            </a:r>
          </a:p>
          <a:p>
            <a:r>
              <a:t>          "precision": 0.18518518518518517,</a:t>
            </a:r>
          </a:p>
          <a:p>
            <a:r>
              <a:t>          "recall": 0.2631578947368421,</a:t>
            </a:r>
          </a:p>
          <a:p>
            <a:r>
              <a:t>          "roc_auc": 0.4840321141837645,</a:t>
            </a:r>
          </a:p>
          <a:p>
            <a:r>
              <a:t>          "row_count": 333,</a:t>
            </a:r>
          </a:p>
          <a:p>
            <a:r>
              <a:t>          "threshold": 0.7499999999999999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"Tasks/task-summaries/validate-refactored-model-per-dataset-20260927-134055/artifacts/cluster-run/inteldaos/results/model/words_15/XGboost/refactored/metrics.json",</a:t>
            </a:r>
          </a:p>
          <a:p>
            <a:r>
              <a:t>      "blob_sha1": "266c77640518edf62db9654c1721c2c2622904cd",</a:t>
            </a:r>
          </a:p>
          <a:p>
            <a:r>
              <a:t>      "sha256": "0301708c667e67eaa3be8c92eacf30f72e42598da672f62019ea75f13391c5e0",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0.17664670658682635,</a:t>
            </a:r>
          </a:p>
          <a:p>
            <a:r>
              <a:t>          "auc_prc": 0.09348340538411129,</a:t>
            </a:r>
          </a:p>
          <a:p>
            <a:r>
              <a:t>          "average_precision": 0.10733214425047873,</a:t>
            </a:r>
          </a:p>
          <a:p>
            <a:r>
              <a:t>          "balanced_accuracy": 0.5372311827956989,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36,</a:t>
            </a:r>
          </a:p>
          <a:p>
            <a:r>
              <a:t>              274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1,</a:t>
            </a:r>
          </a:p>
          <a:p>
            <a:r>
              <a:t>              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0.14330218068535822,</a:t>
            </a:r>
          </a:p>
          <a:p>
            <a:r>
              <a:t>          "positive_count": 24,</a:t>
            </a:r>
          </a:p>
          <a:p>
            <a:r>
              <a:t>          "positive_rate": 0.0718562874251497,</a:t>
            </a:r>
          </a:p>
          <a:p>
            <a:r>
              <a:t>          "precision": 0.07744107744107744,</a:t>
            </a:r>
          </a:p>
          <a:p>
            <a:r>
              <a:t>          "recall": 0.9583333333333334,</a:t>
            </a:r>
          </a:p>
          <a:p>
            <a:r>
              <a:t>          "roc_auc": 0.5471102150537634,</a:t>
            </a:r>
          </a:p>
          <a:p>
            <a:r>
              <a:t>          "row_count": 334,</a:t>
            </a:r>
          </a:p>
          <a:p>
            <a:r>
              <a:t>          "threshold": 0.05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0.18018018018018017,</a:t>
            </a:r>
          </a:p>
          <a:p>
            <a:r>
              <a:t>          "auc_prc": 0.07817952958321774,</a:t>
            </a:r>
          </a:p>
          <a:p>
            <a:r>
              <a:t>          "average_precision": 0.08104496683267769,</a:t>
            </a:r>
          </a:p>
          <a:p>
            <a:r>
              <a:t>          "balanced_accuracy": 0.41119536128456735,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33,</a:t>
            </a:r>
          </a:p>
          <a:p>
            <a:r>
              <a:t>              262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11,</a:t>
            </a:r>
          </a:p>
          <a:p>
            <a:r>
              <a:t>              27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0.1651376146788991,</a:t>
            </a:r>
          </a:p>
          <a:p>
            <a:r>
              <a:t>          "positive_count": 38,</a:t>
            </a:r>
          </a:p>
          <a:p>
            <a:r>
              <a:t>          "positive_rate": 0.11411411411411411,</a:t>
            </a:r>
          </a:p>
          <a:p>
            <a:r>
              <a:t>          "precision": 0.09342560553633218,</a:t>
            </a:r>
          </a:p>
          <a:p>
            <a:r>
              <a:t>          "recall": 0.7105263157894737,</a:t>
            </a:r>
          </a:p>
          <a:p>
            <a:r>
              <a:t>          "roc_auc": 0.32867975022301515,</a:t>
            </a:r>
          </a:p>
          <a:p>
            <a:r>
              <a:t>          "row_count": 333,</a:t>
            </a:r>
          </a:p>
          <a:p>
            <a:r>
              <a:t>          "threshold": 0.05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"Tasks/task-summaries/validate-refactored-model-per-dataset-20260927-134055/artifacts/cluster-run/inteldaos/results/model/words_15/NN/baseline/metrics.json",</a:t>
            </a:r>
          </a:p>
          <a:p>
            <a:r>
              <a:t>      "blob_sha1": "ce193995e3446e318c77b1c8525fdd7599af1a28",</a:t>
            </a:r>
          </a:p>
          <a:p>
            <a:r>
              <a:t>      "sha256": "1a54bef5041fe1897dd48bee4dade3a5f1f9900b6497f2ca579be1151bd42a4e",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0.8682634730538922,</a:t>
            </a:r>
          </a:p>
          <a:p>
            <a:r>
              <a:t>          "auc_prc": 0.12062603542661182,</a:t>
            </a:r>
          </a:p>
          <a:p>
            <a:r>
              <a:t>          "average_precision": 0.13910275702267774,</a:t>
            </a:r>
          </a:p>
          <a:p>
            <a:r>
              <a:t>          "balanced_accuracy": 0.5061827956989248,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288,</a:t>
            </a:r>
          </a:p>
          <a:p>
            <a:r>
              <a:t>              22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22,</a:t>
            </a:r>
          </a:p>
          <a:p>
            <a:r>
              <a:t>              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0.08333333333333333,</a:t>
            </a:r>
          </a:p>
          <a:p>
            <a:r>
              <a:t>          "positive_count": 24,</a:t>
            </a:r>
          </a:p>
          <a:p>
            <a:r>
              <a:t>          "positive_rate": 0.0718562874251497,</a:t>
            </a:r>
          </a:p>
          <a:p>
            <a:r>
              <a:t>          "precision": 0.08333333333333333,</a:t>
            </a:r>
          </a:p>
          <a:p>
            <a:r>
              <a:t>          "recall": 0.08333333333333333,</a:t>
            </a:r>
          </a:p>
          <a:p>
            <a:r>
              <a:t>          "roc_auc": 0.625,</a:t>
            </a:r>
          </a:p>
          <a:p>
            <a:r>
              <a:t>          "row_count": 334,</a:t>
            </a:r>
          </a:p>
          <a:p>
            <a:r>
              <a:t>          "threshold": 0.9099999999999999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0.8018018018018018,</a:t>
            </a:r>
          </a:p>
          <a:p>
            <a:r>
              <a:t>          "auc_prc": 0.10283158176772364,</a:t>
            </a:r>
          </a:p>
          <a:p>
            <a:r>
              <a:t>          "average_precision": 0.109175393064735,</a:t>
            </a:r>
          </a:p>
          <a:p>
            <a:r>
              <a:t>          "balanced_accuracy": 0.5327832292595897,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260,</a:t>
            </a:r>
          </a:p>
          <a:p>
            <a:r>
              <a:t>              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31,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0.175,</a:t>
            </a:r>
          </a:p>
          <a:p>
            <a:r>
              <a:t>          "positive_count": 38,</a:t>
            </a:r>
          </a:p>
          <a:p>
            <a:r>
              <a:t>          "positive_rate": 0.11411411411411411,</a:t>
            </a:r>
          </a:p>
          <a:p>
            <a:r>
              <a:t>          "precision": 0.16666666666666666,</a:t>
            </a:r>
          </a:p>
          <a:p>
            <a:r>
              <a:t>          "recall": 0.18421052631578946,</a:t>
            </a:r>
          </a:p>
          <a:p>
            <a:r>
              <a:t>          "roc_auc": 0.39964317573595004,</a:t>
            </a:r>
          </a:p>
          <a:p>
            <a:r>
              <a:t>          "row_count": 333,</a:t>
            </a:r>
          </a:p>
          <a:p>
            <a:r>
              <a:t>          "threshold": 0.9099999999999999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"Tasks/task-summaries/validate-refactored-model-per-dataset-20260927-134055/artifacts/cluster-run/inteldaos/results/model/words_15/NN/refactored/metrics.json",</a:t>
            </a:r>
          </a:p>
          <a:p>
            <a:r>
              <a:t>      "blob_sha1": "547d6846ea63eb6bdca0325a180244fc3188e563",</a:t>
            </a:r>
          </a:p>
          <a:p>
            <a:r>
              <a:t>      "sha256": "266d7118cefb015d01c3b83c286a80a3cc4c3e71e73c34b015309c7abab9e7f4",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0.7514970059880239,</a:t>
            </a:r>
          </a:p>
          <a:p>
            <a:r>
              <a:t>          "auc_prc": 0.17063303869575477,</a:t>
            </a:r>
          </a:p>
          <a:p>
            <a:r>
              <a:t>          "average_precision": 0.18061173105196043,</a:t>
            </a:r>
          </a:p>
          <a:p>
            <a:r>
              <a:t>          "balanced_accuracy": 0.616263440860215,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240,</a:t>
            </a:r>
          </a:p>
          <a:p>
            <a:r>
              <a:t>              70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13,</a:t>
            </a:r>
          </a:p>
          <a:p>
            <a:r>
              <a:t>              11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0.2095238095238095,</a:t>
            </a:r>
          </a:p>
          <a:p>
            <a:r>
              <a:t>          "positive_count": 24,</a:t>
            </a:r>
          </a:p>
          <a:p>
            <a:r>
              <a:t>          "positive_rate": 0.0718562874251497,</a:t>
            </a:r>
          </a:p>
          <a:p>
            <a:r>
              <a:t>          "precision": 0.13580246913580246,</a:t>
            </a:r>
          </a:p>
          <a:p>
            <a:r>
              <a:t>          "recall": 0.4583333333333333,</a:t>
            </a:r>
          </a:p>
          <a:p>
            <a:r>
              <a:t>          "roc_auc": 0.5649193548387097,</a:t>
            </a:r>
          </a:p>
          <a:p>
            <a:r>
              <a:t>          "row_count": 334,</a:t>
            </a:r>
          </a:p>
          <a:p>
            <a:r>
              <a:t>          "threshold": 0.13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0.6426426426426426,</a:t>
            </a:r>
          </a:p>
          <a:p>
            <a:r>
              <a:t>          "auc_prc": 0.08635264147808747,</a:t>
            </a:r>
          </a:p>
          <a:p>
            <a:r>
              <a:t>          "average_precision": 0.09056879428471867,</a:t>
            </a:r>
          </a:p>
          <a:p>
            <a:r>
              <a:t>          "balanced_accuracy": 0.465878679750223,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205,</a:t>
            </a:r>
          </a:p>
          <a:p>
            <a:r>
              <a:t>              90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29,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0.1313868613138686,</a:t>
            </a:r>
          </a:p>
          <a:p>
            <a:r>
              <a:t>          "positive_count": 38,</a:t>
            </a:r>
          </a:p>
          <a:p>
            <a:r>
              <a:t>          "positive_rate": 0.11411411411411411,</a:t>
            </a:r>
          </a:p>
          <a:p>
            <a:r>
              <a:t>          "precision": 0.09090909090909091,</a:t>
            </a:r>
          </a:p>
          <a:p>
            <a:r>
              <a:t>          "recall": 0.23684210526315788,</a:t>
            </a:r>
          </a:p>
          <a:p>
            <a:r>
              <a:t>          "roc_auc": 0.3529884032114184,</a:t>
            </a:r>
          </a:p>
          <a:p>
            <a:r>
              <a:t>          "row_count": 333,</a:t>
            </a:r>
          </a:p>
          <a:p>
            <a:r>
              <a:t>          "threshold": 0.13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"Tasks/task-summaries/validate-refactored-model-per-dataset-20260927-134055/artifacts/cluster-run/inteldaos/results/model/words_20/RF/baseline/metrics.json",</a:t>
            </a:r>
          </a:p>
          <a:p>
            <a:r>
              <a:t>      "blob_sha1": "7582dc95b7edd1c0b183e5cbdb1320d8b5499391",</a:t>
            </a:r>
          </a:p>
          <a:p>
            <a:r>
              <a:t>      "sha256": "708ba44db3835b32f740003820c69ee9e9255502c7af7095e164ded2eb40ed0e",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0.8293413173652695,</a:t>
            </a:r>
          </a:p>
          <a:p>
            <a:r>
              <a:t>          "auc_prc": 0.10267715858007523,</a:t>
            </a:r>
          </a:p>
          <a:p>
            <a:r>
              <a:t>          "average_precision": 0.12024835361654783,</a:t>
            </a:r>
          </a:p>
          <a:p>
            <a:r>
              <a:t>          "balanced_accuracy": 0.5284090909090909,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273,</a:t>
            </a:r>
          </a:p>
          <a:p>
            <a:r>
              <a:t>              39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0.12307692307692308,</a:t>
            </a:r>
          </a:p>
          <a:p>
            <a:r>
              <a:t>          "positive_count": 22,</a:t>
            </a:r>
          </a:p>
          <a:p>
            <a:r>
              <a:t>          "positive_rate": 0.0658682634730539,</a:t>
            </a:r>
          </a:p>
          <a:p>
            <a:r>
              <a:t>          "precision": 0.09302325581395349,</a:t>
            </a:r>
          </a:p>
          <a:p>
            <a:r>
              <a:t>          "recall": 0.18181818181818182,</a:t>
            </a:r>
          </a:p>
          <a:p>
            <a:r>
              <a:t>          "roc_auc": 0.6401515151515151,</a:t>
            </a:r>
          </a:p>
          <a:p>
            <a:r>
              <a:t>          "row_count": 334,</a:t>
            </a:r>
          </a:p>
          <a:p>
            <a:r>
              <a:t>          "threshold": 0.24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0.8168168168168168,</a:t>
            </a:r>
          </a:p>
          <a:p>
            <a:r>
              <a:t>          "auc_prc": 0.10197530076979065,</a:t>
            </a:r>
          </a:p>
          <a:p>
            <a:r>
              <a:t>          "average_precision": 0.10992895053578891,</a:t>
            </a:r>
          </a:p>
          <a:p>
            <a:r>
              <a:t>          "balanced_accuracy": 0.553960396039604,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265,</a:t>
            </a:r>
          </a:p>
          <a:p>
            <a:r>
              <a:t>              38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23,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0.18666666666666668,</a:t>
            </a:r>
          </a:p>
          <a:p>
            <a:r>
              <a:t>          "positive_count": 30,</a:t>
            </a:r>
          </a:p>
          <a:p>
            <a:r>
              <a:t>          "positive_rate": 0.09009009009009009,</a:t>
            </a:r>
          </a:p>
          <a:p>
            <a:r>
              <a:t>          "precision": 0.15555555555555556,</a:t>
            </a:r>
          </a:p>
          <a:p>
            <a:r>
              <a:t>          "recall": 0.23333333333333334,</a:t>
            </a:r>
          </a:p>
          <a:p>
            <a:r>
              <a:t>          "roc_auc": 0.5012651265126513,</a:t>
            </a:r>
          </a:p>
          <a:p>
            <a:r>
              <a:t>          "row_count": 333,</a:t>
            </a:r>
          </a:p>
          <a:p>
            <a:r>
              <a:t>          "threshold": 0.24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"Tasks/task-summaries/validate-refactored-model-per-dataset-20260927-134055/artifacts/cluster-run/inteldaos/results/model/words_20/RF/refactored/metrics.json",</a:t>
            </a:r>
          </a:p>
          <a:p>
            <a:r>
              <a:t>      "blob_sha1": "79d88cd58ef188a197f3884c26c90120c94659d3",</a:t>
            </a:r>
          </a:p>
          <a:p>
            <a:r>
              <a:t>      "sha256": "90857b521f0fc13e0f39777361c974c71ca70bd4d0452ad34ce01fcb6de55362",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0.39820359281437123,</a:t>
            </a:r>
          </a:p>
          <a:p>
            <a:r>
              <a:t>          "auc_prc": 0.08313306753351948,</a:t>
            </a:r>
          </a:p>
          <a:p>
            <a:r>
              <a:t>          "average_precision": 0.08998660754920397,</a:t>
            </a:r>
          </a:p>
          <a:p>
            <a:r>
              <a:t>          "balanced_accuracy": 0.6145104895104895,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114,</a:t>
            </a:r>
          </a:p>
          <a:p>
            <a:r>
              <a:t>              198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3,</a:t>
            </a:r>
          </a:p>
          <a:p>
            <a:r>
              <a:t>              19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0.1589958158995816,</a:t>
            </a:r>
          </a:p>
          <a:p>
            <a:r>
              <a:t>          "positive_count": 22,</a:t>
            </a:r>
          </a:p>
          <a:p>
            <a:r>
              <a:t>          "positive_rate": 0.0658682634730539,</a:t>
            </a:r>
          </a:p>
          <a:p>
            <a:r>
              <a:t>          "precision": 0.08755760368663594,</a:t>
            </a:r>
          </a:p>
          <a:p>
            <a:r>
              <a:t>          "recall": 0.8636363636363636,</a:t>
            </a:r>
          </a:p>
          <a:p>
            <a:r>
              <a:t>          "roc_auc": 0.5901806526806527,</a:t>
            </a:r>
          </a:p>
          <a:p>
            <a:r>
              <a:t>          "row_count": 334,</a:t>
            </a:r>
          </a:p>
          <a:p>
            <a:r>
              <a:t>          "threshold": 0.24999999999999994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0.4174174174174174,</a:t>
            </a:r>
          </a:p>
          <a:p>
            <a:r>
              <a:t>          "auc_prc": 0.07789038533897338,</a:t>
            </a:r>
          </a:p>
          <a:p>
            <a:r>
              <a:t>          "average_precision": 0.08207970526827826,</a:t>
            </a:r>
          </a:p>
          <a:p>
            <a:r>
              <a:t>          "balanced_accuracy": 0.5597359735973597,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117,</a:t>
            </a:r>
          </a:p>
          <a:p>
            <a:r>
              <a:t>              186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8,</a:t>
            </a:r>
          </a:p>
          <a:p>
            <a:r>
              <a:t>              22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0.18487394957983191,</a:t>
            </a:r>
          </a:p>
          <a:p>
            <a:r>
              <a:t>          "positive_count": 30,</a:t>
            </a:r>
          </a:p>
          <a:p>
            <a:r>
              <a:t>          "positive_rate": 0.09009009009009009,</a:t>
            </a:r>
          </a:p>
          <a:p>
            <a:r>
              <a:t>          "precision": 0.10576923076923077,</a:t>
            </a:r>
          </a:p>
          <a:p>
            <a:r>
              <a:t>          "recall": 0.7333333333333333,</a:t>
            </a:r>
          </a:p>
          <a:p>
            <a:r>
              <a:t>          "roc_auc": 0.4564906490649065,</a:t>
            </a:r>
          </a:p>
          <a:p>
            <a:r>
              <a:t>          "row_count": 333,</a:t>
            </a:r>
          </a:p>
          <a:p>
            <a:r>
              <a:t>          "threshold": 0.24999999999999994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"Tasks/task-summaries/validate-refactored-model-per-dataset-20260927-134055/artifacts/cluster-run/inteldaos/results/model/words_20/XGboost/baseline/metrics.json",</a:t>
            </a:r>
          </a:p>
          <a:p>
            <a:r>
              <a:t>      "blob_sha1": "2e6688a70789554aab9930c43ed91fb8c7bab70a",</a:t>
            </a:r>
          </a:p>
          <a:p>
            <a:r>
              <a:t>      "sha256": "781dd67aa8af284c907c312ca170c80a913386ef194153ef53e729d22d74c3f9",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0.39221556886227543,</a:t>
            </a:r>
          </a:p>
          <a:p>
            <a:r>
              <a:t>          "auc_prc": 0.14383687240703827,</a:t>
            </a:r>
          </a:p>
          <a:p>
            <a:r>
              <a:t>          "average_precision": 0.16674232970151925,</a:t>
            </a:r>
          </a:p>
          <a:p>
            <a:r>
              <a:t>          "balanced_accuracy": 0.5479312354312355,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115,</a:t>
            </a:r>
          </a:p>
          <a:p>
            <a:r>
              <a:t>              197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6,</a:t>
            </a:r>
          </a:p>
          <a:p>
            <a:r>
              <a:t>              16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0.13617021276595745,</a:t>
            </a:r>
          </a:p>
          <a:p>
            <a:r>
              <a:t>          "positive_count": 22,</a:t>
            </a:r>
          </a:p>
          <a:p>
            <a:r>
              <a:t>          "positive_rate": 0.0658682634730539,</a:t>
            </a:r>
          </a:p>
          <a:p>
            <a:r>
              <a:t>          "precision": 0.07511737089201878,</a:t>
            </a:r>
          </a:p>
          <a:p>
            <a:r>
              <a:t>          "recall": 0.7272727272727273,</a:t>
            </a:r>
          </a:p>
          <a:p>
            <a:r>
              <a:t>          "roc_auc": 0.664918414918415,</a:t>
            </a:r>
          </a:p>
          <a:p>
            <a:r>
              <a:t>          "row_count": 334,</a:t>
            </a:r>
          </a:p>
          <a:p>
            <a:r>
              <a:t>          "threshold": 0.06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0.42342342342342343,</a:t>
            </a:r>
          </a:p>
          <a:p>
            <a:r>
              <a:t>          "auc_prc": 0.09684563339193936,</a:t>
            </a:r>
          </a:p>
          <a:p>
            <a:r>
              <a:t>          "average_precision": 0.10643066633232517,</a:t>
            </a:r>
          </a:p>
          <a:p>
            <a:r>
              <a:t>          "balanced_accuracy": 0.517986798679868,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122,</a:t>
            </a:r>
          </a:p>
          <a:p>
            <a:r>
              <a:t>              181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11,</a:t>
            </a:r>
          </a:p>
          <a:p>
            <a:r>
              <a:t>              19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0.16521739130434784,</a:t>
            </a:r>
          </a:p>
          <a:p>
            <a:r>
              <a:t>          "positive_count": 30,</a:t>
            </a:r>
          </a:p>
          <a:p>
            <a:r>
              <a:t>          "positive_rate": 0.09009009009009009,</a:t>
            </a:r>
          </a:p>
          <a:p>
            <a:r>
              <a:t>          "precision": 0.095,</a:t>
            </a:r>
          </a:p>
          <a:p>
            <a:r>
              <a:t>          "recall": 0.6333333333333333,</a:t>
            </a:r>
          </a:p>
          <a:p>
            <a:r>
              <a:t>          "roc_auc": 0.49587458745874585,</a:t>
            </a:r>
          </a:p>
          <a:p>
            <a:r>
              <a:t>          "row_count": 333,</a:t>
            </a:r>
          </a:p>
          <a:p>
            <a:r>
              <a:t>          "threshold": 0.06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"Tasks/task-summaries/validate-refactored-model-per-dataset-20260927-134055/artifacts/cluster-run/inteldaos/results/model/words_20/XGboost/refactored/metrics.json",</a:t>
            </a:r>
          </a:p>
          <a:p>
            <a:r>
              <a:t>      "blob_sha1": "0e6985c2abd1c185ecb1c8028a81d664edf6ba20",</a:t>
            </a:r>
          </a:p>
          <a:p>
            <a:r>
              <a:t>      "sha256": "809371c37d89828a0c7c295fad8520a079335b56783f785e7d7e8e7429abfc59",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0.5029940119760479,</a:t>
            </a:r>
          </a:p>
          <a:p>
            <a:r>
              <a:t>          "auc_prc": 0.0971024279649895,</a:t>
            </a:r>
          </a:p>
          <a:p>
            <a:r>
              <a:t>          "average_precision": 0.11001940492672285,</a:t>
            </a:r>
          </a:p>
          <a:p>
            <a:r>
              <a:t>          "balanced_accuracy": 0.6283508158508159,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151,</a:t>
            </a:r>
          </a:p>
          <a:p>
            <a:r>
              <a:t>              161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5,</a:t>
            </a:r>
          </a:p>
          <a:p>
            <a:r>
              <a:t>              17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0.16999999999999998,</a:t>
            </a:r>
          </a:p>
          <a:p>
            <a:r>
              <a:t>          "positive_count": 22,</a:t>
            </a:r>
          </a:p>
          <a:p>
            <a:r>
              <a:t>          "positive_rate": 0.0658682634730539,</a:t>
            </a:r>
          </a:p>
          <a:p>
            <a:r>
              <a:t>          "precision": 0.09550561797752809,</a:t>
            </a:r>
          </a:p>
          <a:p>
            <a:r>
              <a:t>          "recall": 0.7727272727272727,</a:t>
            </a:r>
          </a:p>
          <a:p>
            <a:r>
              <a:t>          "roc_auc": 0.6314102564102564,</a:t>
            </a:r>
          </a:p>
          <a:p>
            <a:r>
              <a:t>          "row_count": 334,</a:t>
            </a:r>
          </a:p>
          <a:p>
            <a:r>
              <a:t>          "threshold": 0.18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0.5135135135135135,</a:t>
            </a:r>
          </a:p>
          <a:p>
            <a:r>
              <a:t>          "auc_prc": 0.07224233795518087,</a:t>
            </a:r>
          </a:p>
          <a:p>
            <a:r>
              <a:t>          "average_precision": 0.07570518902689519,</a:t>
            </a:r>
          </a:p>
          <a:p>
            <a:r>
              <a:t>          "balanced_accuracy": 0.49240924092409244,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157,</a:t>
            </a:r>
          </a:p>
          <a:p>
            <a:r>
              <a:t>              146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16,</a:t>
            </a:r>
          </a:p>
          <a:p>
            <a:r>
              <a:t>              14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0.14736842105263157,</a:t>
            </a:r>
          </a:p>
          <a:p>
            <a:r>
              <a:t>          "positive_count": 30,</a:t>
            </a:r>
          </a:p>
          <a:p>
            <a:r>
              <a:t>          "positive_rate": 0.09009009009009009,</a:t>
            </a:r>
          </a:p>
          <a:p>
            <a:r>
              <a:t>          "precision": 0.0875,</a:t>
            </a:r>
          </a:p>
          <a:p>
            <a:r>
              <a:t>          "recall": 0.4666666666666667,</a:t>
            </a:r>
          </a:p>
          <a:p>
            <a:r>
              <a:t>          "roc_auc": 0.4151815181518152,</a:t>
            </a:r>
          </a:p>
          <a:p>
            <a:r>
              <a:t>          "row_count": 333,</a:t>
            </a:r>
          </a:p>
          <a:p>
            <a:r>
              <a:t>          "threshold": 0.18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"Tasks/task-summaries/validate-refactored-model-per-dataset-20260927-134055/artifacts/cluster-run/inteldaos/results/model/words_20/NN/baseline/metrics.json",</a:t>
            </a:r>
          </a:p>
          <a:p>
            <a:r>
              <a:t>      "blob_sha1": "5a61ed067a213e5706763661f2fed71b3aa3c7e7",</a:t>
            </a:r>
          </a:p>
          <a:p>
            <a:r>
              <a:t>      "sha256": "271802710a02bb9577cb7188f18268be677f0df55f3f419ed9aecaaa4f123b0c",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0.8592814371257484,</a:t>
            </a:r>
          </a:p>
          <a:p>
            <a:r>
              <a:t>          "auc_prc": 0.07135153877966843,</a:t>
            </a:r>
          </a:p>
          <a:p>
            <a:r>
              <a:t>          "average_precision": 0.0785657431304356,</a:t>
            </a:r>
          </a:p>
          <a:p>
            <a:r>
              <a:t>          "balanced_accuracy": 0.5444347319347319,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283,</a:t>
            </a:r>
          </a:p>
          <a:p>
            <a:r>
              <a:t>              29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0.14545454545454545,</a:t>
            </a:r>
          </a:p>
          <a:p>
            <a:r>
              <a:t>          "positive_count": 22,</a:t>
            </a:r>
          </a:p>
          <a:p>
            <a:r>
              <a:t>          "positive_rate": 0.0658682634730539,</a:t>
            </a:r>
          </a:p>
          <a:p>
            <a:r>
              <a:t>          "precision": 0.12121212121212122,</a:t>
            </a:r>
          </a:p>
          <a:p>
            <a:r>
              <a:t>          "recall": 0.18181818181818182,</a:t>
            </a:r>
          </a:p>
          <a:p>
            <a:r>
              <a:t>          "roc_auc": 0.513986013986014,</a:t>
            </a:r>
          </a:p>
          <a:p>
            <a:r>
              <a:t>          "row_count": 334,</a:t>
            </a:r>
          </a:p>
          <a:p>
            <a:r>
              <a:t>          "threshold": 0.84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0.8528528528528528,</a:t>
            </a:r>
          </a:p>
          <a:p>
            <a:r>
              <a:t>          "auc_prc": 0.06370031081909015,</a:t>
            </a:r>
          </a:p>
          <a:p>
            <a:r>
              <a:t>          "average_precision": 0.06758724659668411,</a:t>
            </a:r>
          </a:p>
          <a:p>
            <a:r>
              <a:t>          "balanced_accuracy": 0.4986798679867987,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282,</a:t>
            </a:r>
          </a:p>
          <a:p>
            <a:r>
              <a:t>              21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0.07547169811320756,</a:t>
            </a:r>
          </a:p>
          <a:p>
            <a:r>
              <a:t>          "positive_count": 30,</a:t>
            </a:r>
          </a:p>
          <a:p>
            <a:r>
              <a:t>          "positive_rate": 0.09009009009009009,</a:t>
            </a:r>
          </a:p>
          <a:p>
            <a:r>
              <a:t>          "precision": 0.08695652173913043,</a:t>
            </a:r>
          </a:p>
          <a:p>
            <a:r>
              <a:t>          "recall": 0.06666666666666667,</a:t>
            </a:r>
          </a:p>
          <a:p>
            <a:r>
              <a:t>          "roc_auc": 0.3365236523652365,</a:t>
            </a:r>
          </a:p>
          <a:p>
            <a:r>
              <a:t>          "row_count": 333,</a:t>
            </a:r>
          </a:p>
          <a:p>
            <a:r>
              <a:t>          "threshold": 0.84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"Tasks/task-summaries/validate-refactored-model-per-dataset-20260927-134055/artifacts/cluster-run/inteldaos/results/model/words_20/NN/refactored/metrics.json",</a:t>
            </a:r>
          </a:p>
          <a:p>
            <a:r>
              <a:t>      "blob_sha1": "062823c4a444ca99e1d1296388ccb8fa6138be01",</a:t>
            </a:r>
          </a:p>
          <a:p>
            <a:r>
              <a:t>      "sha256": "d2046c4919db0ab2446c04fc7951a93adc28fc8e88fa124d3d5de2b6d91b7c9f",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0.8353293413173652,</a:t>
            </a:r>
          </a:p>
          <a:p>
            <a:r>
              <a:t>          "auc_prc": 0.08146593469588742,</a:t>
            </a:r>
          </a:p>
          <a:p>
            <a:r>
              <a:t>          "average_precision": 0.09863597346431938,</a:t>
            </a:r>
          </a:p>
          <a:p>
            <a:r>
              <a:t>          "balanced_accuracy": 0.5316142191142191,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275,</a:t>
            </a:r>
          </a:p>
          <a:p>
            <a:r>
              <a:t>              37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0.12698412698412698,</a:t>
            </a:r>
          </a:p>
          <a:p>
            <a:r>
              <a:t>          "positive_count": 22,</a:t>
            </a:r>
          </a:p>
          <a:p>
            <a:r>
              <a:t>          "positive_rate": 0.0658682634730539,</a:t>
            </a:r>
          </a:p>
          <a:p>
            <a:r>
              <a:t>          "precision": 0.0975609756097561,</a:t>
            </a:r>
          </a:p>
          <a:p>
            <a:r>
              <a:t>          "recall": 0.18181818181818182,</a:t>
            </a:r>
          </a:p>
          <a:p>
            <a:r>
              <a:t>          "roc_auc": 0.4965034965034965,</a:t>
            </a:r>
          </a:p>
          <a:p>
            <a:r>
              <a:t>          "row_count": 334,</a:t>
            </a:r>
          </a:p>
          <a:p>
            <a:r>
              <a:t>          "threshold": 0.94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0.8618618618618619,</a:t>
            </a:r>
          </a:p>
          <a:p>
            <a:r>
              <a:t>          "auc_prc": 0.061805527510505234,</a:t>
            </a:r>
          </a:p>
          <a:p>
            <a:r>
              <a:t>          "average_precision": 0.06670169565471466,</a:t>
            </a:r>
          </a:p>
          <a:p>
            <a:r>
              <a:t>          "balanced_accuracy": 0.4886138613861386,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286,</a:t>
            </a:r>
          </a:p>
          <a:p>
            <a:r>
              <a:t>              17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29,</a:t>
            </a:r>
          </a:p>
          <a:p>
            <a:r>
              <a:t>              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0.04166666666666667,</a:t>
            </a:r>
          </a:p>
          <a:p>
            <a:r>
              <a:t>          "positive_count": 30,</a:t>
            </a:r>
          </a:p>
          <a:p>
            <a:r>
              <a:t>          "positive_rate": 0.09009009009009009,</a:t>
            </a:r>
          </a:p>
          <a:p>
            <a:r>
              <a:t>          "precision": 0.05555555555555555,</a:t>
            </a:r>
          </a:p>
          <a:p>
            <a:r>
              <a:t>          "recall": 0.03333333333333333,</a:t>
            </a:r>
          </a:p>
          <a:p>
            <a:r>
              <a:t>          "roc_auc": 0.30627062706270625,</a:t>
            </a:r>
          </a:p>
          <a:p>
            <a:r>
              <a:t>          "row_count": 333,</a:t>
            </a:r>
          </a:p>
          <a:p>
            <a:r>
              <a:t>          "threshold": 0.94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"Tasks/task-summaries/validate-refactored-model-per-dataset-20260927-134055/artifacts/cluster-run/jira/results/model/words_5/RF/baseline/metrics.json",</a:t>
            </a:r>
          </a:p>
          <a:p>
            <a:r>
              <a:t>      "blob_sha1": "9b004ddfa866cccde6551355c91d14b617a97070",</a:t>
            </a:r>
          </a:p>
          <a:p>
            <a:r>
              <a:t>      "sha256": "403d7c23118cdeba16b668857ec219b6c4f7507ab321926377c2d9a1fba0f8ba",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0.47468354430379744,</a:t>
            </a:r>
          </a:p>
          <a:p>
            <a:r>
              <a:t>          "auc_prc": 0.5545352824417178,</a:t>
            </a:r>
          </a:p>
          <a:p>
            <a:r>
              <a:t>          "average_precision": 0.5588439538686221,</a:t>
            </a:r>
          </a:p>
          <a:p>
            <a:r>
              <a:t>          "balanced_accuracy": 0.48517324738114426,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91,</a:t>
            </a:r>
          </a:p>
          <a:p>
            <a:r>
              <a:t>              55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111,</a:t>
            </a:r>
          </a:p>
          <a:p>
            <a:r>
              <a:t>              59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0.4154929577464789,</a:t>
            </a:r>
          </a:p>
          <a:p>
            <a:r>
              <a:t>          "positive_count": 170,</a:t>
            </a:r>
          </a:p>
          <a:p>
            <a:r>
              <a:t>          "positive_rate": 0.5379746835443038,</a:t>
            </a:r>
          </a:p>
          <a:p>
            <a:r>
              <a:t>          "precision": 0.5175438596491229,</a:t>
            </a:r>
          </a:p>
          <a:p>
            <a:r>
              <a:t>          "recall": 0.34705882352941175,</a:t>
            </a:r>
          </a:p>
          <a:p>
            <a:r>
              <a:t>          "roc_auc": 0.6192989524576954,</a:t>
            </a:r>
          </a:p>
          <a:p>
            <a:r>
              <a:t>          "row_count": 316,</a:t>
            </a:r>
          </a:p>
          <a:p>
            <a:r>
              <a:t>          "threshold": 0.32999999999999996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0.7929936305732485,</a:t>
            </a:r>
          </a:p>
          <a:p>
            <a:r>
              <a:t>          "auc_prc": 0.8907205892741642,</a:t>
            </a:r>
          </a:p>
          <a:p>
            <a:r>
              <a:t>          "average_precision": 0.8910395421378593,</a:t>
            </a:r>
          </a:p>
          <a:p>
            <a:r>
              <a:t>          "balanced_accuracy": 0.7916396103896104,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138,</a:t>
            </a:r>
          </a:p>
          <a:p>
            <a:r>
              <a:t>              22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43,</a:t>
            </a:r>
          </a:p>
          <a:p>
            <a:r>
              <a:t>              111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0.7735191637630662,</a:t>
            </a:r>
          </a:p>
          <a:p>
            <a:r>
              <a:t>          "positive_count": 154,</a:t>
            </a:r>
          </a:p>
          <a:p>
            <a:r>
              <a:t>          "positive_rate": 0.49044585987261147,</a:t>
            </a:r>
          </a:p>
          <a:p>
            <a:r>
              <a:t>          "precision": 0.8345864661654135,</a:t>
            </a:r>
          </a:p>
          <a:p>
            <a:r>
              <a:t>          "recall": 0.7207792207792207,</a:t>
            </a:r>
          </a:p>
          <a:p>
            <a:r>
              <a:t>          "roc_auc": 0.8670454545454546,</a:t>
            </a:r>
          </a:p>
          <a:p>
            <a:r>
              <a:t>          "row_count": 314,</a:t>
            </a:r>
          </a:p>
          <a:p>
            <a:r>
              <a:t>          "threshold": 0.32999999999999996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"Tasks/task-summaries/validate-refactored-model-per-dataset-20260927-134055/artifacts/cluster-run/jira/results/model/words_5/RF/refactored/metrics.json",</a:t>
            </a:r>
          </a:p>
          <a:p>
            <a:r>
              <a:t>      "blob_sha1": "5d42572d5ef80dab26cb80766543d31f76c5c36d",</a:t>
            </a:r>
          </a:p>
          <a:p>
            <a:r>
              <a:t>      "sha256": "11b852a0322b47f7a0aeb28972780fe8afae3f1046ec27df3cbd096f9f0cac85",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0.6234177215189873,</a:t>
            </a:r>
          </a:p>
          <a:p>
            <a:r>
              <a:t>          "auc_prc": 0.5750859609311418,</a:t>
            </a:r>
          </a:p>
          <a:p>
            <a:r>
              <a:t>          "average_precision": 0.5799625533260699,</a:t>
            </a:r>
          </a:p>
          <a:p>
            <a:r>
              <a:t>          "balanced_accuracy": 0.622925060435133,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90,</a:t>
            </a:r>
          </a:p>
          <a:p>
            <a:r>
              <a:t>              56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63,</a:t>
            </a:r>
          </a:p>
          <a:p>
            <a:r>
              <a:t>              107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0.6426426426426426,</a:t>
            </a:r>
          </a:p>
          <a:p>
            <a:r>
              <a:t>          "positive_count": 170,</a:t>
            </a:r>
          </a:p>
          <a:p>
            <a:r>
              <a:t>          "positive_rate": 0.5379746835443038,</a:t>
            </a:r>
          </a:p>
          <a:p>
            <a:r>
              <a:t>          "precision": 0.656441717791411,</a:t>
            </a:r>
          </a:p>
          <a:p>
            <a:r>
              <a:t>          "recall": 0.6294117647058823,</a:t>
            </a:r>
          </a:p>
          <a:p>
            <a:r>
              <a:t>          "roc_auc": 0.6499597099113618,</a:t>
            </a:r>
          </a:p>
          <a:p>
            <a:r>
              <a:t>          "row_count": 316,</a:t>
            </a:r>
          </a:p>
          <a:p>
            <a:r>
              <a:t>          "threshold": 0.4499999999999999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0.8375796178343949,</a:t>
            </a:r>
          </a:p>
          <a:p>
            <a:r>
              <a:t>          "auc_prc": 0.9119188340214004,</a:t>
            </a:r>
          </a:p>
          <a:p>
            <a:r>
              <a:t>          "average_precision": 0.9121816423402784,</a:t>
            </a:r>
          </a:p>
          <a:p>
            <a:r>
              <a:t>          "balanced_accuracy": 0.8366071428571429,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142,</a:t>
            </a:r>
          </a:p>
          <a:p>
            <a:r>
              <a:t>              18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33,</a:t>
            </a:r>
          </a:p>
          <a:p>
            <a:r>
              <a:t>              121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0.825938566552901,</a:t>
            </a:r>
          </a:p>
          <a:p>
            <a:r>
              <a:t>          "positive_count": 154,</a:t>
            </a:r>
          </a:p>
          <a:p>
            <a:r>
              <a:t>          "positive_rate": 0.49044585987261147,</a:t>
            </a:r>
          </a:p>
          <a:p>
            <a:r>
              <a:t>          "precision": 0.8705035971223022,</a:t>
            </a:r>
          </a:p>
          <a:p>
            <a:r>
              <a:t>          "recall": 0.7857142857142857,</a:t>
            </a:r>
          </a:p>
          <a:p>
            <a:r>
              <a:t>          "roc_auc": 0.894237012987013,</a:t>
            </a:r>
          </a:p>
          <a:p>
            <a:r>
              <a:t>          "row_count": 314,</a:t>
            </a:r>
          </a:p>
          <a:p>
            <a:r>
              <a:t>          "threshold": 0.4499999999999999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"Tasks/task-summaries/validate-refactored-model-per-dataset-20260927-134055/artifacts/cluster-run/jira/results/model/words_5/XGboost/baseline/metrics.json",</a:t>
            </a:r>
          </a:p>
          <a:p>
            <a:r>
              <a:t>      "blob_sha1": "a747a30f15f15b6de3c37edba7babe5fd93e8a9c",</a:t>
            </a:r>
          </a:p>
          <a:p>
            <a:r>
              <a:t>      "sha256": "5ecd03eba15420f44cc7030ed6104ab33f55b17c12a08017068774373bccc005",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0.6772151898734177,</a:t>
            </a:r>
          </a:p>
          <a:p>
            <a:r>
              <a:t>          "auc_prc": 0.5672912433826084,</a:t>
            </a:r>
          </a:p>
          <a:p>
            <a:r>
              <a:t>          "average_precision": 0.5716186756295258,</a:t>
            </a:r>
          </a:p>
          <a:p>
            <a:r>
              <a:t>          "balanced_accuracy": 0.6714746172441579,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87,</a:t>
            </a:r>
          </a:p>
          <a:p>
            <a:r>
              <a:t>              59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43,</a:t>
            </a:r>
          </a:p>
          <a:p>
            <a:r>
              <a:t>              127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0.7134831460674157,</a:t>
            </a:r>
          </a:p>
          <a:p>
            <a:r>
              <a:t>          "positive_count": 170,</a:t>
            </a:r>
          </a:p>
          <a:p>
            <a:r>
              <a:t>          "positive_rate": 0.5379746835443038,</a:t>
            </a:r>
          </a:p>
          <a:p>
            <a:r>
              <a:t>          "precision": 0.6827956989247311,</a:t>
            </a:r>
          </a:p>
          <a:p>
            <a:r>
              <a:t>          "recall": 0.7470588235294118,</a:t>
            </a:r>
          </a:p>
          <a:p>
            <a:r>
              <a:t>          "roc_auc": 0.6344480257856567,</a:t>
            </a:r>
          </a:p>
          <a:p>
            <a:r>
              <a:t>          "row_count": 316,</a:t>
            </a:r>
          </a:p>
          <a:p>
            <a:r>
              <a:t>          "threshold": 0.15999999999999998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0.7929936305732485,</a:t>
            </a:r>
          </a:p>
          <a:p>
            <a:r>
              <a:t>          "auc_prc": 0.8977188624787695,</a:t>
            </a:r>
          </a:p>
          <a:p>
            <a:r>
              <a:t>          "average_precision": 0.897960879204863,</a:t>
            </a:r>
          </a:p>
          <a:p>
            <a:r>
              <a:t>          "balanced_accuracy": 0.793952922077922,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119,</a:t>
            </a:r>
          </a:p>
          <a:p>
            <a:r>
              <a:t>              41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24,</a:t>
            </a:r>
          </a:p>
          <a:p>
            <a:r>
              <a:t>              130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0.7999999999999999,</a:t>
            </a:r>
          </a:p>
          <a:p>
            <a:r>
              <a:t>          "positive_count": 154,</a:t>
            </a:r>
          </a:p>
          <a:p>
            <a:r>
              <a:t>          "positive_rate": 0.49044585987261147,</a:t>
            </a:r>
          </a:p>
          <a:p>
            <a:r>
              <a:t>          "precision": 0.7602339181286549,</a:t>
            </a:r>
          </a:p>
          <a:p>
            <a:r>
              <a:t>          "recall": 0.8441558441558441,</a:t>
            </a:r>
          </a:p>
          <a:p>
            <a:r>
              <a:t>          "roc_auc": 0.8778003246753247,</a:t>
            </a:r>
          </a:p>
          <a:p>
            <a:r>
              <a:t>          "row_count": 314,</a:t>
            </a:r>
          </a:p>
          <a:p>
            <a:r>
              <a:t>          "threshold": 0.15999999999999998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"Tasks/task-summaries/validate-refactored-model-per-dataset-20260927-134055/artifacts/cluster-run/jira/results/model/words_5/XGboost/refactored/metrics.json",</a:t>
            </a:r>
          </a:p>
          <a:p>
            <a:r>
              <a:t>      "blob_sha1": "45a2517b7d093936ffc7a76f5f084e09f270d15d",</a:t>
            </a:r>
          </a:p>
          <a:p>
            <a:r>
              <a:t>      "sha256": "be6e8b351aa23f3112f21b0224f454702a670caa6f5c36857c344665a2d69f29",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0.6613924050632911,</a:t>
            </a:r>
          </a:p>
          <a:p>
            <a:r>
              <a:t>          "auc_prc": 0.5753418831841499,</a:t>
            </a:r>
          </a:p>
          <a:p>
            <a:r>
              <a:t>          "average_precision": 0.5790822636139572,</a:t>
            </a:r>
          </a:p>
          <a:p>
            <a:r>
              <a:t>          "balanced_accuracy": 0.657252215954875,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88,</a:t>
            </a:r>
          </a:p>
          <a:p>
            <a:r>
              <a:t>              58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49,</a:t>
            </a:r>
          </a:p>
          <a:p>
            <a:r>
              <a:t>              121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0.6934097421203439,</a:t>
            </a:r>
          </a:p>
          <a:p>
            <a:r>
              <a:t>          "positive_count": 170,</a:t>
            </a:r>
          </a:p>
          <a:p>
            <a:r>
              <a:t>          "positive_rate": 0.5379746835443038,</a:t>
            </a:r>
          </a:p>
          <a:p>
            <a:r>
              <a:t>          "precision": 0.6759776536312849,</a:t>
            </a:r>
          </a:p>
          <a:p>
            <a:r>
              <a:t>          "recall": 0.711764705882353,</a:t>
            </a:r>
          </a:p>
          <a:p>
            <a:r>
              <a:t>          "roc_auc": 0.6402095084609186,</a:t>
            </a:r>
          </a:p>
          <a:p>
            <a:r>
              <a:t>          "row_count": 316,</a:t>
            </a:r>
          </a:p>
          <a:p>
            <a:r>
              <a:t>          "threshold": 0.3499999999999999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0.8471337579617835,</a:t>
            </a:r>
          </a:p>
          <a:p>
            <a:r>
              <a:t>          "auc_prc": 0.9235899542066995,</a:t>
            </a:r>
          </a:p>
          <a:p>
            <a:r>
              <a:t>          "average_precision": 0.9237801540784717,</a:t>
            </a:r>
          </a:p>
          <a:p>
            <a:r>
              <a:t>          "balanced_accuracy": 0.8469561688311689,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137,</a:t>
            </a:r>
          </a:p>
          <a:p>
            <a:r>
              <a:t>              23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25,</a:t>
            </a:r>
          </a:p>
          <a:p>
            <a:r>
              <a:t>              129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0.8431372549019608,</a:t>
            </a:r>
          </a:p>
          <a:p>
            <a:r>
              <a:t>          "positive_count": 154,</a:t>
            </a:r>
          </a:p>
          <a:p>
            <a:r>
              <a:t>          "positive_rate": 0.49044585987261147,</a:t>
            </a:r>
          </a:p>
          <a:p>
            <a:r>
              <a:t>          "precision": 0.8486842105263158,</a:t>
            </a:r>
          </a:p>
          <a:p>
            <a:r>
              <a:t>          "recall": 0.8376623376623377,</a:t>
            </a:r>
          </a:p>
          <a:p>
            <a:r>
              <a:t>          "roc_auc": 0.907224025974026,</a:t>
            </a:r>
          </a:p>
          <a:p>
            <a:r>
              <a:t>          "row_count": 314,</a:t>
            </a:r>
          </a:p>
          <a:p>
            <a:r>
              <a:t>          "threshold": 0.3499999999999999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"Tasks/task-summaries/validate-refactored-model-per-dataset-20260927-134055/artifacts/cluster-run/jira/results/model/words_5/NN/baseline/metrics.json",</a:t>
            </a:r>
          </a:p>
          <a:p>
            <a:r>
              <a:t>      "blob_sha1": "86ee17f78d6db3ebcd2eb9f78b7ee69c2225391b",</a:t>
            </a:r>
          </a:p>
          <a:p>
            <a:r>
              <a:t>      "sha256": "f31be4234198fc2e1d892926b6336e412298d6edc60c451cfb2dab0e5a234964",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0.5727848101265823,</a:t>
            </a:r>
          </a:p>
          <a:p>
            <a:r>
              <a:t>          "auc_prc": 0.5794077935530147,</a:t>
            </a:r>
          </a:p>
          <a:p>
            <a:r>
              <a:t>          "average_precision": 0.582989784273221,</a:t>
            </a:r>
          </a:p>
          <a:p>
            <a:r>
              <a:t>          "balanced_accuracy": 0.5807010475423046,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100,</a:t>
            </a:r>
          </a:p>
          <a:p>
            <a:r>
              <a:t>              46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89,</a:t>
            </a:r>
          </a:p>
          <a:p>
            <a:r>
              <a:t>              81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0.5454545454545454,</a:t>
            </a:r>
          </a:p>
          <a:p>
            <a:r>
              <a:t>          "positive_count": 170,</a:t>
            </a:r>
          </a:p>
          <a:p>
            <a:r>
              <a:t>          "positive_rate": 0.5379746835443038,</a:t>
            </a:r>
          </a:p>
          <a:p>
            <a:r>
              <a:t>          "precision": 0.6377952755905512,</a:t>
            </a:r>
          </a:p>
          <a:p>
            <a:r>
              <a:t>          "recall": 0.4764705882352941,</a:t>
            </a:r>
          </a:p>
          <a:p>
            <a:r>
              <a:t>          "roc_auc": 0.6182111200644641,</a:t>
            </a:r>
          </a:p>
          <a:p>
            <a:r>
              <a:t>          "row_count": 316,</a:t>
            </a:r>
          </a:p>
          <a:p>
            <a:r>
              <a:t>          "threshold": 0.4099999999999999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0.8280254777070064,</a:t>
            </a:r>
          </a:p>
          <a:p>
            <a:r>
              <a:t>          "auc_prc": 0.9070706162802119,</a:t>
            </a:r>
          </a:p>
          <a:p>
            <a:r>
              <a:t>          "average_precision": 0.9073462215016119,</a:t>
            </a:r>
          </a:p>
          <a:p>
            <a:r>
              <a:t>          "balanced_accuracy": 0.8268668831168831,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142,</a:t>
            </a:r>
          </a:p>
          <a:p>
            <a:r>
              <a:t>              18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36,</a:t>
            </a:r>
          </a:p>
          <a:p>
            <a:r>
              <a:t>              118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0.8137931034482758,</a:t>
            </a:r>
          </a:p>
          <a:p>
            <a:r>
              <a:t>          "positive_count": 154,</a:t>
            </a:r>
          </a:p>
          <a:p>
            <a:r>
              <a:t>          "positive_rate": 0.49044585987261147,</a:t>
            </a:r>
          </a:p>
          <a:p>
            <a:r>
              <a:t>          "precision": 0.8676470588235294,</a:t>
            </a:r>
          </a:p>
          <a:p>
            <a:r>
              <a:t>          "recall": 0.7662337662337663,</a:t>
            </a:r>
          </a:p>
          <a:p>
            <a:r>
              <a:t>          "roc_auc": 0.8858360389610389,</a:t>
            </a:r>
          </a:p>
          <a:p>
            <a:r>
              <a:t>          "row_count": 314,</a:t>
            </a:r>
          </a:p>
          <a:p>
            <a:r>
              <a:t>          "threshold": 0.4099999999999999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"Tasks/task-summaries/validate-refactored-model-per-dataset-20260927-134055/artifacts/cluster-run/jira/results/model/words_5/NN/refactored/metrics.json",</a:t>
            </a:r>
          </a:p>
          <a:p>
            <a:r>
              <a:t>      "blob_sha1": "8ca7b1e7163da9e46fec3a01351ff73c5897ba29",</a:t>
            </a:r>
          </a:p>
          <a:p>
            <a:r>
              <a:t>      "sha256": "a97052648a43ad6d9be1b379d9b431cfea89e1cf4634aea5dd1881ee92274cae",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0.6139240506329114,</a:t>
            </a:r>
          </a:p>
          <a:p>
            <a:r>
              <a:t>          "auc_prc": 0.5816971080657576,</a:t>
            </a:r>
          </a:p>
          <a:p>
            <a:r>
              <a:t>          "average_precision": 0.5852938338755023,</a:t>
            </a:r>
          </a:p>
          <a:p>
            <a:r>
              <a:t>          "balanced_accuracy": 0.6087832393231265,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79,</a:t>
            </a:r>
          </a:p>
          <a:p>
            <a:r>
              <a:t>              67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55,</a:t>
            </a:r>
          </a:p>
          <a:p>
            <a:r>
              <a:t>              115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0.6534090909090909,</a:t>
            </a:r>
          </a:p>
          <a:p>
            <a:r>
              <a:t>          "positive_count": 170,</a:t>
            </a:r>
          </a:p>
          <a:p>
            <a:r>
              <a:t>          "positive_rate": 0.5379746835443038,</a:t>
            </a:r>
          </a:p>
          <a:p>
            <a:r>
              <a:t>          "precision": 0.6318681318681318,</a:t>
            </a:r>
          </a:p>
          <a:p>
            <a:r>
              <a:t>          "recall": 0.6764705882352942,</a:t>
            </a:r>
          </a:p>
          <a:p>
            <a:r>
              <a:t>          "roc_auc": 0.6118855761482676,</a:t>
            </a:r>
          </a:p>
          <a:p>
            <a:r>
              <a:t>          "row_count": 316,</a:t>
            </a:r>
          </a:p>
          <a:p>
            <a:r>
              <a:t>          "threshold": 0.06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0.7898089171974523,</a:t>
            </a:r>
          </a:p>
          <a:p>
            <a:r>
              <a:t>          "auc_prc": 0.9000547166158699,</a:t>
            </a:r>
          </a:p>
          <a:p>
            <a:r>
              <a:t>          "average_precision": 0.9003306202027666,</a:t>
            </a:r>
          </a:p>
          <a:p>
            <a:r>
              <a:t>          "balanced_accuracy": 0.790340909090909,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122,</a:t>
            </a:r>
          </a:p>
          <a:p>
            <a:r>
              <a:t>              38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126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0.7924528301886793,</a:t>
            </a:r>
          </a:p>
          <a:p>
            <a:r>
              <a:t>          "positive_count": 154,</a:t>
            </a:r>
          </a:p>
          <a:p>
            <a:r>
              <a:t>          "positive_rate": 0.49044585987261147,</a:t>
            </a:r>
          </a:p>
          <a:p>
            <a:r>
              <a:t>          "precision": 0.7682926829268293,</a:t>
            </a:r>
          </a:p>
          <a:p>
            <a:r>
              <a:t>          "recall": 0.8181818181818182,</a:t>
            </a:r>
          </a:p>
          <a:p>
            <a:r>
              <a:t>          "roc_auc": 0.8744318181818181,</a:t>
            </a:r>
          </a:p>
          <a:p>
            <a:r>
              <a:t>          "row_count": 314,</a:t>
            </a:r>
          </a:p>
          <a:p>
            <a:r>
              <a:t>          "threshold": 0.06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"Tasks/task-summaries/validate-refactored-model-per-dataset-20260927-134055/artifacts/cluster-run/jira/results/model/words_10/RF/baseline/metrics.json",</a:t>
            </a:r>
          </a:p>
          <a:p>
            <a:r>
              <a:t>      "blob_sha1": "31283c887c46d349dc89c2a61d424f9b03574cad",</a:t>
            </a:r>
          </a:p>
          <a:p>
            <a:r>
              <a:t>      "sha256": "f056145a31efc6b0eb8635594db2a5f3b6268789d1d575f9f53de15f908866c2",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0.48417721518987344,</a:t>
            </a:r>
          </a:p>
          <a:p>
            <a:r>
              <a:t>          "auc_prc": 0.5562596889948788,</a:t>
            </a:r>
          </a:p>
          <a:p>
            <a:r>
              <a:t>          "average_precision": 0.5607915287724665,</a:t>
            </a:r>
          </a:p>
          <a:p>
            <a:r>
              <a:t>          "balanced_accuracy": 0.49245827984595636,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108,</a:t>
            </a:r>
          </a:p>
          <a:p>
            <a:r>
              <a:t>              44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119,</a:t>
            </a:r>
          </a:p>
          <a:p>
            <a:r>
              <a:t>              45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0.3557312252964427,</a:t>
            </a:r>
          </a:p>
          <a:p>
            <a:r>
              <a:t>          "positive_count": 164,</a:t>
            </a:r>
          </a:p>
          <a:p>
            <a:r>
              <a:t>          "positive_rate": 0.5189873417721519,</a:t>
            </a:r>
          </a:p>
          <a:p>
            <a:r>
              <a:t>          "precision": 0.5056179775280899,</a:t>
            </a:r>
          </a:p>
          <a:p>
            <a:r>
              <a:t>          "recall": 0.27439024390243905,</a:t>
            </a:r>
          </a:p>
          <a:p>
            <a:r>
              <a:t>          "roc_auc": 0.646461810012837,</a:t>
            </a:r>
          </a:p>
          <a:p>
            <a:r>
              <a:t>          "row_count": 316,</a:t>
            </a:r>
          </a:p>
          <a:p>
            <a:r>
              <a:t>          "threshold": 0.4099999999999999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0.8152866242038217,</a:t>
            </a:r>
          </a:p>
          <a:p>
            <a:r>
              <a:t>          "auc_prc": 0.8958107778317119,</a:t>
            </a:r>
          </a:p>
          <a:p>
            <a:r>
              <a:t>          "average_precision": 0.8961056024856017,</a:t>
            </a:r>
          </a:p>
          <a:p>
            <a:r>
              <a:t>          "balanced_accuracy": 0.8106319038336582,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155,</a:t>
            </a:r>
          </a:p>
          <a:p>
            <a:r>
              <a:t>              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51,</a:t>
            </a:r>
          </a:p>
          <a:p>
            <a:r>
              <a:t>              101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0.7769230769230768,</a:t>
            </a:r>
          </a:p>
          <a:p>
            <a:r>
              <a:t>          "positive_count": 152,</a:t>
            </a:r>
          </a:p>
          <a:p>
            <a:r>
              <a:t>          "positive_rate": 0.4840764331210191,</a:t>
            </a:r>
          </a:p>
          <a:p>
            <a:r>
              <a:t>          "precision": 0.9351851851851852,</a:t>
            </a:r>
          </a:p>
          <a:p>
            <a:r>
              <a:t>          "recall": 0.6644736842105263,</a:t>
            </a:r>
          </a:p>
          <a:p>
            <a:r>
              <a:t>          "roc_auc": 0.8749187784275504,</a:t>
            </a:r>
          </a:p>
          <a:p>
            <a:r>
              <a:t>          "row_count": 314,</a:t>
            </a:r>
          </a:p>
          <a:p>
            <a:r>
              <a:t>          "threshold": 0.4099999999999999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"Tasks/task-summaries/validate-refactored-model-per-dataset-20260927-134055/artifacts/cluster-run/jira/results/model/words_10/RF/refactored/metrics.json",</a:t>
            </a:r>
          </a:p>
          <a:p>
            <a:r>
              <a:t>      "blob_sha1": "5ba139d47c2fea4ce68b62e0853f1cb61f391eb6",</a:t>
            </a:r>
          </a:p>
          <a:p>
            <a:r>
              <a:t>      "sha256": "dd3e91fe053bd1786ddbc284562bf0f4caf501ddd91d0139226a3f10839bdbc1",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0.6487341772151899,</a:t>
            </a:r>
          </a:p>
          <a:p>
            <a:r>
              <a:t>          "auc_prc": 0.5556630811049026,</a:t>
            </a:r>
          </a:p>
          <a:p>
            <a:r>
              <a:t>          "average_precision": 0.5598468839662158,</a:t>
            </a:r>
          </a:p>
          <a:p>
            <a:r>
              <a:t>          "balanced_accuracy": 0.6469030808729139,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91,</a:t>
            </a:r>
          </a:p>
          <a:p>
            <a:r>
              <a:t>              61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50,</a:t>
            </a:r>
          </a:p>
          <a:p>
            <a:r>
              <a:t>              114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0.672566371681416,</a:t>
            </a:r>
          </a:p>
          <a:p>
            <a:r>
              <a:t>          "positive_count": 164,</a:t>
            </a:r>
          </a:p>
          <a:p>
            <a:r>
              <a:t>          "positive_rate": 0.5189873417721519,</a:t>
            </a:r>
          </a:p>
          <a:p>
            <a:r>
              <a:t>          "precision": 0.6514285714285715,</a:t>
            </a:r>
          </a:p>
          <a:p>
            <a:r>
              <a:t>          "recall": 0.6951219512195121,</a:t>
            </a:r>
          </a:p>
          <a:p>
            <a:r>
              <a:t>          "roc_auc": 0.6507942875481386,</a:t>
            </a:r>
          </a:p>
          <a:p>
            <a:r>
              <a:t>          "row_count": 316,</a:t>
            </a:r>
          </a:p>
          <a:p>
            <a:r>
              <a:t>          "threshold": 0.3999999999999999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0.8089171974522293,</a:t>
            </a:r>
          </a:p>
          <a:p>
            <a:r>
              <a:t>          "auc_prc": 0.8991599719135432,</a:t>
            </a:r>
          </a:p>
          <a:p>
            <a:r>
              <a:t>          "average_precision": 0.8994610348261993,</a:t>
            </a:r>
          </a:p>
          <a:p>
            <a:r>
              <a:t>          "balanced_accuracy": 0.8089262508122157,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131,</a:t>
            </a:r>
          </a:p>
          <a:p>
            <a:r>
              <a:t>              31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29,</a:t>
            </a:r>
          </a:p>
          <a:p>
            <a:r>
              <a:t>              123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0.803921568627451,</a:t>
            </a:r>
          </a:p>
          <a:p>
            <a:r>
              <a:t>          "positive_count": 152,</a:t>
            </a:r>
          </a:p>
          <a:p>
            <a:r>
              <a:t>          "positive_rate": 0.4840764331210191,</a:t>
            </a:r>
          </a:p>
          <a:p>
            <a:r>
              <a:t>          "precision": 0.7987012987012987,</a:t>
            </a:r>
          </a:p>
          <a:p>
            <a:r>
              <a:t>          "recall": 0.8092105263157895,</a:t>
            </a:r>
          </a:p>
          <a:p>
            <a:r>
              <a:t>          "roc_auc": 0.8808073424301495,</a:t>
            </a:r>
          </a:p>
          <a:p>
            <a:r>
              <a:t>          "row_count": 314,</a:t>
            </a:r>
          </a:p>
          <a:p>
            <a:r>
              <a:t>          "threshold": 0.3999999999999999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"Tasks/task-summaries/validate-refactored-model-per-dataset-20260927-134055/artifacts/cluster-run/jira/results/model/words_10/XGboost/baseline/metrics.json",</a:t>
            </a:r>
          </a:p>
          <a:p>
            <a:r>
              <a:t>      "blob_sha1": "b5a6510d24ba0402687e4df9584dd7b9a135b7ed",</a:t>
            </a:r>
          </a:p>
          <a:p>
            <a:r>
              <a:t>      "sha256": "197f9a493dce2a68e80655237c7ff6e2c3dacc0c359c2b6f855c7d38cfd72963",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0.5569620253164557,</a:t>
            </a:r>
          </a:p>
          <a:p>
            <a:r>
              <a:t>          "auc_prc": 0.541289104656868,</a:t>
            </a:r>
          </a:p>
          <a:p>
            <a:r>
              <a:t>          "average_precision": 0.545704766494155,</a:t>
            </a:r>
          </a:p>
          <a:p>
            <a:r>
              <a:t>          "balanced_accuracy": 0.5584884467265725,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91,</a:t>
            </a:r>
          </a:p>
          <a:p>
            <a:r>
              <a:t>              61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79,</a:t>
            </a:r>
          </a:p>
          <a:p>
            <a:r>
              <a:t>              85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0.5483870967741935,</a:t>
            </a:r>
          </a:p>
          <a:p>
            <a:r>
              <a:t>          "positive_count": 164,</a:t>
            </a:r>
          </a:p>
          <a:p>
            <a:r>
              <a:t>          "positive_rate": 0.5189873417721519,</a:t>
            </a:r>
          </a:p>
          <a:p>
            <a:r>
              <a:t>          "precision": 0.5821917808219178,</a:t>
            </a:r>
          </a:p>
          <a:p>
            <a:r>
              <a:t>          "recall": 0.5182926829268293,</a:t>
            </a:r>
          </a:p>
          <a:p>
            <a:r>
              <a:t>          "roc_auc": 0.6161344672657253,</a:t>
            </a:r>
          </a:p>
          <a:p>
            <a:r>
              <a:t>          "row_count": 316,</a:t>
            </a:r>
          </a:p>
          <a:p>
            <a:r>
              <a:t>          "threshold": 0.09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0.7738853503184714,</a:t>
            </a:r>
          </a:p>
          <a:p>
            <a:r>
              <a:t>          "auc_prc": 0.8871142637216715,</a:t>
            </a:r>
          </a:p>
          <a:p>
            <a:r>
              <a:t>          "average_precision": 0.8874595953660047,</a:t>
            </a:r>
          </a:p>
          <a:p>
            <a:r>
              <a:t>          "balanced_accuracy": 0.7749756335282652,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120,</a:t>
            </a:r>
          </a:p>
          <a:p>
            <a:r>
              <a:t>              42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29,</a:t>
            </a:r>
          </a:p>
          <a:p>
            <a:r>
              <a:t>              123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0.7760252365930599,</a:t>
            </a:r>
          </a:p>
          <a:p>
            <a:r>
              <a:t>          "positive_count": 152,</a:t>
            </a:r>
          </a:p>
          <a:p>
            <a:r>
              <a:t>          "positive_rate": 0.4840764331210191,</a:t>
            </a:r>
          </a:p>
          <a:p>
            <a:r>
              <a:t>          "precision": 0.7454545454545455,</a:t>
            </a:r>
          </a:p>
          <a:p>
            <a:r>
              <a:t>          "recall": 0.8092105263157895,</a:t>
            </a:r>
          </a:p>
          <a:p>
            <a:r>
              <a:t>          "roc_auc": 0.8648879142300195,</a:t>
            </a:r>
          </a:p>
          <a:p>
            <a:r>
              <a:t>          "row_count": 314,</a:t>
            </a:r>
          </a:p>
          <a:p>
            <a:r>
              <a:t>          "threshold": 0.09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"Tasks/task-summaries/validate-refactored-model-per-dataset-20260927-134055/artifacts/cluster-run/jira/results/model/words_10/XGboost/refactored/metrics.json",</a:t>
            </a:r>
          </a:p>
          <a:p>
            <a:r>
              <a:t>      "blob_sha1": "72dcc95b5b2cc382682eb5cc948604e937a5d74e",</a:t>
            </a:r>
          </a:p>
          <a:p>
            <a:r>
              <a:t>      "sha256": "a6a9a9b963d253a4a76550da47d45f8929366118a7f270b69a9d20fe1313f057",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0.7436708860759493,</a:t>
            </a:r>
          </a:p>
          <a:p>
            <a:r>
              <a:t>          "auc_prc": 0.5661166448407884,</a:t>
            </a:r>
          </a:p>
          <a:p>
            <a:r>
              <a:t>          "average_precision": 0.5759045306249805,</a:t>
            </a:r>
          </a:p>
          <a:p>
            <a:r>
              <a:t>          "balanced_accuracy": 0.7383664955070603,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91,</a:t>
            </a:r>
          </a:p>
          <a:p>
            <a:r>
              <a:t>              61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20,</a:t>
            </a:r>
          </a:p>
          <a:p>
            <a:r>
              <a:t>              144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0.7804878048780488,</a:t>
            </a:r>
          </a:p>
          <a:p>
            <a:r>
              <a:t>          "positive_count": 164,</a:t>
            </a:r>
          </a:p>
          <a:p>
            <a:r>
              <a:t>          "positive_rate": 0.5189873417721519,</a:t>
            </a:r>
          </a:p>
          <a:p>
            <a:r>
              <a:t>          "precision": 0.7024390243902439,</a:t>
            </a:r>
          </a:p>
          <a:p>
            <a:r>
              <a:t>          "recall": 0.8780487804878049,</a:t>
            </a:r>
          </a:p>
          <a:p>
            <a:r>
              <a:t>          "roc_auc": 0.6604621309370988,</a:t>
            </a:r>
          </a:p>
          <a:p>
            <a:r>
              <a:t>          "row_count": 316,</a:t>
            </a:r>
          </a:p>
          <a:p>
            <a:r>
              <a:t>          "threshold": 0.31999999999999995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0.8694267515923567,</a:t>
            </a:r>
          </a:p>
          <a:p>
            <a:r>
              <a:t>          "auc_prc": 0.9258057267313121,</a:t>
            </a:r>
          </a:p>
          <a:p>
            <a:r>
              <a:t>          "average_precision": 0.9260769786502197,</a:t>
            </a:r>
          </a:p>
          <a:p>
            <a:r>
              <a:t>          "balanced_accuracy": 0.8710201429499675,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133,</a:t>
            </a:r>
          </a:p>
          <a:p>
            <a:r>
              <a:t>              29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12,</a:t>
            </a:r>
          </a:p>
          <a:p>
            <a:r>
              <a:t>              140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0.8722741433021807,</a:t>
            </a:r>
          </a:p>
          <a:p>
            <a:r>
              <a:t>          "positive_count": 152,</a:t>
            </a:r>
          </a:p>
          <a:p>
            <a:r>
              <a:t>          "positive_rate": 0.4840764331210191,</a:t>
            </a:r>
          </a:p>
          <a:p>
            <a:r>
              <a:t>          "precision": 0.8284023668639053,</a:t>
            </a:r>
          </a:p>
          <a:p>
            <a:r>
              <a:t>          "recall": 0.9210526315789473,</a:t>
            </a:r>
          </a:p>
          <a:p>
            <a:r>
              <a:t>          "roc_auc": 0.9151234567901234,</a:t>
            </a:r>
          </a:p>
          <a:p>
            <a:r>
              <a:t>          "row_count": 314,</a:t>
            </a:r>
          </a:p>
          <a:p>
            <a:r>
              <a:t>          "threshold": 0.31999999999999995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"Tasks/task-summaries/validate-refactored-model-per-dataset-20260927-134055/artifacts/cluster-run/jira/results/model/words_10/NN/baseline/metrics.json",</a:t>
            </a:r>
          </a:p>
          <a:p>
            <a:r>
              <a:t>      "blob_sha1": "c52c32db46265b44ce2373548e02082e8faf7f8e",</a:t>
            </a:r>
          </a:p>
          <a:p>
            <a:r>
              <a:t>      "sha256": "875f968c1f92d79dac7ae795870696c11ae6af5d1c12ff2beec2f8f8cc249fa4",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0.6487341772151899,</a:t>
            </a:r>
          </a:p>
          <a:p>
            <a:r>
              <a:t>          "auc_prc": 0.5889108722863673,</a:t>
            </a:r>
          </a:p>
          <a:p>
            <a:r>
              <a:t>          "average_precision": 0.592620902011702,</a:t>
            </a:r>
          </a:p>
          <a:p>
            <a:r>
              <a:t>          "balanced_accuracy": 0.6483472400513479,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97,</a:t>
            </a:r>
          </a:p>
          <a:p>
            <a:r>
              <a:t>              55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56,</a:t>
            </a:r>
          </a:p>
          <a:p>
            <a:r>
              <a:t>              108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0.6605504587155964,</a:t>
            </a:r>
          </a:p>
          <a:p>
            <a:r>
              <a:t>          "positive_count": 164,</a:t>
            </a:r>
          </a:p>
          <a:p>
            <a:r>
              <a:t>          "positive_rate": 0.5189873417721519,</a:t>
            </a:r>
          </a:p>
          <a:p>
            <a:r>
              <a:t>          "precision": 0.6625766871165644,</a:t>
            </a:r>
          </a:p>
          <a:p>
            <a:r>
              <a:t>          "recall": 0.6585365853658537,</a:t>
            </a:r>
          </a:p>
          <a:p>
            <a:r>
              <a:t>          "roc_auc": 0.6678433889602053,</a:t>
            </a:r>
          </a:p>
          <a:p>
            <a:r>
              <a:t>          "row_count": 316,</a:t>
            </a:r>
          </a:p>
          <a:p>
            <a:r>
              <a:t>          "threshold": 0.25999999999999995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0.8662420382165605,</a:t>
            </a:r>
          </a:p>
          <a:p>
            <a:r>
              <a:t>          "auc_prc": 0.9227392689131598,</a:t>
            </a:r>
          </a:p>
          <a:p>
            <a:r>
              <a:t>          "average_precision": 0.9229712794598512,</a:t>
            </a:r>
          </a:p>
          <a:p>
            <a:r>
              <a:t>          "balanced_accuracy": 0.8648879142300194,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147,</a:t>
            </a:r>
          </a:p>
          <a:p>
            <a:r>
              <a:t>              15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27,</a:t>
            </a:r>
          </a:p>
          <a:p>
            <a:r>
              <a:t>              125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0.8561643835616439,</a:t>
            </a:r>
          </a:p>
          <a:p>
            <a:r>
              <a:t>          "positive_count": 152,</a:t>
            </a:r>
          </a:p>
          <a:p>
            <a:r>
              <a:t>          "positive_rate": 0.4840764331210191,</a:t>
            </a:r>
          </a:p>
          <a:p>
            <a:r>
              <a:t>          "precision": 0.8928571428571429,</a:t>
            </a:r>
          </a:p>
          <a:p>
            <a:r>
              <a:t>          "recall": 0.8223684210526315,</a:t>
            </a:r>
          </a:p>
          <a:p>
            <a:r>
              <a:t>          "roc_auc": 0.9069606887589343,</a:t>
            </a:r>
          </a:p>
          <a:p>
            <a:r>
              <a:t>          "row_count": 314,</a:t>
            </a:r>
          </a:p>
          <a:p>
            <a:r>
              <a:t>          "threshold": 0.25999999999999995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"Tasks/task-summaries/validate-refactored-model-per-dataset-20260927-134055/artifacts/cluster-run/jira/results/model/words_10/NN/refactored/metrics.json",</a:t>
            </a:r>
          </a:p>
          <a:p>
            <a:r>
              <a:t>      "blob_sha1": "b24526c148a31c98ffc99ff58c45c1ba900a0619",</a:t>
            </a:r>
          </a:p>
          <a:p>
            <a:r>
              <a:t>      "sha256": "a3a583e130dbe4313f5f6a5df5da7cdb552950a94218399a781f08e48ef83e07",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0.6107594936708861,</a:t>
            </a:r>
          </a:p>
          <a:p>
            <a:r>
              <a:t>          "auc_prc": 0.6035949461196317,</a:t>
            </a:r>
          </a:p>
          <a:p>
            <a:r>
              <a:t>          "average_precision": 0.6072351544996657,</a:t>
            </a:r>
          </a:p>
          <a:p>
            <a:r>
              <a:t>          "balanced_accuracy": 0.6122432605905006,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99,</a:t>
            </a:r>
          </a:p>
          <a:p>
            <a:r>
              <a:t>              53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70,</a:t>
            </a:r>
          </a:p>
          <a:p>
            <a:r>
              <a:t>              94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0.6045016077170419,</a:t>
            </a:r>
          </a:p>
          <a:p>
            <a:r>
              <a:t>          "positive_count": 164,</a:t>
            </a:r>
          </a:p>
          <a:p>
            <a:r>
              <a:t>          "positive_rate": 0.5189873417721519,</a:t>
            </a:r>
          </a:p>
          <a:p>
            <a:r>
              <a:t>          "precision": 0.6394557823129252,</a:t>
            </a:r>
          </a:p>
          <a:p>
            <a:r>
              <a:t>          "recall": 0.573170731707317,</a:t>
            </a:r>
          </a:p>
          <a:p>
            <a:r>
              <a:t>          "roc_auc": 0.6732991014120667,</a:t>
            </a:r>
          </a:p>
          <a:p>
            <a:r>
              <a:t>          "row_count": 316,</a:t>
            </a:r>
          </a:p>
          <a:p>
            <a:r>
              <a:t>          "threshold": 0.5399999999999999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0.8535031847133758,</a:t>
            </a:r>
          </a:p>
          <a:p>
            <a:r>
              <a:t>          "auc_prc": 0.9130902151973606,</a:t>
            </a:r>
          </a:p>
          <a:p>
            <a:r>
              <a:t>          "average_precision": 0.9133713050390566,</a:t>
            </a:r>
          </a:p>
          <a:p>
            <a:r>
              <a:t>          "balanced_accuracy": 0.8515269655620532,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148,</a:t>
            </a:r>
          </a:p>
          <a:p>
            <a:r>
              <a:t>              14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32,</a:t>
            </a:r>
          </a:p>
          <a:p>
            <a:r>
              <a:t>              120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0.8391608391608391,</a:t>
            </a:r>
          </a:p>
          <a:p>
            <a:r>
              <a:t>          "positive_count": 152,</a:t>
            </a:r>
          </a:p>
          <a:p>
            <a:r>
              <a:t>          "positive_rate": 0.4840764331210191,</a:t>
            </a:r>
          </a:p>
          <a:p>
            <a:r>
              <a:t>          "precision": 0.8955223880597015,</a:t>
            </a:r>
          </a:p>
          <a:p>
            <a:r>
              <a:t>          "recall": 0.7894736842105263,</a:t>
            </a:r>
          </a:p>
          <a:p>
            <a:r>
              <a:t>          "roc_auc": 0.8995695256660169,</a:t>
            </a:r>
          </a:p>
          <a:p>
            <a:r>
              <a:t>          "row_count": 314,</a:t>
            </a:r>
          </a:p>
          <a:p>
            <a:r>
              <a:t>          "threshold": 0.5399999999999999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"Tasks/task-summaries/validate-refactored-model-per-dataset-20260927-134055/artifacts/cluster-run/jira/results/model/words_15/RF/baseline/metrics.json",</a:t>
            </a:r>
          </a:p>
          <a:p>
            <a:r>
              <a:t>      "blob_sha1": "00a7cd641a6bb5dc23979ad18a520f3560c62709",</a:t>
            </a:r>
          </a:p>
          <a:p>
            <a:r>
              <a:t>      "sha256": "490ecb27f7ae4da5362a234fc226b89c190245ce5d485035c28841c212eae557",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0.46835443037974683,</a:t>
            </a:r>
          </a:p>
          <a:p>
            <a:r>
              <a:t>          "auc_prc": 0.5334270763837718,</a:t>
            </a:r>
          </a:p>
          <a:p>
            <a:r>
              <a:t>          "average_precision": 0.5386660778154069,</a:t>
            </a:r>
          </a:p>
          <a:p>
            <a:r>
              <a:t>          "balanced_accuracy": 0.47131410256410255,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110,</a:t>
            </a:r>
          </a:p>
          <a:p>
            <a:r>
              <a:t>              46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122,</a:t>
            </a:r>
          </a:p>
          <a:p>
            <a:r>
              <a:t>              38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0.31147540983606553,</a:t>
            </a:r>
          </a:p>
          <a:p>
            <a:r>
              <a:t>          "positive_count": 160,</a:t>
            </a:r>
          </a:p>
          <a:p>
            <a:r>
              <a:t>          "positive_rate": 0.5063291139240507,</a:t>
            </a:r>
          </a:p>
          <a:p>
            <a:r>
              <a:t>          "precision": 0.4523809523809524,</a:t>
            </a:r>
          </a:p>
          <a:p>
            <a:r>
              <a:t>          "recall": 0.2375,</a:t>
            </a:r>
          </a:p>
          <a:p>
            <a:r>
              <a:t>          "roc_auc": 0.625801282051282,</a:t>
            </a:r>
          </a:p>
          <a:p>
            <a:r>
              <a:t>          "row_count": 316,</a:t>
            </a:r>
          </a:p>
          <a:p>
            <a:r>
              <a:t>          "threshold": 0.38999999999999996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0.8375796178343949,</a:t>
            </a:r>
          </a:p>
          <a:p>
            <a:r>
              <a:t>          "auc_prc": 0.890131048911036,</a:t>
            </a:r>
          </a:p>
          <a:p>
            <a:r>
              <a:t>          "average_precision": 0.8904871583436398,</a:t>
            </a:r>
          </a:p>
          <a:p>
            <a:r>
              <a:t>          "balanced_accuracy": 0.8256860098965362,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164,</a:t>
            </a:r>
          </a:p>
          <a:p>
            <a:r>
              <a:t>              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44,</a:t>
            </a:r>
          </a:p>
          <a:p>
            <a:r>
              <a:t>              99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0.7951807228915663,</a:t>
            </a:r>
          </a:p>
          <a:p>
            <a:r>
              <a:t>          "positive_count": 143,</a:t>
            </a:r>
          </a:p>
          <a:p>
            <a:r>
              <a:t>          "positive_rate": 0.4554140127388535,</a:t>
            </a:r>
          </a:p>
          <a:p>
            <a:r>
              <a:t>          "precision": 0.9339622641509434,</a:t>
            </a:r>
          </a:p>
          <a:p>
            <a:r>
              <a:t>          "recall": 0.6923076923076923,</a:t>
            </a:r>
          </a:p>
          <a:p>
            <a:r>
              <a:t>          "roc_auc": 0.8837770416717785,</a:t>
            </a:r>
          </a:p>
          <a:p>
            <a:r>
              <a:t>          "row_count": 314,</a:t>
            </a:r>
          </a:p>
          <a:p>
            <a:r>
              <a:t>          "threshold": 0.38999999999999996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"Tasks/task-summaries/validate-refactored-model-per-dataset-20260927-134055/artifacts/cluster-run/jira/results/model/words_15/RF/refactored/metrics.json",</a:t>
            </a:r>
          </a:p>
          <a:p>
            <a:r>
              <a:t>      "blob_sha1": "4b5c0ca0cc86bae063da7f66e74946334b27ce13",</a:t>
            </a:r>
          </a:p>
          <a:p>
            <a:r>
              <a:t>      "sha256": "2557ef95ed3d7222b3595d563704d4088b42d6c56fae03a226f2fe87307a1a98",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0.6613924050632911,</a:t>
            </a:r>
          </a:p>
          <a:p>
            <a:r>
              <a:t>          "auc_prc": 0.5480481975424383,</a:t>
            </a:r>
          </a:p>
          <a:p>
            <a:r>
              <a:t>          "average_precision": 0.5516707048583218,</a:t>
            </a:r>
          </a:p>
          <a:p>
            <a:r>
              <a:t>          "balanced_accuracy": 0.6604166666666667,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91,</a:t>
            </a:r>
          </a:p>
          <a:p>
            <a:r>
              <a:t>              65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42,</a:t>
            </a:r>
          </a:p>
          <a:p>
            <a:r>
              <a:t>              118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0.6880466472303207,</a:t>
            </a:r>
          </a:p>
          <a:p>
            <a:r>
              <a:t>          "positive_count": 160,</a:t>
            </a:r>
          </a:p>
          <a:p>
            <a:r>
              <a:t>          "positive_rate": 0.5063291139240507,</a:t>
            </a:r>
          </a:p>
          <a:p>
            <a:r>
              <a:t>          "precision": 0.644808743169399,</a:t>
            </a:r>
          </a:p>
          <a:p>
            <a:r>
              <a:t>          "recall": 0.7375,</a:t>
            </a:r>
          </a:p>
          <a:p>
            <a:r>
              <a:t>          "roc_auc": 0.6473557692307692,</a:t>
            </a:r>
          </a:p>
          <a:p>
            <a:r>
              <a:t>          "row_count": 316,</a:t>
            </a:r>
          </a:p>
          <a:p>
            <a:r>
              <a:t>          "threshold": 0.38999999999999996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0.8312101910828026,</a:t>
            </a:r>
          </a:p>
          <a:p>
            <a:r>
              <a:t>          "auc_prc": 0.9090355164496924,</a:t>
            </a:r>
          </a:p>
          <a:p>
            <a:r>
              <a:t>          "average_precision": 0.9093351845094046,</a:t>
            </a:r>
          </a:p>
          <a:p>
            <a:r>
              <a:t>          "balanced_accuracy": 0.8307160675581728,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143,</a:t>
            </a:r>
          </a:p>
          <a:p>
            <a:r>
              <a:t>              28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25,</a:t>
            </a:r>
          </a:p>
          <a:p>
            <a:r>
              <a:t>              118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0.8166089965397925,</a:t>
            </a:r>
          </a:p>
          <a:p>
            <a:r>
              <a:t>          "positive_count": 143,</a:t>
            </a:r>
          </a:p>
          <a:p>
            <a:r>
              <a:t>          "positive_rate": 0.4554140127388535,</a:t>
            </a:r>
          </a:p>
          <a:p>
            <a:r>
              <a:t>          "precision": 0.8082191780821918,</a:t>
            </a:r>
          </a:p>
          <a:p>
            <a:r>
              <a:t>          "recall": 0.8251748251748252,</a:t>
            </a:r>
          </a:p>
          <a:p>
            <a:r>
              <a:t>          "roc_auc": 0.9036927984296406,</a:t>
            </a:r>
          </a:p>
          <a:p>
            <a:r>
              <a:t>          "row_count": 314,</a:t>
            </a:r>
          </a:p>
          <a:p>
            <a:r>
              <a:t>          "threshold": 0.38999999999999996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"Tasks/task-summaries/validate-refactored-model-per-dataset-20260927-134055/artifacts/cluster-run/jira/results/model/words_15/XGboost/baseline/metrics.json",</a:t>
            </a:r>
          </a:p>
          <a:p>
            <a:r>
              <a:t>      "blob_sha1": "807a4819ac6b70bf35182cb8e865e727efcde962",</a:t>
            </a:r>
          </a:p>
          <a:p>
            <a:r>
              <a:t>      "sha256": "4d2c9ac77af38f53cfb484f7d446b44226d3c4f75d5780416b83a1c7b0ae88a9",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0.439873417721519,</a:t>
            </a:r>
          </a:p>
          <a:p>
            <a:r>
              <a:t>          "auc_prc": 0.5196458711317348,</a:t>
            </a:r>
          </a:p>
          <a:p>
            <a:r>
              <a:t>          "average_precision": 0.5248660566087113,</a:t>
            </a:r>
          </a:p>
          <a:p>
            <a:r>
              <a:t>          "balanced_accuracy": 0.4438301282051282,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118,</a:t>
            </a:r>
          </a:p>
          <a:p>
            <a:r>
              <a:t>              38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139,</a:t>
            </a:r>
          </a:p>
          <a:p>
            <a:r>
              <a:t>              21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0.1917808219178082,</a:t>
            </a:r>
          </a:p>
          <a:p>
            <a:r>
              <a:t>          "positive_count": 160,</a:t>
            </a:r>
          </a:p>
          <a:p>
            <a:r>
              <a:t>          "positive_rate": 0.5063291139240507,</a:t>
            </a:r>
          </a:p>
          <a:p>
            <a:r>
              <a:t>          "precision": 0.3559322033898305,</a:t>
            </a:r>
          </a:p>
          <a:p>
            <a:r>
              <a:t>          "recall": 0.13125,</a:t>
            </a:r>
          </a:p>
          <a:p>
            <a:r>
              <a:t>          "roc_auc": 0.6128004807692308,</a:t>
            </a:r>
          </a:p>
          <a:p>
            <a:r>
              <a:t>          "row_count": 316,</a:t>
            </a:r>
          </a:p>
          <a:p>
            <a:r>
              <a:t>          "threshold": 0.4499999999999999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0.8407643312101911,</a:t>
            </a:r>
          </a:p>
          <a:p>
            <a:r>
              <a:t>          "auc_prc": 0.8901593126746976,</a:t>
            </a:r>
          </a:p>
          <a:p>
            <a:r>
              <a:t>          "average_precision": 0.8905565732318951,</a:t>
            </a:r>
          </a:p>
          <a:p>
            <a:r>
              <a:t>          "balanced_accuracy": 0.8274649327280906,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167,</a:t>
            </a:r>
          </a:p>
          <a:p>
            <a:r>
              <a:t>              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46,</a:t>
            </a:r>
          </a:p>
          <a:p>
            <a:r>
              <a:t>              97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0.7950819672131149,</a:t>
            </a:r>
          </a:p>
          <a:p>
            <a:r>
              <a:t>          "positive_count": 143,</a:t>
            </a:r>
          </a:p>
          <a:p>
            <a:r>
              <a:t>          "positive_rate": 0.4554140127388535,</a:t>
            </a:r>
          </a:p>
          <a:p>
            <a:r>
              <a:t>          "precision": 0.9603960396039604,</a:t>
            </a:r>
          </a:p>
          <a:p>
            <a:r>
              <a:t>          "recall": 0.6783216783216783,</a:t>
            </a:r>
          </a:p>
          <a:p>
            <a:r>
              <a:t>          "roc_auc": 0.8781131149552203,</a:t>
            </a:r>
          </a:p>
          <a:p>
            <a:r>
              <a:t>          "row_count": 314,</a:t>
            </a:r>
          </a:p>
          <a:p>
            <a:r>
              <a:t>          "threshold": 0.4499999999999999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"Tasks/task-summaries/validate-refactored-model-per-dataset-20260927-134055/artifacts/cluster-run/jira/results/model/words_15/XGboost/refactored/metrics.json",</a:t>
            </a:r>
          </a:p>
          <a:p>
            <a:r>
              <a:t>      "blob_sha1": "0913a87e24b47034f6c1d91b5ae402b4245ad91f",</a:t>
            </a:r>
          </a:p>
          <a:p>
            <a:r>
              <a:t>      "sha256": "66f3c842f5ef6fb3da76e709c6e57a476611cf919a40823f0190e3bf20428b75",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0.7088607594936709,</a:t>
            </a:r>
          </a:p>
          <a:p>
            <a:r>
              <a:t>          "auc_prc": 0.5472892979370305,</a:t>
            </a:r>
          </a:p>
          <a:p>
            <a:r>
              <a:t>          "average_precision": 0.5521474289143389,</a:t>
            </a:r>
          </a:p>
          <a:p>
            <a:r>
              <a:t>          "balanced_accuracy": 0.7071314102564102,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89,</a:t>
            </a:r>
          </a:p>
          <a:p>
            <a:r>
              <a:t>              67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25,</a:t>
            </a:r>
          </a:p>
          <a:p>
            <a:r>
              <a:t>              135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0.7458563535911602,</a:t>
            </a:r>
          </a:p>
          <a:p>
            <a:r>
              <a:t>          "positive_count": 160,</a:t>
            </a:r>
          </a:p>
          <a:p>
            <a:r>
              <a:t>          "positive_rate": 0.5063291139240507,</a:t>
            </a:r>
          </a:p>
          <a:p>
            <a:r>
              <a:t>          "precision": 0.6683168316831684,</a:t>
            </a:r>
          </a:p>
          <a:p>
            <a:r>
              <a:t>          "recall": 0.84375,</a:t>
            </a:r>
          </a:p>
          <a:p>
            <a:r>
              <a:t>          "roc_auc": 0.6557892628205129,</a:t>
            </a:r>
          </a:p>
          <a:p>
            <a:r>
              <a:t>          "row_count": 316,</a:t>
            </a:r>
          </a:p>
          <a:p>
            <a:r>
              <a:t>          "threshold": 0.20999999999999996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0.8535031847133758,</a:t>
            </a:r>
          </a:p>
          <a:p>
            <a:r>
              <a:t>          "auc_prc": 0.9222958445024516,</a:t>
            </a:r>
          </a:p>
          <a:p>
            <a:r>
              <a:t>          "average_precision": 0.9226736818655735,</a:t>
            </a:r>
          </a:p>
          <a:p>
            <a:r>
              <a:t>          "balanced_accuracy": 0.8580542264752791,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138,</a:t>
            </a:r>
          </a:p>
          <a:p>
            <a:r>
              <a:t>              33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13,</a:t>
            </a:r>
          </a:p>
          <a:p>
            <a:r>
              <a:t>              130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0.8496732026143791,</a:t>
            </a:r>
          </a:p>
          <a:p>
            <a:r>
              <a:t>          "positive_count": 143,</a:t>
            </a:r>
          </a:p>
          <a:p>
            <a:r>
              <a:t>          "positive_rate": 0.4554140127388535,</a:t>
            </a:r>
          </a:p>
          <a:p>
            <a:r>
              <a:t>          "precision": 0.7975460122699386,</a:t>
            </a:r>
          </a:p>
          <a:p>
            <a:r>
              <a:t>          "recall": 0.9090909090909091,</a:t>
            </a:r>
          </a:p>
          <a:p>
            <a:r>
              <a:t>          "roc_auc": 0.9195190774138142,</a:t>
            </a:r>
          </a:p>
          <a:p>
            <a:r>
              <a:t>          "row_count": 314,</a:t>
            </a:r>
          </a:p>
          <a:p>
            <a:r>
              <a:t>          "threshold": 0.20999999999999996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"Tasks/task-summaries/validate-refactored-model-per-dataset-20260927-134055/artifacts/cluster-run/jira/results/model/words_15/NN/baseline/metrics.json",</a:t>
            </a:r>
          </a:p>
          <a:p>
            <a:r>
              <a:t>      "blob_sha1": "fc352c8dae75f2ffef0cc3709ff54e581fcdc93d",</a:t>
            </a:r>
          </a:p>
          <a:p>
            <a:r>
              <a:t>      "sha256": "53b24ef80a82718a69f5375f33d453df424afb019211fe924bd490c4322f4b0e",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0.6582278481012658,</a:t>
            </a:r>
          </a:p>
          <a:p>
            <a:r>
              <a:t>          "auc_prc": 0.5885068459339253,</a:t>
            </a:r>
          </a:p>
          <a:p>
            <a:r>
              <a:t>          "average_precision": 0.5922779116216248,</a:t>
            </a:r>
          </a:p>
          <a:p>
            <a:r>
              <a:t>          "balanced_accuracy": 0.6579326923076922,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99,</a:t>
            </a:r>
          </a:p>
          <a:p>
            <a:r>
              <a:t>              57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51,</a:t>
            </a:r>
          </a:p>
          <a:p>
            <a:r>
              <a:t>              109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0.6687116564417177,</a:t>
            </a:r>
          </a:p>
          <a:p>
            <a:r>
              <a:t>          "positive_count": 160,</a:t>
            </a:r>
          </a:p>
          <a:p>
            <a:r>
              <a:t>          "positive_rate": 0.5063291139240507,</a:t>
            </a:r>
          </a:p>
          <a:p>
            <a:r>
              <a:t>          "precision": 0.6566265060240963,</a:t>
            </a:r>
          </a:p>
          <a:p>
            <a:r>
              <a:t>          "recall": 0.68125,</a:t>
            </a:r>
          </a:p>
          <a:p>
            <a:r>
              <a:t>          "roc_auc": 0.6823717948717949,</a:t>
            </a:r>
          </a:p>
          <a:p>
            <a:r>
              <a:t>          "row_count": 316,</a:t>
            </a:r>
          </a:p>
          <a:p>
            <a:r>
              <a:t>          "threshold": 0.16999999999999998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0.8821656050955414,</a:t>
            </a:r>
          </a:p>
          <a:p>
            <a:r>
              <a:t>          "auc_prc": 0.9112727708629749,</a:t>
            </a:r>
          </a:p>
          <a:p>
            <a:r>
              <a:t>          "average_precision": 0.9117723881725495,</a:t>
            </a:r>
          </a:p>
          <a:p>
            <a:r>
              <a:t>          "balanced_accuracy": 0.8797898008424324,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155,</a:t>
            </a:r>
          </a:p>
          <a:p>
            <a:r>
              <a:t>              16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21,</a:t>
            </a:r>
          </a:p>
          <a:p>
            <a:r>
              <a:t>              122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0.8683274021352313,</a:t>
            </a:r>
          </a:p>
          <a:p>
            <a:r>
              <a:t>          "positive_count": 143,</a:t>
            </a:r>
          </a:p>
          <a:p>
            <a:r>
              <a:t>          "positive_rate": 0.4554140127388535,</a:t>
            </a:r>
          </a:p>
          <a:p>
            <a:r>
              <a:t>          "precision": 0.8840579710144928,</a:t>
            </a:r>
          </a:p>
          <a:p>
            <a:r>
              <a:t>          "recall": 0.8531468531468531,</a:t>
            </a:r>
          </a:p>
          <a:p>
            <a:r>
              <a:t>          "roc_auc": 0.9170244959718644,</a:t>
            </a:r>
          </a:p>
          <a:p>
            <a:r>
              <a:t>          "row_count": 314,</a:t>
            </a:r>
          </a:p>
          <a:p>
            <a:r>
              <a:t>          "threshold": 0.16999999999999998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"Tasks/task-summaries/validate-refactored-model-per-dataset-20260927-134055/artifacts/cluster-run/jira/results/model/words_15/NN/refactored/metrics.json",</a:t>
            </a:r>
          </a:p>
          <a:p>
            <a:r>
              <a:t>      "blob_sha1": "2ea42b260302839c366556cdbfb37de03b3888fe",</a:t>
            </a:r>
          </a:p>
          <a:p>
            <a:r>
              <a:t>      "sha256": "229b0c73c613855ceb6df94f53aecdd4c34a121ece28584908dbcb161d65c018",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0.6582278481012658,</a:t>
            </a:r>
          </a:p>
          <a:p>
            <a:r>
              <a:t>          "auc_prc": 0.6023896140602406,</a:t>
            </a:r>
          </a:p>
          <a:p>
            <a:r>
              <a:t>          "average_precision": 0.6061305330283797,</a:t>
            </a:r>
          </a:p>
          <a:p>
            <a:r>
              <a:t>          "balanced_accuracy": 0.6578525641025641,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98,</a:t>
            </a:r>
          </a:p>
          <a:p>
            <a:r>
              <a:t>              58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50,</a:t>
            </a:r>
          </a:p>
          <a:p>
            <a:r>
              <a:t>              110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0.6707317073170732,</a:t>
            </a:r>
          </a:p>
          <a:p>
            <a:r>
              <a:t>          "positive_count": 160,</a:t>
            </a:r>
          </a:p>
          <a:p>
            <a:r>
              <a:t>          "positive_rate": 0.5063291139240507,</a:t>
            </a:r>
          </a:p>
          <a:p>
            <a:r>
              <a:t>          "precision": 0.6547619047619048,</a:t>
            </a:r>
          </a:p>
          <a:p>
            <a:r>
              <a:t>          "recall": 0.6875,</a:t>
            </a:r>
          </a:p>
          <a:p>
            <a:r>
              <a:t>          "roc_auc": 0.6807291666666667,</a:t>
            </a:r>
          </a:p>
          <a:p>
            <a:r>
              <a:t>          "row_count": 316,</a:t>
            </a:r>
          </a:p>
          <a:p>
            <a:r>
              <a:t>          "threshold": 0.05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0.8662420382165605,</a:t>
            </a:r>
          </a:p>
          <a:p>
            <a:r>
              <a:t>          "auc_prc": 0.8887705538024393,</a:t>
            </a:r>
          </a:p>
          <a:p>
            <a:r>
              <a:t>          "average_precision": 0.8896802184012125,</a:t>
            </a:r>
          </a:p>
          <a:p>
            <a:r>
              <a:t>          "balanced_accuracy": 0.8668874984664459,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147,</a:t>
            </a:r>
          </a:p>
          <a:p>
            <a:r>
              <a:t>              24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18,</a:t>
            </a:r>
          </a:p>
          <a:p>
            <a:r>
              <a:t>              125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0.8561643835616438,</a:t>
            </a:r>
          </a:p>
          <a:p>
            <a:r>
              <a:t>          "positive_count": 143,</a:t>
            </a:r>
          </a:p>
          <a:p>
            <a:r>
              <a:t>          "positive_rate": 0.4554140127388535,</a:t>
            </a:r>
          </a:p>
          <a:p>
            <a:r>
              <a:t>          "precision": 0.8389261744966443,</a:t>
            </a:r>
          </a:p>
          <a:p>
            <a:r>
              <a:t>          "recall": 0.8741258741258742,</a:t>
            </a:r>
          </a:p>
          <a:p>
            <a:r>
              <a:t>          "roc_auc": 0.9064327485380117,</a:t>
            </a:r>
          </a:p>
          <a:p>
            <a:r>
              <a:t>          "row_count": 314,</a:t>
            </a:r>
          </a:p>
          <a:p>
            <a:r>
              <a:t>          "threshold": 0.05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"Tasks/task-summaries/validate-refactored-model-per-dataset-20260927-134055/artifacts/cluster-run/jira/results/model/words_20/RF/baseline/metrics.json",</a:t>
            </a:r>
          </a:p>
          <a:p>
            <a:r>
              <a:t>      "blob_sha1": "70ed48857759eef3194f2c10d6e1589ef3890de8",</a:t>
            </a:r>
          </a:p>
          <a:p>
            <a:r>
              <a:t>      "sha256": "f415599a826e56f615f08409350f5b1a123c830ec7e57beda4081e5e0ca52d4c",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0.7215189873417721,</a:t>
            </a:r>
          </a:p>
          <a:p>
            <a:r>
              <a:t>          "auc_prc": 0.19499981723367565,</a:t>
            </a:r>
          </a:p>
          <a:p>
            <a:r>
              <a:t>          "average_precision": 0.2075819328647004,</a:t>
            </a:r>
          </a:p>
          <a:p>
            <a:r>
              <a:t>          "balanced_accuracy": 0.57019955654102,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213,</a:t>
            </a:r>
          </a:p>
          <a:p>
            <a:r>
              <a:t>              62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26,</a:t>
            </a:r>
          </a:p>
          <a:p>
            <a:r>
              <a:t>              15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0.2542372881355932,</a:t>
            </a:r>
          </a:p>
          <a:p>
            <a:r>
              <a:t>          "positive_count": 41,</a:t>
            </a:r>
          </a:p>
          <a:p>
            <a:r>
              <a:t>          "positive_rate": 0.12974683544303797,</a:t>
            </a:r>
          </a:p>
          <a:p>
            <a:r>
              <a:t>          "precision": 0.19480519480519481,</a:t>
            </a:r>
          </a:p>
          <a:p>
            <a:r>
              <a:t>          "recall": 0.36585365853658536,</a:t>
            </a:r>
          </a:p>
          <a:p>
            <a:r>
              <a:t>          "roc_auc": 0.5887361419068736,</a:t>
            </a:r>
          </a:p>
          <a:p>
            <a:r>
              <a:t>          "row_count": 316,</a:t>
            </a:r>
          </a:p>
          <a:p>
            <a:r>
              <a:t>          "threshold": 0.15999999999999998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0.8375796178343949,</a:t>
            </a:r>
          </a:p>
          <a:p>
            <a:r>
              <a:t>          "auc_prc": 0.1546501417566886,</a:t>
            </a:r>
          </a:p>
          <a:p>
            <a:r>
              <a:t>          "average_precision": 0.1622829570687164,</a:t>
            </a:r>
          </a:p>
          <a:p>
            <a:r>
              <a:t>          "balanced_accuracy": 0.667350579839429,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254,</a:t>
            </a:r>
          </a:p>
          <a:p>
            <a:r>
              <a:t>              41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0.2608695652173913,</a:t>
            </a:r>
          </a:p>
          <a:p>
            <a:r>
              <a:t>          "positive_count": 19,</a:t>
            </a:r>
          </a:p>
          <a:p>
            <a:r>
              <a:t>          "positive_rate": 0.06050955414012739,</a:t>
            </a:r>
          </a:p>
          <a:p>
            <a:r>
              <a:t>          "precision": 0.18,</a:t>
            </a:r>
          </a:p>
          <a:p>
            <a:r>
              <a:t>          "recall": 0.47368421052631576,</a:t>
            </a:r>
          </a:p>
          <a:p>
            <a:r>
              <a:t>          "roc_auc": 0.6333630686886709,</a:t>
            </a:r>
          </a:p>
          <a:p>
            <a:r>
              <a:t>          "row_count": 314,</a:t>
            </a:r>
          </a:p>
          <a:p>
            <a:r>
              <a:t>          "threshold": 0.15999999999999998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"Tasks/task-summaries/validate-refactored-model-per-dataset-20260927-134055/artifacts/cluster-run/jira/results/model/words_20/RF/refactored/metrics.json",</a:t>
            </a:r>
          </a:p>
          <a:p>
            <a:r>
              <a:t>      "blob_sha1": "8d9cfe1120db4155022e5324c01b2084a1662402",</a:t>
            </a:r>
          </a:p>
          <a:p>
            <a:r>
              <a:t>      "sha256": "dd4b5fb0a4d5294253016af8c48558af81d687ca4d3e11f5b624eb330fcdafe2",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0.7373417721518988,</a:t>
            </a:r>
          </a:p>
          <a:p>
            <a:r>
              <a:t>          "auc_prc": 0.24780245065581596,</a:t>
            </a:r>
          </a:p>
          <a:p>
            <a:r>
              <a:t>          "average_precision": 0.26312364979218633,</a:t>
            </a:r>
          </a:p>
          <a:p>
            <a:r>
              <a:t>          "balanced_accuracy": 0.5896674057649667,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217,</a:t>
            </a:r>
          </a:p>
          <a:p>
            <a:r>
              <a:t>              58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25,</a:t>
            </a:r>
          </a:p>
          <a:p>
            <a:r>
              <a:t>              16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0.2782608695652174,</a:t>
            </a:r>
          </a:p>
          <a:p>
            <a:r>
              <a:t>          "positive_count": 41,</a:t>
            </a:r>
          </a:p>
          <a:p>
            <a:r>
              <a:t>          "positive_rate": 0.12974683544303797,</a:t>
            </a:r>
          </a:p>
          <a:p>
            <a:r>
              <a:t>          "precision": 0.21621621621621623,</a:t>
            </a:r>
          </a:p>
          <a:p>
            <a:r>
              <a:t>          "recall": 0.3902439024390244,</a:t>
            </a:r>
          </a:p>
          <a:p>
            <a:r>
              <a:t>          "roc_auc": 0.6307760532150776,</a:t>
            </a:r>
          </a:p>
          <a:p>
            <a:r>
              <a:t>          "row_count": 316,</a:t>
            </a:r>
          </a:p>
          <a:p>
            <a:r>
              <a:t>          "threshold": 0.20999999999999996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0.8439490445859873,</a:t>
            </a:r>
          </a:p>
          <a:p>
            <a:r>
              <a:t>          "auc_prc": 0.14633621725289353,</a:t>
            </a:r>
          </a:p>
          <a:p>
            <a:r>
              <a:t>          "average_precision": 0.15338818170956137,</a:t>
            </a:r>
          </a:p>
          <a:p>
            <a:r>
              <a:t>          "balanced_accuracy": 0.6461195361284567,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257,</a:t>
            </a:r>
          </a:p>
          <a:p>
            <a:r>
              <a:t>              38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0.24615384615384617,</a:t>
            </a:r>
          </a:p>
          <a:p>
            <a:r>
              <a:t>          "positive_count": 19,</a:t>
            </a:r>
          </a:p>
          <a:p>
            <a:r>
              <a:t>          "positive_rate": 0.06050955414012739,</a:t>
            </a:r>
          </a:p>
          <a:p>
            <a:r>
              <a:t>          "precision": 0.17391304347826086,</a:t>
            </a:r>
          </a:p>
          <a:p>
            <a:r>
              <a:t>          "recall": 0.42105263157894735,</a:t>
            </a:r>
          </a:p>
          <a:p>
            <a:r>
              <a:t>          "roc_auc": 0.6410347903657448,</a:t>
            </a:r>
          </a:p>
          <a:p>
            <a:r>
              <a:t>          "row_count": 314,</a:t>
            </a:r>
          </a:p>
          <a:p>
            <a:r>
              <a:t>          "threshold": 0.20999999999999996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"Tasks/task-summaries/validate-refactored-model-per-dataset-20260927-134055/artifacts/cluster-run/jira/results/model/words_20/XGboost/baseline/metrics.json",</a:t>
            </a:r>
          </a:p>
          <a:p>
            <a:r>
              <a:t>      "blob_sha1": "d2aa60ef629cce13adf5332064f093301388b918",</a:t>
            </a:r>
          </a:p>
          <a:p>
            <a:r>
              <a:t>      "sha256": "2f2b49f16a4a8185edc4e235c8c60f3b3a955ba2bbd2b78bc14b489a3fdc0856",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0.8386075949367089,</a:t>
            </a:r>
          </a:p>
          <a:p>
            <a:r>
              <a:t>          "auc_prc": 0.27391727051659276,</a:t>
            </a:r>
          </a:p>
          <a:p>
            <a:r>
              <a:t>          "average_precision": 0.28341467658064823,</a:t>
            </a:r>
          </a:p>
          <a:p>
            <a:r>
              <a:t>          "balanced_accuracy": 0.5855875831485587,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255,</a:t>
            </a:r>
          </a:p>
          <a:p>
            <a:r>
              <a:t>              20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31,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0.28169014084507044,</a:t>
            </a:r>
          </a:p>
          <a:p>
            <a:r>
              <a:t>          "positive_count": 41,</a:t>
            </a:r>
          </a:p>
          <a:p>
            <a:r>
              <a:t>          "positive_rate": 0.12974683544303797,</a:t>
            </a:r>
          </a:p>
          <a:p>
            <a:r>
              <a:t>          "precision": 0.3333333333333333,</a:t>
            </a:r>
          </a:p>
          <a:p>
            <a:r>
              <a:t>          "recall": 0.24390243902439024,</a:t>
            </a:r>
          </a:p>
          <a:p>
            <a:r>
              <a:t>          "roc_auc": 0.5960975609756097,</a:t>
            </a:r>
          </a:p>
          <a:p>
            <a:r>
              <a:t>          "row_count": 316,</a:t>
            </a:r>
          </a:p>
          <a:p>
            <a:r>
              <a:t>          "threshold": 0.25999999999999995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0.9331210191082803,</a:t>
            </a:r>
          </a:p>
          <a:p>
            <a:r>
              <a:t>          "auc_prc": 0.12307707890496646,</a:t>
            </a:r>
          </a:p>
          <a:p>
            <a:r>
              <a:t>          "average_precision": 0.14275379577372868,</a:t>
            </a:r>
          </a:p>
          <a:p>
            <a:r>
              <a:t>          "balanced_accuracy": 0.5704727921498662,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290,</a:t>
            </a:r>
          </a:p>
          <a:p>
            <a:r>
              <a:t>              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16,</a:t>
            </a:r>
          </a:p>
          <a:p>
            <a:r>
              <a:t>              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0.22222222222222218,</a:t>
            </a:r>
          </a:p>
          <a:p>
            <a:r>
              <a:t>          "positive_count": 19,</a:t>
            </a:r>
          </a:p>
          <a:p>
            <a:r>
              <a:t>          "positive_rate": 0.06050955414012739,</a:t>
            </a:r>
          </a:p>
          <a:p>
            <a:r>
              <a:t>          "precision": 0.375,</a:t>
            </a:r>
          </a:p>
          <a:p>
            <a:r>
              <a:t>          "recall": 0.15789473684210525,</a:t>
            </a:r>
          </a:p>
          <a:p>
            <a:r>
              <a:t>          "roc_auc": 0.6161462979482605,</a:t>
            </a:r>
          </a:p>
          <a:p>
            <a:r>
              <a:t>          "row_count": 314,</a:t>
            </a:r>
          </a:p>
          <a:p>
            <a:r>
              <a:t>          "threshold": 0.25999999999999995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"Tasks/task-summaries/validate-refactored-model-per-dataset-20260927-134055/artifacts/cluster-run/jira/results/model/words_20/XGboost/refactored/metrics.json",</a:t>
            </a:r>
          </a:p>
          <a:p>
            <a:r>
              <a:t>      "blob_sha1": "54d28e35eedee69fa3d5f62cf35266ff7c20edeb",</a:t>
            </a:r>
          </a:p>
          <a:p>
            <a:r>
              <a:t>      "sha256": "218e5c8bc173358260fbc30e822e6a625b3adaafd2035d3ce43ae4c5e61d0128",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0.8069620253164557,</a:t>
            </a:r>
          </a:p>
          <a:p>
            <a:r>
              <a:t>          "auc_prc": 0.20133219983410924,</a:t>
            </a:r>
          </a:p>
          <a:p>
            <a:r>
              <a:t>          "average_precision": 0.20910101923602475,</a:t>
            </a:r>
          </a:p>
          <a:p>
            <a:r>
              <a:t>          "balanced_accuracy": 0.5362749445676275,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248,</a:t>
            </a:r>
          </a:p>
          <a:p>
            <a:r>
              <a:t>              27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34,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0.18666666666666668,</a:t>
            </a:r>
          </a:p>
          <a:p>
            <a:r>
              <a:t>          "positive_count": 41,</a:t>
            </a:r>
          </a:p>
          <a:p>
            <a:r>
              <a:t>          "positive_rate": 0.12974683544303797,</a:t>
            </a:r>
          </a:p>
          <a:p>
            <a:r>
              <a:t>          "precision": 0.20588235294117646,</a:t>
            </a:r>
          </a:p>
          <a:p>
            <a:r>
              <a:t>          "recall": 0.17073170731707318,</a:t>
            </a:r>
          </a:p>
          <a:p>
            <a:r>
              <a:t>          "roc_auc": 0.5774722838137473,</a:t>
            </a:r>
          </a:p>
          <a:p>
            <a:r>
              <a:t>          "row_count": 316,</a:t>
            </a:r>
          </a:p>
          <a:p>
            <a:r>
              <a:t>          "threshold": 0.41999999999999993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0.910828025477707,</a:t>
            </a:r>
          </a:p>
          <a:p>
            <a:r>
              <a:t>          "auc_prc": 0.12459386892903004,</a:t>
            </a:r>
          </a:p>
          <a:p>
            <a:r>
              <a:t>          "average_precision": 0.1425631826925058,</a:t>
            </a:r>
          </a:p>
          <a:p>
            <a:r>
              <a:t>          "balanced_accuracy": 0.5832292595896521,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282,</a:t>
            </a:r>
          </a:p>
          <a:p>
            <a:r>
              <a:t>              13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15,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0.2222222222222222,</a:t>
            </a:r>
          </a:p>
          <a:p>
            <a:r>
              <a:t>          "positive_count": 19,</a:t>
            </a:r>
          </a:p>
          <a:p>
            <a:r>
              <a:t>          "positive_rate": 0.06050955414012739,</a:t>
            </a:r>
          </a:p>
          <a:p>
            <a:r>
              <a:t>          "precision": 0.23529411764705882,</a:t>
            </a:r>
          </a:p>
          <a:p>
            <a:r>
              <a:t>          "recall": 0.21052631578947367,</a:t>
            </a:r>
          </a:p>
          <a:p>
            <a:r>
              <a:t>          "roc_auc": 0.6141837644959858,</a:t>
            </a:r>
          </a:p>
          <a:p>
            <a:r>
              <a:t>          "row_count": 314,</a:t>
            </a:r>
          </a:p>
          <a:p>
            <a:r>
              <a:t>          "threshold": 0.41999999999999993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"Tasks/task-summaries/validate-refactored-model-per-dataset-20260927-134055/artifacts/cluster-run/jira/results/model/words_20/NN/baseline/metrics.json",</a:t>
            </a:r>
          </a:p>
          <a:p>
            <a:r>
              <a:t>      "blob_sha1": "20cb3eba60c4efc0a77c3e4f50bf2ab035cbd978",</a:t>
            </a:r>
          </a:p>
          <a:p>
            <a:r>
              <a:t>      "sha256": "8f9551c80210353d86b938ca317a9d366fb893c57c84a7c4f4812c87ac0fd8f8",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0.7658227848101266,</a:t>
            </a:r>
          </a:p>
          <a:p>
            <a:r>
              <a:t>          "auc_prc": 0.20607698501000113,</a:t>
            </a:r>
          </a:p>
          <a:p>
            <a:r>
              <a:t>          "average_precision": 0.2141214583870924,</a:t>
            </a:r>
          </a:p>
          <a:p>
            <a:r>
              <a:t>          "balanced_accuracy": 0.5437694013303769,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232,</a:t>
            </a:r>
          </a:p>
          <a:p>
            <a:r>
              <a:t>              43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31,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0.2127659574468085,</a:t>
            </a:r>
          </a:p>
          <a:p>
            <a:r>
              <a:t>          "positive_count": 41,</a:t>
            </a:r>
          </a:p>
          <a:p>
            <a:r>
              <a:t>          "positive_rate": 0.12974683544303797,</a:t>
            </a:r>
          </a:p>
          <a:p>
            <a:r>
              <a:t>          "precision": 0.18867924528301888,</a:t>
            </a:r>
          </a:p>
          <a:p>
            <a:r>
              <a:t>          "recall": 0.24390243902439024,</a:t>
            </a:r>
          </a:p>
          <a:p>
            <a:r>
              <a:t>          "roc_auc": 0.5218625277161862,</a:t>
            </a:r>
          </a:p>
          <a:p>
            <a:r>
              <a:t>          "row_count": 316,</a:t>
            </a:r>
          </a:p>
          <a:p>
            <a:r>
              <a:t>          "threshold": 0.10999999999999999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0.9012738853503185,</a:t>
            </a:r>
          </a:p>
          <a:p>
            <a:r>
              <a:t>          "auc_prc": 0.07189308892938831,</a:t>
            </a:r>
          </a:p>
          <a:p>
            <a:r>
              <a:t>          "average_precision": 0.08419395447617686,</a:t>
            </a:r>
          </a:p>
          <a:p>
            <a:r>
              <a:t>          "balanced_accuracy": 0.5535236396074933,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280,</a:t>
            </a:r>
          </a:p>
          <a:p>
            <a:r>
              <a:t>              15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16,</a:t>
            </a:r>
          </a:p>
          <a:p>
            <a:r>
              <a:t>              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0.16216216216216214,</a:t>
            </a:r>
          </a:p>
          <a:p>
            <a:r>
              <a:t>          "positive_count": 19,</a:t>
            </a:r>
          </a:p>
          <a:p>
            <a:r>
              <a:t>          "positive_rate": 0.06050955414012739,</a:t>
            </a:r>
          </a:p>
          <a:p>
            <a:r>
              <a:t>          "precision": 0.16666666666666666,</a:t>
            </a:r>
          </a:p>
          <a:p>
            <a:r>
              <a:t>          "recall": 0.15789473684210525,</a:t>
            </a:r>
          </a:p>
          <a:p>
            <a:r>
              <a:t>          "roc_auc": 0.5013380909901873,</a:t>
            </a:r>
          </a:p>
          <a:p>
            <a:r>
              <a:t>          "row_count": 314,</a:t>
            </a:r>
          </a:p>
          <a:p>
            <a:r>
              <a:t>          "threshold": 0.10999999999999999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"Tasks/task-summaries/validate-refactored-model-per-dataset-20260927-134055/artifacts/cluster-run/jira/results/model/words_20/NN/refactored/metrics.json",</a:t>
            </a:r>
          </a:p>
          <a:p>
            <a:r>
              <a:t>      "blob_sha1": "cc9e69434c8f58ede06884c96449986972ef3e99",</a:t>
            </a:r>
          </a:p>
          <a:p>
            <a:r>
              <a:t>      "sha256": "314bef18fc35945d89c2de881aa68386f86b9f90bfa74729b747f649395c8dc8",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0.7784810126582279,</a:t>
            </a:r>
          </a:p>
          <a:p>
            <a:r>
              <a:t>          "auc_prc": 0.22111306467281172,</a:t>
            </a:r>
          </a:p>
          <a:p>
            <a:r>
              <a:t>          "average_precision": 0.22982716942818548,</a:t>
            </a:r>
          </a:p>
          <a:p>
            <a:r>
              <a:t>          "balanced_accuracy": 0.5510421286031042,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236,</a:t>
            </a:r>
          </a:p>
          <a:p>
            <a:r>
              <a:t>              39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31,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0.22222222222222224,</a:t>
            </a:r>
          </a:p>
          <a:p>
            <a:r>
              <a:t>          "positive_count": 41,</a:t>
            </a:r>
          </a:p>
          <a:p>
            <a:r>
              <a:t>          "positive_rate": 0.12974683544303797,</a:t>
            </a:r>
          </a:p>
          <a:p>
            <a:r>
              <a:t>          "precision": 0.20408163265306123,</a:t>
            </a:r>
          </a:p>
          <a:p>
            <a:r>
              <a:t>          "recall": 0.24390243902439024,</a:t>
            </a:r>
          </a:p>
          <a:p>
            <a:r>
              <a:t>          "roc_auc": 0.5617738359201774,</a:t>
            </a:r>
          </a:p>
          <a:p>
            <a:r>
              <a:t>          "row_count": 316,</a:t>
            </a:r>
          </a:p>
          <a:p>
            <a:r>
              <a:t>          "threshold": 0.09999999999999999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0.8789808917197452,</a:t>
            </a:r>
          </a:p>
          <a:p>
            <a:r>
              <a:t>          "auc_prc": 0.0823844357041692,</a:t>
            </a:r>
          </a:p>
          <a:p>
            <a:r>
              <a:t>          "average_precision": 0.10133419545101645,</a:t>
            </a:r>
          </a:p>
          <a:p>
            <a:r>
              <a:t>          "balanced_accuracy": 0.5662801070472792,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272,</a:t>
            </a:r>
          </a:p>
          <a:p>
            <a:r>
              <a:t>              23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15,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0.17391304347826086,</a:t>
            </a:r>
          </a:p>
          <a:p>
            <a:r>
              <a:t>          "positive_count": 19,</a:t>
            </a:r>
          </a:p>
          <a:p>
            <a:r>
              <a:t>          "positive_rate": 0.06050955414012739,</a:t>
            </a:r>
          </a:p>
          <a:p>
            <a:r>
              <a:t>          "precision": 0.14814814814814814,</a:t>
            </a:r>
          </a:p>
          <a:p>
            <a:r>
              <a:t>          "recall": 0.21052631578947367,</a:t>
            </a:r>
          </a:p>
          <a:p>
            <a:r>
              <a:t>          "roc_auc": 0.5081177520071365,</a:t>
            </a:r>
          </a:p>
          <a:p>
            <a:r>
              <a:t>          "row_count": 314,</a:t>
            </a:r>
          </a:p>
          <a:p>
            <a:r>
              <a:t>          "threshold": 0.09999999999999999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"Tasks/task-summaries/validate-refactored-model-per-dataset-20260927-134055/artifacts/cluster-run/mariadb/results/model/words_5/RF/baseline/metrics.json",</a:t>
            </a:r>
          </a:p>
          <a:p>
            <a:r>
              <a:t>      "blob_sha1": "08a7c9d4b98a18369c1274b8805313daed85793c",</a:t>
            </a:r>
          </a:p>
          <a:p>
            <a:r>
              <a:t>      "sha256": "923463c8459830c7aa48ad2a922ce777f3f07bcc5ac7c58c55c9b003a001e04c",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0.678391959798995,</a:t>
            </a:r>
          </a:p>
          <a:p>
            <a:r>
              <a:t>          "auc_prc": 0.19484574838475716,</a:t>
            </a:r>
          </a:p>
          <a:p>
            <a:r>
              <a:t>          "average_precision": 0.20505354435535234,</a:t>
            </a:r>
          </a:p>
          <a:p>
            <a:r>
              <a:t>          "balanced_accuracy": 0.5147151821763876,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253,</a:t>
            </a:r>
          </a:p>
          <a:p>
            <a:r>
              <a:t>              84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44,</a:t>
            </a:r>
          </a:p>
          <a:p>
            <a:r>
              <a:t>              17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0.20987654320987653,</a:t>
            </a:r>
          </a:p>
          <a:p>
            <a:r>
              <a:t>          "positive_count": 61,</a:t>
            </a:r>
          </a:p>
          <a:p>
            <a:r>
              <a:t>          "positive_rate": 0.15326633165829145,</a:t>
            </a:r>
          </a:p>
          <a:p>
            <a:r>
              <a:t>          "precision": 0.16831683168316833,</a:t>
            </a:r>
          </a:p>
          <a:p>
            <a:r>
              <a:t>          "recall": 0.2786885245901639,</a:t>
            </a:r>
          </a:p>
          <a:p>
            <a:r>
              <a:t>          "roc_auc": 0.5828914724911223,</a:t>
            </a:r>
          </a:p>
          <a:p>
            <a:r>
              <a:t>          "row_count": 398,</a:t>
            </a:r>
          </a:p>
          <a:p>
            <a:r>
              <a:t>          "threshold": 0.10999999999999999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0.803030303030303,</a:t>
            </a:r>
          </a:p>
          <a:p>
            <a:r>
              <a:t>          "auc_prc": 0.18610022287925548,</a:t>
            </a:r>
          </a:p>
          <a:p>
            <a:r>
              <a:t>          "average_precision": 0.1944331270997479,</a:t>
            </a:r>
          </a:p>
          <a:p>
            <a:r>
              <a:t>          "balanced_accuracy": 0.7158004158004159,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302,</a:t>
            </a:r>
          </a:p>
          <a:p>
            <a:r>
              <a:t>              68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10,</a:t>
            </a:r>
          </a:p>
          <a:p>
            <a:r>
              <a:t>              16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0.2909090909090909,</a:t>
            </a:r>
          </a:p>
          <a:p>
            <a:r>
              <a:t>          "positive_count": 26,</a:t>
            </a:r>
          </a:p>
          <a:p>
            <a:r>
              <a:t>          "positive_rate": 0.06565656565656566,</a:t>
            </a:r>
          </a:p>
          <a:p>
            <a:r>
              <a:t>          "precision": 0.19047619047619047,</a:t>
            </a:r>
          </a:p>
          <a:p>
            <a:r>
              <a:t>          "recall": 0.6153846153846154,</a:t>
            </a:r>
          </a:p>
          <a:p>
            <a:r>
              <a:t>          "roc_auc": 0.7521829521829522,</a:t>
            </a:r>
          </a:p>
          <a:p>
            <a:r>
              <a:t>          "row_count": 396,</a:t>
            </a:r>
          </a:p>
          <a:p>
            <a:r>
              <a:t>          "threshold": 0.10999999999999999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"Tasks/task-summaries/validate-refactored-model-per-dataset-20260927-134055/artifacts/cluster-run/mariadb/results/model/words_5/RF/refactored/metrics.json",</a:t>
            </a:r>
          </a:p>
          <a:p>
            <a:r>
              <a:t>      "blob_sha1": "1e9002e77b20157ede7bf8414f460f472255905b",</a:t>
            </a:r>
          </a:p>
          <a:p>
            <a:r>
              <a:t>      "sha256": "731cd8ac3e8c28a62901ed3507bf4a224babc7c210670c3db2a18b4f200d950c",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0.7010050251256281,</a:t>
            </a:r>
          </a:p>
          <a:p>
            <a:r>
              <a:t>          "auc_prc": 0.1820917908697961,</a:t>
            </a:r>
          </a:p>
          <a:p>
            <a:r>
              <a:t>          "average_precision": 0.18881472253726372,</a:t>
            </a:r>
          </a:p>
          <a:p>
            <a:r>
              <a:t>          "balanced_accuracy": 0.4945030889721263,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267,</a:t>
            </a:r>
          </a:p>
          <a:p>
            <a:r>
              <a:t>              70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49,</a:t>
            </a:r>
          </a:p>
          <a:p>
            <a:r>
              <a:t>              12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0.1678321678321678,</a:t>
            </a:r>
          </a:p>
          <a:p>
            <a:r>
              <a:t>          "positive_count": 61,</a:t>
            </a:r>
          </a:p>
          <a:p>
            <a:r>
              <a:t>          "positive_rate": 0.15326633165829145,</a:t>
            </a:r>
          </a:p>
          <a:p>
            <a:r>
              <a:t>          "precision": 0.14634146341463414,</a:t>
            </a:r>
          </a:p>
          <a:p>
            <a:r>
              <a:t>          "recall": 0.19672131147540983,</a:t>
            </a:r>
          </a:p>
          <a:p>
            <a:r>
              <a:t>          "roc_auc": 0.5873668336819575,</a:t>
            </a:r>
          </a:p>
          <a:p>
            <a:r>
              <a:t>          "row_count": 398,</a:t>
            </a:r>
          </a:p>
          <a:p>
            <a:r>
              <a:t>          "threshold": 0.27999999999999997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0.8383838383838383,</a:t>
            </a:r>
          </a:p>
          <a:p>
            <a:r>
              <a:t>          "auc_prc": 0.17288358762003242,</a:t>
            </a:r>
          </a:p>
          <a:p>
            <a:r>
              <a:t>          "average_precision": 0.1804223179943626,</a:t>
            </a:r>
          </a:p>
          <a:p>
            <a:r>
              <a:t>          "balanced_accuracy": 0.6632016632016633,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320,</a:t>
            </a:r>
          </a:p>
          <a:p>
            <a:r>
              <a:t>              50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14,</a:t>
            </a:r>
          </a:p>
          <a:p>
            <a:r>
              <a:t>              12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0.2727272727272727,</a:t>
            </a:r>
          </a:p>
          <a:p>
            <a:r>
              <a:t>          "positive_count": 26,</a:t>
            </a:r>
          </a:p>
          <a:p>
            <a:r>
              <a:t>          "positive_rate": 0.06565656565656566,</a:t>
            </a:r>
          </a:p>
          <a:p>
            <a:r>
              <a:t>          "precision": 0.1935483870967742,</a:t>
            </a:r>
          </a:p>
          <a:p>
            <a:r>
              <a:t>          "recall": 0.46153846153846156,</a:t>
            </a:r>
          </a:p>
          <a:p>
            <a:r>
              <a:t>          "roc_auc": 0.7444906444906445,</a:t>
            </a:r>
          </a:p>
          <a:p>
            <a:r>
              <a:t>          "row_count": 396,</a:t>
            </a:r>
          </a:p>
          <a:p>
            <a:r>
              <a:t>          "threshold": 0.27999999999999997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"Tasks/task-summaries/validate-refactored-model-per-dataset-20260927-134055/artifacts/cluster-run/mariadb/results/model/words_5/XGboost/baseline/metrics.json",</a:t>
            </a:r>
          </a:p>
          <a:p>
            <a:r>
              <a:t>      "blob_sha1": "114c777f3e7e8cbc3a9fef8814f031c4b954bb05",</a:t>
            </a:r>
          </a:p>
          <a:p>
            <a:r>
              <a:t>      "sha256": "49d5cf92b314b139a8efd7b9fc4a58e1360a9eee8f30e8932b7096f29da7dd7b",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0.6708542713567839,</a:t>
            </a:r>
          </a:p>
          <a:p>
            <a:r>
              <a:t>          "auc_prc": 0.23518746644414634,</a:t>
            </a:r>
          </a:p>
          <a:p>
            <a:r>
              <a:t>          "average_precision": 0.24002194325247667,</a:t>
            </a:r>
          </a:p>
          <a:p>
            <a:r>
              <a:t>          "balanced_accuracy": 0.5236902271732257,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248,</a:t>
            </a:r>
          </a:p>
          <a:p>
            <a:r>
              <a:t>              89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42,</a:t>
            </a:r>
          </a:p>
          <a:p>
            <a:r>
              <a:t>              19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0.22485207100591717,</a:t>
            </a:r>
          </a:p>
          <a:p>
            <a:r>
              <a:t>          "positive_count": 61,</a:t>
            </a:r>
          </a:p>
          <a:p>
            <a:r>
              <a:t>          "positive_rate": 0.15326633165829145,</a:t>
            </a:r>
          </a:p>
          <a:p>
            <a:r>
              <a:t>          "precision": 0.17592592592592593,</a:t>
            </a:r>
          </a:p>
          <a:p>
            <a:r>
              <a:t>          "recall": 0.3114754098360656,</a:t>
            </a:r>
          </a:p>
          <a:p>
            <a:r>
              <a:t>          "roc_auc": 0.5697086150702924,</a:t>
            </a:r>
          </a:p>
          <a:p>
            <a:r>
              <a:t>          "row_count": 398,</a:t>
            </a:r>
          </a:p>
          <a:p>
            <a:r>
              <a:t>          "threshold": 0.06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0.7954545454545454,</a:t>
            </a:r>
          </a:p>
          <a:p>
            <a:r>
              <a:t>          "auc_prc": 0.11353102631691736,</a:t>
            </a:r>
          </a:p>
          <a:p>
            <a:r>
              <a:t>          "average_precision": 0.1283771439518253,</a:t>
            </a:r>
          </a:p>
          <a:p>
            <a:r>
              <a:t>          "balanced_accuracy": 0.6223492723492724,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304,</a:t>
            </a:r>
          </a:p>
          <a:p>
            <a:r>
              <a:t>              66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15,</a:t>
            </a:r>
          </a:p>
          <a:p>
            <a:r>
              <a:t>              11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0.21359223300970873,</a:t>
            </a:r>
          </a:p>
          <a:p>
            <a:r>
              <a:t>          "positive_count": 26,</a:t>
            </a:r>
          </a:p>
          <a:p>
            <a:r>
              <a:t>          "positive_rate": 0.06565656565656566,</a:t>
            </a:r>
          </a:p>
          <a:p>
            <a:r>
              <a:t>          "precision": 0.14285714285714285,</a:t>
            </a:r>
          </a:p>
          <a:p>
            <a:r>
              <a:t>          "recall": 0.4230769230769231,</a:t>
            </a:r>
          </a:p>
          <a:p>
            <a:r>
              <a:t>          "roc_auc": 0.6790540540540541,</a:t>
            </a:r>
          </a:p>
          <a:p>
            <a:r>
              <a:t>          "row_count": 396,</a:t>
            </a:r>
          </a:p>
          <a:p>
            <a:r>
              <a:t>          "threshold": 0.06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"Tasks/task-summaries/validate-refactored-model-per-dataset-20260927-134055/artifacts/cluster-run/mariadb/results/model/words_5/XGboost/refactored/metrics.json",</a:t>
            </a:r>
          </a:p>
          <a:p>
            <a:r>
              <a:t>      "blob_sha1": "2a1a4ae230a9016e37d8b187427b52c31543c746",</a:t>
            </a:r>
          </a:p>
          <a:p>
            <a:r>
              <a:t>      "sha256": "4680b113120e8058c705ea3e36e8c27d6067f8b3b533f0f8213438f509495d21",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0.6884422110552764,</a:t>
            </a:r>
          </a:p>
          <a:p>
            <a:r>
              <a:t>          "auc_prc": 0.23206109011115383,</a:t>
            </a:r>
          </a:p>
          <a:p>
            <a:r>
              <a:t>          "average_precision": 0.23886112061753123,</a:t>
            </a:r>
          </a:p>
          <a:p>
            <a:r>
              <a:t>          "balanced_accuracy": 0.5340759838497835,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255,</a:t>
            </a:r>
          </a:p>
          <a:p>
            <a:r>
              <a:t>              82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42,</a:t>
            </a:r>
          </a:p>
          <a:p>
            <a:r>
              <a:t>              19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0.23456790123456792,</a:t>
            </a:r>
          </a:p>
          <a:p>
            <a:r>
              <a:t>          "positive_count": 61,</a:t>
            </a:r>
          </a:p>
          <a:p>
            <a:r>
              <a:t>          "positive_rate": 0.15326633165829145,</a:t>
            </a:r>
          </a:p>
          <a:p>
            <a:r>
              <a:t>          "precision": 0.18811881188118812,</a:t>
            </a:r>
          </a:p>
          <a:p>
            <a:r>
              <a:t>          "recall": 0.3114754098360656,</a:t>
            </a:r>
          </a:p>
          <a:p>
            <a:r>
              <a:t>          "roc_auc": 0.5891667072043586,</a:t>
            </a:r>
          </a:p>
          <a:p>
            <a:r>
              <a:t>          "row_count": 398,</a:t>
            </a:r>
          </a:p>
          <a:p>
            <a:r>
              <a:t>          "threshold": 0.24999999999999994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0.7676767676767676,</a:t>
            </a:r>
          </a:p>
          <a:p>
            <a:r>
              <a:t>          "auc_prc": 0.10931537599576387,</a:t>
            </a:r>
          </a:p>
          <a:p>
            <a:r>
              <a:t>          "average_precision": 0.12291317991345675,</a:t>
            </a:r>
          </a:p>
          <a:p>
            <a:r>
              <a:t>          "balanced_accuracy": 0.6253638253638254,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292,</a:t>
            </a:r>
          </a:p>
          <a:p>
            <a:r>
              <a:t>              78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14,</a:t>
            </a:r>
          </a:p>
          <a:p>
            <a:r>
              <a:t>              12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0.20689655172413796,</a:t>
            </a:r>
          </a:p>
          <a:p>
            <a:r>
              <a:t>          "positive_count": 26,</a:t>
            </a:r>
          </a:p>
          <a:p>
            <a:r>
              <a:t>          "positive_rate": 0.06565656565656566,</a:t>
            </a:r>
          </a:p>
          <a:p>
            <a:r>
              <a:t>          "precision": 0.13333333333333333,</a:t>
            </a:r>
          </a:p>
          <a:p>
            <a:r>
              <a:t>          "recall": 0.46153846153846156,</a:t>
            </a:r>
          </a:p>
          <a:p>
            <a:r>
              <a:t>          "roc_auc": 0.648960498960499,</a:t>
            </a:r>
          </a:p>
          <a:p>
            <a:r>
              <a:t>          "row_count": 396,</a:t>
            </a:r>
          </a:p>
          <a:p>
            <a:r>
              <a:t>          "threshold": 0.24999999999999994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"Tasks/task-summaries/validate-refactored-model-per-dataset-20260927-134055/artifacts/cluster-run/mariadb/results/model/words_5/NN/baseline/metrics.json",</a:t>
            </a:r>
          </a:p>
          <a:p>
            <a:r>
              <a:t>      "blob_sha1": "8e377da44dd97cfd1a21aa464b7bac7678cb85f2",</a:t>
            </a:r>
          </a:p>
          <a:p>
            <a:r>
              <a:t>      "sha256": "3064bf715f846c2b99cae3156ddbaee18e470e8cfcf4b6dcca82b4c85eeb1d3f",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0.821608040201005,</a:t>
            </a:r>
          </a:p>
          <a:p>
            <a:r>
              <a:t>          "auc_prc": 0.14278376069183163,</a:t>
            </a:r>
          </a:p>
          <a:p>
            <a:r>
              <a:t>          "average_precision": 0.14898695337589465,</a:t>
            </a:r>
          </a:p>
          <a:p>
            <a:r>
              <a:t>          "balanced_accuracy": 0.505302330106533,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324,</a:t>
            </a:r>
          </a:p>
          <a:p>
            <a:r>
              <a:t>              13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58,</a:t>
            </a:r>
          </a:p>
          <a:p>
            <a:r>
              <a:t>              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0.07792207792207792,</a:t>
            </a:r>
          </a:p>
          <a:p>
            <a:r>
              <a:t>          "positive_count": 61,</a:t>
            </a:r>
          </a:p>
          <a:p>
            <a:r>
              <a:t>          "positive_rate": 0.15326633165829145,</a:t>
            </a:r>
          </a:p>
          <a:p>
            <a:r>
              <a:t>          "precision": 0.1875,</a:t>
            </a:r>
          </a:p>
          <a:p>
            <a:r>
              <a:t>          "recall": 0.04918032786885246,</a:t>
            </a:r>
          </a:p>
          <a:p>
            <a:r>
              <a:t>          "roc_auc": 0.4661185970715571,</a:t>
            </a:r>
          </a:p>
          <a:p>
            <a:r>
              <a:t>          "row_count": 398,</a:t>
            </a:r>
          </a:p>
          <a:p>
            <a:r>
              <a:t>          "threshold": 0.72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0.9242424242424242,</a:t>
            </a:r>
          </a:p>
          <a:p>
            <a:r>
              <a:t>          "auc_prc": 0.11187237087292004,</a:t>
            </a:r>
          </a:p>
          <a:p>
            <a:r>
              <a:t>          "average_precision": 0.12363327938963667,</a:t>
            </a:r>
          </a:p>
          <a:p>
            <a:r>
              <a:t>          "balanced_accuracy": 0.5661122661122662,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362,</a:t>
            </a:r>
          </a:p>
          <a:p>
            <a:r>
              <a:t>              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22,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0.21052631578947367,</a:t>
            </a:r>
          </a:p>
          <a:p>
            <a:r>
              <a:t>          "positive_count": 26,</a:t>
            </a:r>
          </a:p>
          <a:p>
            <a:r>
              <a:t>          "positive_rate": 0.06565656565656566,</a:t>
            </a:r>
          </a:p>
          <a:p>
            <a:r>
              <a:t>          "precision": 0.3333333333333333,</a:t>
            </a:r>
          </a:p>
          <a:p>
            <a:r>
              <a:t>          "recall": 0.15384615384615385,</a:t>
            </a:r>
          </a:p>
          <a:p>
            <a:r>
              <a:t>          "roc_auc": 0.5705821205821205,</a:t>
            </a:r>
          </a:p>
          <a:p>
            <a:r>
              <a:t>          "row_count": 396,</a:t>
            </a:r>
          </a:p>
          <a:p>
            <a:r>
              <a:t>          "threshold": 0.72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"Tasks/task-summaries/validate-refactored-model-per-dataset-20260927-134055/artifacts/cluster-run/mariadb/results/model/words_5/NN/refactored/metrics.json",</a:t>
            </a:r>
          </a:p>
          <a:p>
            <a:r>
              <a:t>      "blob_sha1": "f52ea367a67d48d5b99490dd134a5e9aef067a5f",</a:t>
            </a:r>
          </a:p>
          <a:p>
            <a:r>
              <a:t>      "sha256": "769cc3c51641394d8f4c3d947c60391e0c654dce16459c5624de5e19e48616d5",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0.6658291457286433,</a:t>
            </a:r>
          </a:p>
          <a:p>
            <a:r>
              <a:t>          "auc_prc": 0.1529669850464685,</a:t>
            </a:r>
          </a:p>
          <a:p>
            <a:r>
              <a:t>          "average_precision": 0.15817882515201742,</a:t>
            </a:r>
          </a:p>
          <a:p>
            <a:r>
              <a:t>          "balanced_accuracy": 0.4670185338327577,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254,</a:t>
            </a:r>
          </a:p>
          <a:p>
            <a:r>
              <a:t>              83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50,</a:t>
            </a:r>
          </a:p>
          <a:p>
            <a:r>
              <a:t>              11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0.14193548387096774,</a:t>
            </a:r>
          </a:p>
          <a:p>
            <a:r>
              <a:t>          "positive_count": 61,</a:t>
            </a:r>
          </a:p>
          <a:p>
            <a:r>
              <a:t>          "positive_rate": 0.15326633165829145,</a:t>
            </a:r>
          </a:p>
          <a:p>
            <a:r>
              <a:t>          "precision": 0.11702127659574468,</a:t>
            </a:r>
          </a:p>
          <a:p>
            <a:r>
              <a:t>          "recall": 0.18032786885245902,</a:t>
            </a:r>
          </a:p>
          <a:p>
            <a:r>
              <a:t>          "roc_auc": 0.5255144233107943,</a:t>
            </a:r>
          </a:p>
          <a:p>
            <a:r>
              <a:t>          "row_count": 398,</a:t>
            </a:r>
          </a:p>
          <a:p>
            <a:r>
              <a:t>          "threshold": 0.24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0.8207070707070707,</a:t>
            </a:r>
          </a:p>
          <a:p>
            <a:r>
              <a:t>          "auc_prc": 0.13187257882485118,</a:t>
            </a:r>
          </a:p>
          <a:p>
            <a:r>
              <a:t>          "average_precision": 0.13916196899106165,</a:t>
            </a:r>
          </a:p>
          <a:p>
            <a:r>
              <a:t>          "balanced_accuracy": 0.5822245322245323,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317,</a:t>
            </a:r>
          </a:p>
          <a:p>
            <a:r>
              <a:t>              53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0.1839080459770115,</a:t>
            </a:r>
          </a:p>
          <a:p>
            <a:r>
              <a:t>          "positive_count": 26,</a:t>
            </a:r>
          </a:p>
          <a:p>
            <a:r>
              <a:t>          "positive_rate": 0.06565656565656566,</a:t>
            </a:r>
          </a:p>
          <a:p>
            <a:r>
              <a:t>          "precision": 0.13114754098360656,</a:t>
            </a:r>
          </a:p>
          <a:p>
            <a:r>
              <a:t>          "recall": 0.3076923076923077,</a:t>
            </a:r>
          </a:p>
          <a:p>
            <a:r>
              <a:t>          "roc_auc": 0.5833679833679833,</a:t>
            </a:r>
          </a:p>
          <a:p>
            <a:r>
              <a:t>          "row_count": 396,</a:t>
            </a:r>
          </a:p>
          <a:p>
            <a:r>
              <a:t>          "threshold": 0.24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"Tasks/task-summaries/validate-refactored-model-per-dataset-20260927-134055/artifacts/cluster-run/mariadb/results/model/words_10/RF/baseline/metrics.json",</a:t>
            </a:r>
          </a:p>
          <a:p>
            <a:r>
              <a:t>      "blob_sha1": "3d20db1502513997e31cbc5fdb278f21ae2f0b9f",</a:t>
            </a:r>
          </a:p>
          <a:p>
            <a:r>
              <a:t>      "sha256": "e8fe24215451c2988996f14e82787e2d5458386bd873b29897f9fd27ae8ad077",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0.7864321608040201,</a:t>
            </a:r>
          </a:p>
          <a:p>
            <a:r>
              <a:t>          "auc_prc": 0.155084524931062,</a:t>
            </a:r>
          </a:p>
          <a:p>
            <a:r>
              <a:t>          "average_precision": 0.16548126800780694,</a:t>
            </a:r>
          </a:p>
          <a:p>
            <a:r>
              <a:t>          "balanced_accuracy": 0.511748844375963,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306,</a:t>
            </a:r>
          </a:p>
          <a:p>
            <a:r>
              <a:t>              48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37,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0.1414141414141414,</a:t>
            </a:r>
          </a:p>
          <a:p>
            <a:r>
              <a:t>          "positive_count": 44,</a:t>
            </a:r>
          </a:p>
          <a:p>
            <a:r>
              <a:t>          "positive_rate": 0.11055276381909548,</a:t>
            </a:r>
          </a:p>
          <a:p>
            <a:r>
              <a:t>          "precision": 0.12727272727272726,</a:t>
            </a:r>
          </a:p>
          <a:p>
            <a:r>
              <a:t>          "recall": 0.1590909090909091,</a:t>
            </a:r>
          </a:p>
          <a:p>
            <a:r>
              <a:t>          "roc_auc": 0.6271828454031844,</a:t>
            </a:r>
          </a:p>
          <a:p>
            <a:r>
              <a:t>          "row_count": 398,</a:t>
            </a:r>
          </a:p>
          <a:p>
            <a:r>
              <a:t>          "threshold": 0.12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0.9040404040404041,</a:t>
            </a:r>
          </a:p>
          <a:p>
            <a:r>
              <a:t>          "auc_prc": 0.21691554245809694,</a:t>
            </a:r>
          </a:p>
          <a:p>
            <a:r>
              <a:t>          "average_precision": 0.22772906050004368,</a:t>
            </a:r>
          </a:p>
          <a:p>
            <a:r>
              <a:t>          "balanced_accuracy": 0.7116402116402116,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349,</a:t>
            </a:r>
          </a:p>
          <a:p>
            <a:r>
              <a:t>              29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0.32142857142857145,</a:t>
            </a:r>
          </a:p>
          <a:p>
            <a:r>
              <a:t>          "positive_count": 18,</a:t>
            </a:r>
          </a:p>
          <a:p>
            <a:r>
              <a:t>          "positive_rate": 0.045454545454545456,</a:t>
            </a:r>
          </a:p>
          <a:p>
            <a:r>
              <a:t>          "precision": 0.23684210526315788,</a:t>
            </a:r>
          </a:p>
          <a:p>
            <a:r>
              <a:t>          "recall": 0.5,</a:t>
            </a:r>
          </a:p>
          <a:p>
            <a:r>
              <a:t>          "roc_auc": 0.8578777189888301,</a:t>
            </a:r>
          </a:p>
          <a:p>
            <a:r>
              <a:t>          "row_count": 396,</a:t>
            </a:r>
          </a:p>
          <a:p>
            <a:r>
              <a:t>          "threshold": 0.12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"Tasks/task-summaries/validate-refactored-model-per-dataset-20260927-134055/artifacts/cluster-run/mariadb/results/model/words_10/RF/refactored/metrics.json",</a:t>
            </a:r>
          </a:p>
          <a:p>
            <a:r>
              <a:t>      "blob_sha1": "1a298861da4dc0741fa54f3440851847ff19fa1d",</a:t>
            </a:r>
          </a:p>
          <a:p>
            <a:r>
              <a:t>      "sha256": "e3f874ff413dada11d9e511a5803ef5fb790f2383e27db26a4ebacc2e4313b89",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0.7964824120603015,</a:t>
            </a:r>
          </a:p>
          <a:p>
            <a:r>
              <a:t>          "auc_prc": 0.15312526347919947,</a:t>
            </a:r>
          </a:p>
          <a:p>
            <a:r>
              <a:t>          "average_precision": 0.16169122170287892,</a:t>
            </a:r>
          </a:p>
          <a:p>
            <a:r>
              <a:t>          "balanced_accuracy": 0.5373009758602979,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308,</a:t>
            </a:r>
          </a:p>
          <a:p>
            <a:r>
              <a:t>              46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35,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0.18181818181818185,</a:t>
            </a:r>
          </a:p>
          <a:p>
            <a:r>
              <a:t>          "positive_count": 44,</a:t>
            </a:r>
          </a:p>
          <a:p>
            <a:r>
              <a:t>          "positive_rate": 0.11055276381909548,</a:t>
            </a:r>
          </a:p>
          <a:p>
            <a:r>
              <a:t>          "precision": 0.16363636363636364,</a:t>
            </a:r>
          </a:p>
          <a:p>
            <a:r>
              <a:t>          "recall": 0.20454545454545456,</a:t>
            </a:r>
          </a:p>
          <a:p>
            <a:r>
              <a:t>          "roc_auc": 0.6255778120184899,</a:t>
            </a:r>
          </a:p>
          <a:p>
            <a:r>
              <a:t>          "row_count": 398,</a:t>
            </a:r>
          </a:p>
          <a:p>
            <a:r>
              <a:t>          "threshold": 0.26999999999999996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0.898989898989899,</a:t>
            </a:r>
          </a:p>
          <a:p>
            <a:r>
              <a:t>          "auc_prc": 0.21366425085717697,</a:t>
            </a:r>
          </a:p>
          <a:p>
            <a:r>
              <a:t>          "average_precision": 0.22498315903232935,</a:t>
            </a:r>
          </a:p>
          <a:p>
            <a:r>
              <a:t>          "balanced_accuracy": 0.7089947089947091,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347,</a:t>
            </a:r>
          </a:p>
          <a:p>
            <a:r>
              <a:t>              31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0.3103448275862069,</a:t>
            </a:r>
          </a:p>
          <a:p>
            <a:r>
              <a:t>          "positive_count": 18,</a:t>
            </a:r>
          </a:p>
          <a:p>
            <a:r>
              <a:t>          "positive_rate": 0.045454545454545456,</a:t>
            </a:r>
          </a:p>
          <a:p>
            <a:r>
              <a:t>          "precision": 0.225,</a:t>
            </a:r>
          </a:p>
          <a:p>
            <a:r>
              <a:t>          "recall": 0.5,</a:t>
            </a:r>
          </a:p>
          <a:p>
            <a:r>
              <a:t>          "roc_auc": 0.8534685479129923,</a:t>
            </a:r>
          </a:p>
          <a:p>
            <a:r>
              <a:t>          "row_count": 396,</a:t>
            </a:r>
          </a:p>
          <a:p>
            <a:r>
              <a:t>          "threshold": 0.26999999999999996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"Tasks/task-summaries/validate-refactored-model-per-dataset-20260927-134055/artifacts/cluster-run/mariadb/results/model/words_10/XGboost/baseline/metrics.json",</a:t>
            </a:r>
          </a:p>
          <a:p>
            <a:r>
              <a:t>      "blob_sha1": "3d3dd9ae2376f3f60c14be0cc5fc6acafa163ffc",</a:t>
            </a:r>
          </a:p>
          <a:p>
            <a:r>
              <a:t>      "sha256": "c823c13c44ad8ae1ae84013ae8f07fbc242f059e7ea191c16d7b4ef30431cb23",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0.6959798994974874,</a:t>
            </a:r>
          </a:p>
          <a:p>
            <a:r>
              <a:t>          "auc_prc": 0.16832806629788405,</a:t>
            </a:r>
          </a:p>
          <a:p>
            <a:r>
              <a:t>          "average_precision": 0.17426389739235815,</a:t>
            </a:r>
          </a:p>
          <a:p>
            <a:r>
              <a:t>          "balanced_accuracy": 0.5106574216743709,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265,</a:t>
            </a:r>
          </a:p>
          <a:p>
            <a:r>
              <a:t>              89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32,</a:t>
            </a:r>
          </a:p>
          <a:p>
            <a:r>
              <a:t>              12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0.16551724137931034,</a:t>
            </a:r>
          </a:p>
          <a:p>
            <a:r>
              <a:t>          "positive_count": 44,</a:t>
            </a:r>
          </a:p>
          <a:p>
            <a:r>
              <a:t>          "positive_rate": 0.11055276381909548,</a:t>
            </a:r>
          </a:p>
          <a:p>
            <a:r>
              <a:t>          "precision": 0.1188118811881188,</a:t>
            </a:r>
          </a:p>
          <a:p>
            <a:r>
              <a:t>          "recall": 0.2727272727272727,</a:t>
            </a:r>
          </a:p>
          <a:p>
            <a:r>
              <a:t>          "roc_auc": 0.5871212121212122,</a:t>
            </a:r>
          </a:p>
          <a:p>
            <a:r>
              <a:t>          "row_count": 398,</a:t>
            </a:r>
          </a:p>
          <a:p>
            <a:r>
              <a:t>          "threshold": 0.05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0.803030303030303,</a:t>
            </a:r>
          </a:p>
          <a:p>
            <a:r>
              <a:t>          "auc_prc": 0.14421101291658234,</a:t>
            </a:r>
          </a:p>
          <a:p>
            <a:r>
              <a:t>          "average_precision": 0.14939194705792155,</a:t>
            </a:r>
          </a:p>
          <a:p>
            <a:r>
              <a:t>          "balanced_accuracy": 0.6851851851851851,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308,</a:t>
            </a:r>
          </a:p>
          <a:p>
            <a:r>
              <a:t>              70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0.20408163265306123,</a:t>
            </a:r>
          </a:p>
          <a:p>
            <a:r>
              <a:t>          "positive_count": 18,</a:t>
            </a:r>
          </a:p>
          <a:p>
            <a:r>
              <a:t>          "positive_rate": 0.045454545454545456,</a:t>
            </a:r>
          </a:p>
          <a:p>
            <a:r>
              <a:t>          "precision": 0.125,</a:t>
            </a:r>
          </a:p>
          <a:p>
            <a:r>
              <a:t>          "recall": 0.5555555555555556,</a:t>
            </a:r>
          </a:p>
          <a:p>
            <a:r>
              <a:t>          "roc_auc": 0.7710905349794238,</a:t>
            </a:r>
          </a:p>
          <a:p>
            <a:r>
              <a:t>          "row_count": 396,</a:t>
            </a:r>
          </a:p>
          <a:p>
            <a:r>
              <a:t>          "threshold": 0.05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"Tasks/task-summaries/validate-refactored-model-per-dataset-20260927-134055/artifacts/cluster-run/mariadb/results/model/words_10/XGboost/refactored/metrics.json",</a:t>
            </a:r>
          </a:p>
          <a:p>
            <a:r>
              <a:t>      "blob_sha1": "b3ad287c1e1ed680c821e300eed10da5dde0e9be",</a:t>
            </a:r>
          </a:p>
          <a:p>
            <a:r>
              <a:t>      "sha256": "2400b566590dbe6e79d09f4196c52cb001618c6f3dc6c34fdaf2872464a0daec",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0.7010050251256281,</a:t>
            </a:r>
          </a:p>
          <a:p>
            <a:r>
              <a:t>          "auc_prc": 0.1495819193378694,</a:t>
            </a:r>
          </a:p>
          <a:p>
            <a:r>
              <a:t>          "average_precision": 0.16189555275475986,</a:t>
            </a:r>
          </a:p>
          <a:p>
            <a:r>
              <a:t>          "balanced_accuracy": 0.5035310734463276,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268,</a:t>
            </a:r>
          </a:p>
          <a:p>
            <a:r>
              <a:t>              86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33,</a:t>
            </a:r>
          </a:p>
          <a:p>
            <a:r>
              <a:t>              11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0.15602836879432624,</a:t>
            </a:r>
          </a:p>
          <a:p>
            <a:r>
              <a:t>          "positive_count": 44,</a:t>
            </a:r>
          </a:p>
          <a:p>
            <a:r>
              <a:t>          "positive_rate": 0.11055276381909548,</a:t>
            </a:r>
          </a:p>
          <a:p>
            <a:r>
              <a:t>          "precision": 0.1134020618556701,</a:t>
            </a:r>
          </a:p>
          <a:p>
            <a:r>
              <a:t>          "recall": 0.25,</a:t>
            </a:r>
          </a:p>
          <a:p>
            <a:r>
              <a:t>          "roc_auc": 0.5829160246533128,</a:t>
            </a:r>
          </a:p>
          <a:p>
            <a:r>
              <a:t>          "row_count": 398,</a:t>
            </a:r>
          </a:p>
          <a:p>
            <a:r>
              <a:t>          "threshold": 0.20999999999999996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0.8308080808080808,</a:t>
            </a:r>
          </a:p>
          <a:p>
            <a:r>
              <a:t>          "auc_prc": 0.16719668802043436,</a:t>
            </a:r>
          </a:p>
          <a:p>
            <a:r>
              <a:t>          "average_precision": 0.17657028242148332,</a:t>
            </a:r>
          </a:p>
          <a:p>
            <a:r>
              <a:t>          "balanced_accuracy": 0.6997354497354498,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319,</a:t>
            </a:r>
          </a:p>
          <a:p>
            <a:r>
              <a:t>              59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0.2298850574712644,</a:t>
            </a:r>
          </a:p>
          <a:p>
            <a:r>
              <a:t>          "positive_count": 18,</a:t>
            </a:r>
          </a:p>
          <a:p>
            <a:r>
              <a:t>          "positive_rate": 0.045454545454545456,</a:t>
            </a:r>
          </a:p>
          <a:p>
            <a:r>
              <a:t>          "precision": 0.14492753623188406,</a:t>
            </a:r>
          </a:p>
          <a:p>
            <a:r>
              <a:t>          "recall": 0.5555555555555556,</a:t>
            </a:r>
          </a:p>
          <a:p>
            <a:r>
              <a:t>          "roc_auc": 0.7852733686067019,</a:t>
            </a:r>
          </a:p>
          <a:p>
            <a:r>
              <a:t>          "row_count": 396,</a:t>
            </a:r>
          </a:p>
          <a:p>
            <a:r>
              <a:t>          "threshold": 0.20999999999999996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"Tasks/task-summaries/validate-refactored-model-per-dataset-20260927-134055/artifacts/cluster-run/mariadb/results/model/words_10/NN/baseline/metrics.json",</a:t>
            </a:r>
          </a:p>
          <a:p>
            <a:r>
              <a:t>      "blob_sha1": "e24b082c37e156ea7a62e05d85dde13089568211",</a:t>
            </a:r>
          </a:p>
          <a:p>
            <a:r>
              <a:t>      "sha256": "86e08647003a663d3965c0994239bef9cab9b436357f501aca70db6d5ad27ef5",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0.821608040201005,</a:t>
            </a:r>
          </a:p>
          <a:p>
            <a:r>
              <a:t>          "auc_prc": 0.11992690496771927,</a:t>
            </a:r>
          </a:p>
          <a:p>
            <a:r>
              <a:t>          "average_precision": 0.12643143164242038,</a:t>
            </a:r>
          </a:p>
          <a:p>
            <a:r>
              <a:t>          "balanced_accuracy": 0.5016692347200822,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323,</a:t>
            </a:r>
          </a:p>
          <a:p>
            <a:r>
              <a:t>              31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40,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0.10126582278481013,</a:t>
            </a:r>
          </a:p>
          <a:p>
            <a:r>
              <a:t>          "positive_count": 44,</a:t>
            </a:r>
          </a:p>
          <a:p>
            <a:r>
              <a:t>          "positive_rate": 0.11055276381909548,</a:t>
            </a:r>
          </a:p>
          <a:p>
            <a:r>
              <a:t>          "precision": 0.11428571428571428,</a:t>
            </a:r>
          </a:p>
          <a:p>
            <a:r>
              <a:t>          "recall": 0.09090909090909091,</a:t>
            </a:r>
          </a:p>
          <a:p>
            <a:r>
              <a:t>          "roc_auc": 0.5401258346173601,</a:t>
            </a:r>
          </a:p>
          <a:p>
            <a:r>
              <a:t>          "row_count": 398,</a:t>
            </a:r>
          </a:p>
          <a:p>
            <a:r>
              <a:t>          "threshold": 0.14999999999999997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0.9065656565656566,</a:t>
            </a:r>
          </a:p>
          <a:p>
            <a:r>
              <a:t>          "auc_prc": 0.14759134366161503,</a:t>
            </a:r>
          </a:p>
          <a:p>
            <a:r>
              <a:t>          "average_precision": 0.1743177958033577,</a:t>
            </a:r>
          </a:p>
          <a:p>
            <a:r>
              <a:t>          "balanced_accuracy": 0.6335978835978836,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353,</a:t>
            </a:r>
          </a:p>
          <a:p>
            <a:r>
              <a:t>              25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12,</a:t>
            </a:r>
          </a:p>
          <a:p>
            <a:r>
              <a:t>              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0.24489795918367346,</a:t>
            </a:r>
          </a:p>
          <a:p>
            <a:r>
              <a:t>          "positive_count": 18,</a:t>
            </a:r>
          </a:p>
          <a:p>
            <a:r>
              <a:t>          "positive_rate": 0.045454545454545456,</a:t>
            </a:r>
          </a:p>
          <a:p>
            <a:r>
              <a:t>          "precision": 0.1935483870967742,</a:t>
            </a:r>
          </a:p>
          <a:p>
            <a:r>
              <a:t>          "recall": 0.3333333333333333,</a:t>
            </a:r>
          </a:p>
          <a:p>
            <a:r>
              <a:t>          "roc_auc": 0.7047325102880658,</a:t>
            </a:r>
          </a:p>
          <a:p>
            <a:r>
              <a:t>          "row_count": 396,</a:t>
            </a:r>
          </a:p>
          <a:p>
            <a:r>
              <a:t>          "threshold": 0.14999999999999997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"Tasks/task-summaries/validate-refactored-model-per-dataset-20260927-134055/artifacts/cluster-run/mariadb/results/model/words_10/NN/refactored/metrics.json",</a:t>
            </a:r>
          </a:p>
          <a:p>
            <a:r>
              <a:t>      "blob_sha1": "a3692bfc8355cc86aeb6113d01c266ce671c3e38",</a:t>
            </a:r>
          </a:p>
          <a:p>
            <a:r>
              <a:t>      "sha256": "fe609d3c3177525dbb14a26d6b6962a016dfd178660a63e50a6b683457e3bee7",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0.8140703517587939,</a:t>
            </a:r>
          </a:p>
          <a:p>
            <a:r>
              <a:t>          "auc_prc": 0.11623167135567666,</a:t>
            </a:r>
          </a:p>
          <a:p>
            <a:r>
              <a:t>          "average_precision": 0.1237486743939098,</a:t>
            </a:r>
          </a:p>
          <a:p>
            <a:r>
              <a:t>          "balanced_accuracy": 0.47752953261427833,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322,</a:t>
            </a:r>
          </a:p>
          <a:p>
            <a:r>
              <a:t>              32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42,</a:t>
            </a:r>
          </a:p>
          <a:p>
            <a:r>
              <a:t>              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0.05128205128205128,</a:t>
            </a:r>
          </a:p>
          <a:p>
            <a:r>
              <a:t>          "positive_count": 44,</a:t>
            </a:r>
          </a:p>
          <a:p>
            <a:r>
              <a:t>          "positive_rate": 0.11055276381909548,</a:t>
            </a:r>
          </a:p>
          <a:p>
            <a:r>
              <a:t>          "precision": 0.058823529411764705,</a:t>
            </a:r>
          </a:p>
          <a:p>
            <a:r>
              <a:t>          "recall": 0.045454545454545456,</a:t>
            </a:r>
          </a:p>
          <a:p>
            <a:r>
              <a:t>          "roc_auc": 0.5351181304571135,</a:t>
            </a:r>
          </a:p>
          <a:p>
            <a:r>
              <a:t>          "row_count": 398,</a:t>
            </a:r>
          </a:p>
          <a:p>
            <a:r>
              <a:t>          "threshold": 0.6399999999999999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0.9217171717171717,</a:t>
            </a:r>
          </a:p>
          <a:p>
            <a:r>
              <a:t>          "auc_prc": 0.16420768919572565,</a:t>
            </a:r>
          </a:p>
          <a:p>
            <a:r>
              <a:t>          "average_precision": 0.18731575124825953,</a:t>
            </a:r>
          </a:p>
          <a:p>
            <a:r>
              <a:t>          "balanced_accuracy": 0.6415343915343915,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359,</a:t>
            </a:r>
          </a:p>
          <a:p>
            <a:r>
              <a:t>              19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12,</a:t>
            </a:r>
          </a:p>
          <a:p>
            <a:r>
              <a:t>              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0.27906976744186046,</a:t>
            </a:r>
          </a:p>
          <a:p>
            <a:r>
              <a:t>          "positive_count": 18,</a:t>
            </a:r>
          </a:p>
          <a:p>
            <a:r>
              <a:t>          "positive_rate": 0.045454545454545456,</a:t>
            </a:r>
          </a:p>
          <a:p>
            <a:r>
              <a:t>          "precision": 0.24,</a:t>
            </a:r>
          </a:p>
          <a:p>
            <a:r>
              <a:t>          "recall": 0.3333333333333333,</a:t>
            </a:r>
          </a:p>
          <a:p>
            <a:r>
              <a:t>          "roc_auc": 0.7391240446796002,</a:t>
            </a:r>
          </a:p>
          <a:p>
            <a:r>
              <a:t>          "row_count": 396,</a:t>
            </a:r>
          </a:p>
          <a:p>
            <a:r>
              <a:t>          "threshold": 0.6399999999999999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"Tasks/task-summaries/validate-refactored-model-per-dataset-20260927-134055/artifacts/cluster-run/mariadb/results/model/words_15/RF/baseline/metrics.json",</a:t>
            </a:r>
          </a:p>
          <a:p>
            <a:r>
              <a:t>      "blob_sha1": "a414c48634e3b9ec860592540a391b57ec575ea2",</a:t>
            </a:r>
          </a:p>
          <a:p>
            <a:r>
              <a:t>      "sha256": "a0637cdeced199efb33b305e6fe5fb16df8db23126df61e39301f9c07a86d6dc",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0.8241206030150754,</a:t>
            </a:r>
          </a:p>
          <a:p>
            <a:r>
              <a:t>          "auc_prc": 0.11451717457962302,</a:t>
            </a:r>
          </a:p>
          <a:p>
            <a:r>
              <a:t>          "average_precision": 0.1213994903773975,</a:t>
            </a:r>
          </a:p>
          <a:p>
            <a:r>
              <a:t>          "balanced_accuracy": 0.5182233291822333,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323,</a:t>
            </a:r>
          </a:p>
          <a:p>
            <a:r>
              <a:t>              42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0.125,</a:t>
            </a:r>
          </a:p>
          <a:p>
            <a:r>
              <a:t>          "positive_count": 33,</a:t>
            </a:r>
          </a:p>
          <a:p>
            <a:r>
              <a:t>          "positive_rate": 0.0829145728643216,</a:t>
            </a:r>
          </a:p>
          <a:p>
            <a:r>
              <a:t>          "precision": 0.10638297872340426,</a:t>
            </a:r>
          </a:p>
          <a:p>
            <a:r>
              <a:t>          "recall": 0.15151515151515152,</a:t>
            </a:r>
          </a:p>
          <a:p>
            <a:r>
              <a:t>          "roc_auc": 0.6457036114570361,</a:t>
            </a:r>
          </a:p>
          <a:p>
            <a:r>
              <a:t>          "row_count": 398,</a:t>
            </a:r>
          </a:p>
          <a:p>
            <a:r>
              <a:t>          "threshold": 0.10999999999999999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0.9040404040404041,</a:t>
            </a:r>
          </a:p>
          <a:p>
            <a:r>
              <a:t>          "auc_prc": 0.20286980808366226,</a:t>
            </a:r>
          </a:p>
          <a:p>
            <a:r>
              <a:t>          "average_precision": 0.21362288507036412,</a:t>
            </a:r>
          </a:p>
          <a:p>
            <a:r>
              <a:t>          "balanced_accuracy": 0.6805921052631578,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351,</a:t>
            </a:r>
          </a:p>
          <a:p>
            <a:r>
              <a:t>              29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0.2692307692307693,</a:t>
            </a:r>
          </a:p>
          <a:p>
            <a:r>
              <a:t>          "positive_count": 16,</a:t>
            </a:r>
          </a:p>
          <a:p>
            <a:r>
              <a:t>          "positive_rate": 0.04040404040404041,</a:t>
            </a:r>
          </a:p>
          <a:p>
            <a:r>
              <a:t>          "precision": 0.19444444444444445,</a:t>
            </a:r>
          </a:p>
          <a:p>
            <a:r>
              <a:t>          "recall": 0.4375,</a:t>
            </a:r>
          </a:p>
          <a:p>
            <a:r>
              <a:t>          "roc_auc": 0.8636513157894737,</a:t>
            </a:r>
          </a:p>
          <a:p>
            <a:r>
              <a:t>          "row_count": 396,</a:t>
            </a:r>
          </a:p>
          <a:p>
            <a:r>
              <a:t>          "threshold": 0.10999999999999999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"Tasks/task-summaries/validate-refactored-model-per-dataset-20260927-134055/artifacts/cluster-run/mariadb/results/model/words_15/RF/refactored/metrics.json",</a:t>
            </a:r>
          </a:p>
          <a:p>
            <a:r>
              <a:t>      "blob_sha1": "9434660bfd61dc330919b63e84703a72dc985b78",</a:t>
            </a:r>
          </a:p>
          <a:p>
            <a:r>
              <a:t>      "sha256": "5100bd8ea48e7d79059eb2b11acb914c6b18f2fd59c9270797ded6c8d3227ec1",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0.8391959798994975,</a:t>
            </a:r>
          </a:p>
          <a:p>
            <a:r>
              <a:t>          "auc_prc": 0.12758952325295406,</a:t>
            </a:r>
          </a:p>
          <a:p>
            <a:r>
              <a:t>          "average_precision": 0.13608058628710934,</a:t>
            </a:r>
          </a:p>
          <a:p>
            <a:r>
              <a:t>          "balanced_accuracy": 0.5402241594022416,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328,</a:t>
            </a:r>
          </a:p>
          <a:p>
            <a:r>
              <a:t>              37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27,</a:t>
            </a:r>
          </a:p>
          <a:p>
            <a:r>
              <a:t>              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0.15789473684210528,</a:t>
            </a:r>
          </a:p>
          <a:p>
            <a:r>
              <a:t>          "positive_count": 33,</a:t>
            </a:r>
          </a:p>
          <a:p>
            <a:r>
              <a:t>          "positive_rate": 0.0829145728643216,</a:t>
            </a:r>
          </a:p>
          <a:p>
            <a:r>
              <a:t>          "precision": 0.13953488372093023,</a:t>
            </a:r>
          </a:p>
          <a:p>
            <a:r>
              <a:t>          "recall": 0.18181818181818182,</a:t>
            </a:r>
          </a:p>
          <a:p>
            <a:r>
              <a:t>          "roc_auc": 0.6672893316728933,</a:t>
            </a:r>
          </a:p>
          <a:p>
            <a:r>
              <a:t>          "row_count": 398,</a:t>
            </a:r>
          </a:p>
          <a:p>
            <a:r>
              <a:t>          "threshold": 0.3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0.9090909090909091,</a:t>
            </a:r>
          </a:p>
          <a:p>
            <a:r>
              <a:t>          "auc_prc": 0.20271339356795348,</a:t>
            </a:r>
          </a:p>
          <a:p>
            <a:r>
              <a:t>          "average_precision": 0.21416433463439763,</a:t>
            </a:r>
          </a:p>
          <a:p>
            <a:r>
              <a:t>          "balanced_accuracy": 0.7131578947368421,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352,</a:t>
            </a:r>
          </a:p>
          <a:p>
            <a:r>
              <a:t>              28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0.30769230769230765,</a:t>
            </a:r>
          </a:p>
          <a:p>
            <a:r>
              <a:t>          "positive_count": 16,</a:t>
            </a:r>
          </a:p>
          <a:p>
            <a:r>
              <a:t>          "positive_rate": 0.04040404040404041,</a:t>
            </a:r>
          </a:p>
          <a:p>
            <a:r>
              <a:t>          "precision": 0.2222222222222222,</a:t>
            </a:r>
          </a:p>
          <a:p>
            <a:r>
              <a:t>          "recall": 0.5,</a:t>
            </a:r>
          </a:p>
          <a:p>
            <a:r>
              <a:t>          "roc_auc": 0.8501644736842106,</a:t>
            </a:r>
          </a:p>
          <a:p>
            <a:r>
              <a:t>          "row_count": 396,</a:t>
            </a:r>
          </a:p>
          <a:p>
            <a:r>
              <a:t>          "threshold": 0.3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"Tasks/task-summaries/validate-refactored-model-per-dataset-20260927-134055/artifacts/cluster-run/mariadb/results/model/words_15/XGboost/baseline/metrics.json",</a:t>
            </a:r>
          </a:p>
          <a:p>
            <a:r>
              <a:t>      "blob_sha1": "a4101f4d1070d3a86fe6dadabfe603a1b2b4e85b",</a:t>
            </a:r>
          </a:p>
          <a:p>
            <a:r>
              <a:t>      "sha256": "e01886819e863c99f86a95c668d3af6e10fa470663c9141ffb647fa78144b1e2",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0.7864321608040201,</a:t>
            </a:r>
          </a:p>
          <a:p>
            <a:r>
              <a:t>          "auc_prc": 0.14332944008782145,</a:t>
            </a:r>
          </a:p>
          <a:p>
            <a:r>
              <a:t>          "average_precision": 0.14989269237450586,</a:t>
            </a:r>
          </a:p>
          <a:p>
            <a:r>
              <a:t>          "balanced_accuracy": 0.4976753839767538,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308,</a:t>
            </a:r>
          </a:p>
          <a:p>
            <a:r>
              <a:t>              57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0.10526315789473684,</a:t>
            </a:r>
          </a:p>
          <a:p>
            <a:r>
              <a:t>          "positive_count": 33,</a:t>
            </a:r>
          </a:p>
          <a:p>
            <a:r>
              <a:t>          "positive_rate": 0.0829145728643216,</a:t>
            </a:r>
          </a:p>
          <a:p>
            <a:r>
              <a:t>          "precision": 0.08064516129032258,</a:t>
            </a:r>
          </a:p>
          <a:p>
            <a:r>
              <a:t>          "recall": 0.15151515151515152,</a:t>
            </a:r>
          </a:p>
          <a:p>
            <a:r>
              <a:t>          "roc_auc": 0.6295143212951432,</a:t>
            </a:r>
          </a:p>
          <a:p>
            <a:r>
              <a:t>          "row_count": 398,</a:t>
            </a:r>
          </a:p>
          <a:p>
            <a:r>
              <a:t>          "threshold": 0.05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0.8914141414141414,</a:t>
            </a:r>
          </a:p>
          <a:p>
            <a:r>
              <a:t>          "auc_prc": 0.15171627344802294,</a:t>
            </a:r>
          </a:p>
          <a:p>
            <a:r>
              <a:t>          "average_precision": 0.15827324573414095,</a:t>
            </a:r>
          </a:p>
          <a:p>
            <a:r>
              <a:t>          "balanced_accuracy": 0.5542763157894737,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350,</a:t>
            </a:r>
          </a:p>
          <a:p>
            <a:r>
              <a:t>              30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13,</a:t>
            </a:r>
          </a:p>
          <a:p>
            <a:r>
              <a:t>              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0.12244897959183672,</a:t>
            </a:r>
          </a:p>
          <a:p>
            <a:r>
              <a:t>          "positive_count": 16,</a:t>
            </a:r>
          </a:p>
          <a:p>
            <a:r>
              <a:t>          "positive_rate": 0.04040404040404041,</a:t>
            </a:r>
          </a:p>
          <a:p>
            <a:r>
              <a:t>          "precision": 0.09090909090909091,</a:t>
            </a:r>
          </a:p>
          <a:p>
            <a:r>
              <a:t>          "recall": 0.1875,</a:t>
            </a:r>
          </a:p>
          <a:p>
            <a:r>
              <a:t>          "roc_auc": 0.8072368421052631,</a:t>
            </a:r>
          </a:p>
          <a:p>
            <a:r>
              <a:t>          "row_count": 396,</a:t>
            </a:r>
          </a:p>
          <a:p>
            <a:r>
              <a:t>          "threshold": 0.05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"Tasks/task-summaries/validate-refactored-model-per-dataset-20260927-134055/artifacts/cluster-run/mariadb/results/model/words_15/XGboost/refactored/metrics.json",</a:t>
            </a:r>
          </a:p>
          <a:p>
            <a:r>
              <a:t>      "blob_sha1": "f117a15f6fb0971d389b9cca44698e6545c5ec75",</a:t>
            </a:r>
          </a:p>
          <a:p>
            <a:r>
              <a:t>      "sha256": "30c76a92184a1c53feb70c59ad8a67e0dd46389fc40f397050f754ad5e4374bf",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0.821608040201005,</a:t>
            </a:r>
          </a:p>
          <a:p>
            <a:r>
              <a:t>          "auc_prc": 0.14992490501659775,</a:t>
            </a:r>
          </a:p>
          <a:p>
            <a:r>
              <a:t>          "average_precision": 0.162225800346665,</a:t>
            </a:r>
          </a:p>
          <a:p>
            <a:r>
              <a:t>          "balanced_accuracy": 0.5444167704441677,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320,</a:t>
            </a:r>
          </a:p>
          <a:p>
            <a:r>
              <a:t>              45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26,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0.16470588235294117,</a:t>
            </a:r>
          </a:p>
          <a:p>
            <a:r>
              <a:t>          "positive_count": 33,</a:t>
            </a:r>
          </a:p>
          <a:p>
            <a:r>
              <a:t>          "positive_rate": 0.0829145728643216,</a:t>
            </a:r>
          </a:p>
          <a:p>
            <a:r>
              <a:t>          "precision": 0.1346153846153846,</a:t>
            </a:r>
          </a:p>
          <a:p>
            <a:r>
              <a:t>          "recall": 0.21212121212121213,</a:t>
            </a:r>
          </a:p>
          <a:p>
            <a:r>
              <a:t>          "roc_auc": 0.710170195101702,</a:t>
            </a:r>
          </a:p>
          <a:p>
            <a:r>
              <a:t>          "row_count": 398,</a:t>
            </a:r>
          </a:p>
          <a:p>
            <a:r>
              <a:t>          "threshold": 0.3999999999999999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0.9090909090909091,</a:t>
            </a:r>
          </a:p>
          <a:p>
            <a:r>
              <a:t>          "auc_prc": 0.12344944513879302,</a:t>
            </a:r>
          </a:p>
          <a:p>
            <a:r>
              <a:t>          "average_precision": 0.1473979169928029,</a:t>
            </a:r>
          </a:p>
          <a:p>
            <a:r>
              <a:t>          "balanced_accuracy": 0.6832236842105264,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353,</a:t>
            </a:r>
          </a:p>
          <a:p>
            <a:r>
              <a:t>              27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0.28,</a:t>
            </a:r>
          </a:p>
          <a:p>
            <a:r>
              <a:t>          "positive_count": 16,</a:t>
            </a:r>
          </a:p>
          <a:p>
            <a:r>
              <a:t>          "positive_rate": 0.04040404040404041,</a:t>
            </a:r>
          </a:p>
          <a:p>
            <a:r>
              <a:t>          "precision": 0.20588235294117646,</a:t>
            </a:r>
          </a:p>
          <a:p>
            <a:r>
              <a:t>          "recall": 0.4375,</a:t>
            </a:r>
          </a:p>
          <a:p>
            <a:r>
              <a:t>          "roc_auc": 0.8046875,</a:t>
            </a:r>
          </a:p>
          <a:p>
            <a:r>
              <a:t>          "row_count": 396,</a:t>
            </a:r>
          </a:p>
          <a:p>
            <a:r>
              <a:t>          "threshold": 0.3999999999999999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"Tasks/task-summaries/validate-refactored-model-per-dataset-20260927-134055/artifacts/cluster-run/mariadb/results/model/words_15/NN/baseline/metrics.json",</a:t>
            </a:r>
          </a:p>
          <a:p>
            <a:r>
              <a:t>      "blob_sha1": "f4cb3f90658acbaae8e08c674451ac208235435b",</a:t>
            </a:r>
          </a:p>
          <a:p>
            <a:r>
              <a:t>      "sha256": "a33e18882986d96c57115fbe78f6312159c1bcc12e89f47ee5df20aaad1626f5",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0.7989949748743719,</a:t>
            </a:r>
          </a:p>
          <a:p>
            <a:r>
              <a:t>          "auc_prc": 0.10881496705402251,</a:t>
            </a:r>
          </a:p>
          <a:p>
            <a:r>
              <a:t>          "average_precision": 0.11289825475418147,</a:t>
            </a:r>
          </a:p>
          <a:p>
            <a:r>
              <a:t>          "balanced_accuracy": 0.504524699045247,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313,</a:t>
            </a:r>
          </a:p>
          <a:p>
            <a:r>
              <a:t>              52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0.1111111111111111,</a:t>
            </a:r>
          </a:p>
          <a:p>
            <a:r>
              <a:t>          "positive_count": 33,</a:t>
            </a:r>
          </a:p>
          <a:p>
            <a:r>
              <a:t>          "positive_rate": 0.0829145728643216,</a:t>
            </a:r>
          </a:p>
          <a:p>
            <a:r>
              <a:t>          "precision": 0.08771929824561403,</a:t>
            </a:r>
          </a:p>
          <a:p>
            <a:r>
              <a:t>          "recall": 0.15151515151515152,</a:t>
            </a:r>
          </a:p>
          <a:p>
            <a:r>
              <a:t>          "roc_auc": 0.4899128268991283,</a:t>
            </a:r>
          </a:p>
          <a:p>
            <a:r>
              <a:t>          "row_count": 398,</a:t>
            </a:r>
          </a:p>
          <a:p>
            <a:r>
              <a:t>          "threshold": 0.18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0.9065656565656566,</a:t>
            </a:r>
          </a:p>
          <a:p>
            <a:r>
              <a:t>          "auc_prc": 0.2130947181410214,</a:t>
            </a:r>
          </a:p>
          <a:p>
            <a:r>
              <a:t>          "average_precision": 0.22762180527543316,</a:t>
            </a:r>
          </a:p>
          <a:p>
            <a:r>
              <a:t>          "balanced_accuracy": 0.7118421052631578,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351,</a:t>
            </a:r>
          </a:p>
          <a:p>
            <a:r>
              <a:t>              29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0.3018867924528302,</a:t>
            </a:r>
          </a:p>
          <a:p>
            <a:r>
              <a:t>          "positive_count": 16,</a:t>
            </a:r>
          </a:p>
          <a:p>
            <a:r>
              <a:t>          "positive_rate": 0.04040404040404041,</a:t>
            </a:r>
          </a:p>
          <a:p>
            <a:r>
              <a:t>          "precision": 0.21621621621621623,</a:t>
            </a:r>
          </a:p>
          <a:p>
            <a:r>
              <a:t>          "recall": 0.5,</a:t>
            </a:r>
          </a:p>
          <a:p>
            <a:r>
              <a:t>          "roc_auc": 0.7577302631578947,</a:t>
            </a:r>
          </a:p>
          <a:p>
            <a:r>
              <a:t>          "row_count": 396,</a:t>
            </a:r>
          </a:p>
          <a:p>
            <a:r>
              <a:t>          "threshold": 0.18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"Tasks/task-summaries/validate-refactored-model-per-dataset-20260927-134055/artifacts/cluster-run/mariadb/results/model/words_15/NN/refactored/metrics.json",</a:t>
            </a:r>
          </a:p>
          <a:p>
            <a:r>
              <a:t>      "blob_sha1": "fae99196aec26218b7cb711b77edf54b792bda2e",</a:t>
            </a:r>
          </a:p>
          <a:p>
            <a:r>
              <a:t>      "sha256": "9af25580b542fc9cc9bbdbc136fb117fc96822f068ea15fa29ba06cdd92a3599",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0.7788944723618091,</a:t>
            </a:r>
          </a:p>
          <a:p>
            <a:r>
              <a:t>          "auc_prc": 0.09211969293008947,</a:t>
            </a:r>
          </a:p>
          <a:p>
            <a:r>
              <a:t>          "average_precision": 0.10374906092750608,</a:t>
            </a:r>
          </a:p>
          <a:p>
            <a:r>
              <a:t>          "balanced_accuracy": 0.49356579493565794,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305,</a:t>
            </a:r>
          </a:p>
          <a:p>
            <a:r>
              <a:t>              60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0.10204081632653061,</a:t>
            </a:r>
          </a:p>
          <a:p>
            <a:r>
              <a:t>          "positive_count": 33,</a:t>
            </a:r>
          </a:p>
          <a:p>
            <a:r>
              <a:t>          "positive_rate": 0.0829145728643216,</a:t>
            </a:r>
          </a:p>
          <a:p>
            <a:r>
              <a:t>          "precision": 0.07692307692307693,</a:t>
            </a:r>
          </a:p>
          <a:p>
            <a:r>
              <a:t>          "recall": 0.15151515151515152,</a:t>
            </a:r>
          </a:p>
          <a:p>
            <a:r>
              <a:t>          "roc_auc": 0.5320049813200498,</a:t>
            </a:r>
          </a:p>
          <a:p>
            <a:r>
              <a:t>          "row_count": 398,</a:t>
            </a:r>
          </a:p>
          <a:p>
            <a:r>
              <a:t>          "threshold": 0.10999999999999999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0.9065656565656566,</a:t>
            </a:r>
          </a:p>
          <a:p>
            <a:r>
              <a:t>          "auc_prc": 0.19066969828289546,</a:t>
            </a:r>
          </a:p>
          <a:p>
            <a:r>
              <a:t>          "average_precision": 0.2168397380387214,</a:t>
            </a:r>
          </a:p>
          <a:p>
            <a:r>
              <a:t>          "balanced_accuracy": 0.7417763157894737,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350,</a:t>
            </a:r>
          </a:p>
          <a:p>
            <a:r>
              <a:t>              30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0.32727272727272727,</a:t>
            </a:r>
          </a:p>
          <a:p>
            <a:r>
              <a:t>          "positive_count": 16,</a:t>
            </a:r>
          </a:p>
          <a:p>
            <a:r>
              <a:t>          "positive_rate": 0.04040404040404041,</a:t>
            </a:r>
          </a:p>
          <a:p>
            <a:r>
              <a:t>          "precision": 0.23076923076923078,</a:t>
            </a:r>
          </a:p>
          <a:p>
            <a:r>
              <a:t>          "recall": 0.5625,</a:t>
            </a:r>
          </a:p>
          <a:p>
            <a:r>
              <a:t>          "roc_auc": 0.8075657894736842,</a:t>
            </a:r>
          </a:p>
          <a:p>
            <a:r>
              <a:t>          "row_count": 396,</a:t>
            </a:r>
          </a:p>
          <a:p>
            <a:r>
              <a:t>          "threshold": 0.10999999999999999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"Tasks/task-summaries/validate-refactored-model-per-dataset-20260927-134055/artifacts/cluster-run/mariadb/results/model/words_20/RF/baseline/metrics.json",</a:t>
            </a:r>
          </a:p>
          <a:p>
            <a:r>
              <a:t>      "blob_sha1": "2bcf70edfa6b9b45201bc9e674b29f44ad0f7d34",</a:t>
            </a:r>
          </a:p>
          <a:p>
            <a:r>
              <a:t>      "sha256": "c04cd9e9c859d7cf4ef29c50e6308bb8f5049ed9fbec43a9d46db635355b9ee5",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0.8944723618090452,</a:t>
            </a:r>
          </a:p>
          <a:p>
            <a:r>
              <a:t>          "auc_prc": 0.10908006031367176,</a:t>
            </a:r>
          </a:p>
          <a:p>
            <a:r>
              <a:t>          "average_precision": 0.12429519105652169,</a:t>
            </a:r>
          </a:p>
          <a:p>
            <a:r>
              <a:t>          "balanced_accuracy": 0.5471042471042471,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352,</a:t>
            </a:r>
          </a:p>
          <a:p>
            <a:r>
              <a:t>              18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24,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0.16,</a:t>
            </a:r>
          </a:p>
          <a:p>
            <a:r>
              <a:t>          "positive_count": 28,</a:t>
            </a:r>
          </a:p>
          <a:p>
            <a:r>
              <a:t>          "positive_rate": 0.07035175879396985,</a:t>
            </a:r>
          </a:p>
          <a:p>
            <a:r>
              <a:t>          "precision": 0.18181818181818182,</a:t>
            </a:r>
          </a:p>
          <a:p>
            <a:r>
              <a:t>          "recall": 0.14285714285714285,</a:t>
            </a:r>
          </a:p>
          <a:p>
            <a:r>
              <a:t>          "roc_auc": 0.64242277992278,</a:t>
            </a:r>
          </a:p>
          <a:p>
            <a:r>
              <a:t>          "row_count": 398,</a:t>
            </a:r>
          </a:p>
          <a:p>
            <a:r>
              <a:t>          "threshold": 0.14999999999999997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0.9343434343434344,</a:t>
            </a:r>
          </a:p>
          <a:p>
            <a:r>
              <a:t>          "auc_prc": 0.19966901452544633,</a:t>
            </a:r>
          </a:p>
          <a:p>
            <a:r>
              <a:t>          "average_precision": 0.2119552562605469,</a:t>
            </a:r>
          </a:p>
          <a:p>
            <a:r>
              <a:t>          "balanced_accuracy": 0.68359375,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365,</a:t>
            </a:r>
          </a:p>
          <a:p>
            <a:r>
              <a:t>              19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7,</a:t>
            </a:r>
          </a:p>
          <a:p>
            <a:r>
              <a:t>              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0.2777777777777778,</a:t>
            </a:r>
          </a:p>
          <a:p>
            <a:r>
              <a:t>          "positive_count": 12,</a:t>
            </a:r>
          </a:p>
          <a:p>
            <a:r>
              <a:t>          "positive_rate": 0.030303030303030304,</a:t>
            </a:r>
          </a:p>
          <a:p>
            <a:r>
              <a:t>          "precision": 0.20833333333333334,</a:t>
            </a:r>
          </a:p>
          <a:p>
            <a:r>
              <a:t>          "recall": 0.4166666666666667,</a:t>
            </a:r>
          </a:p>
          <a:p>
            <a:r>
              <a:t>          "roc_auc": 0.8621961805555556,</a:t>
            </a:r>
          </a:p>
          <a:p>
            <a:r>
              <a:t>          "row_count": 396,</a:t>
            </a:r>
          </a:p>
          <a:p>
            <a:r>
              <a:t>          "threshold": 0.14999999999999997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"Tasks/task-summaries/validate-refactored-model-per-dataset-20260927-134055/artifacts/cluster-run/mariadb/results/model/words_20/RF/refactored/metrics.json",</a:t>
            </a:r>
          </a:p>
          <a:p>
            <a:r>
              <a:t>      "blob_sha1": "1535f6499ab9e7fd6b417da6d4d3dc66776adf39",</a:t>
            </a:r>
          </a:p>
          <a:p>
            <a:r>
              <a:t>      "sha256": "50c95fb6f4f601949c8bcb7296d5ba182a2b25c5c313f266132bb09400cd1fe9",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0.9120603015075377,</a:t>
            </a:r>
          </a:p>
          <a:p>
            <a:r>
              <a:t>          "auc_prc": 0.12182267085738707,</a:t>
            </a:r>
          </a:p>
          <a:p>
            <a:r>
              <a:t>          "average_precision": 0.133107696306499,</a:t>
            </a:r>
          </a:p>
          <a:p>
            <a:r>
              <a:t>          "balanced_accuracy": 0.5235521235521235,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361,</a:t>
            </a:r>
          </a:p>
          <a:p>
            <a:r>
              <a:t>              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26,</a:t>
            </a:r>
          </a:p>
          <a:p>
            <a:r>
              <a:t>              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0.10256410256410255,</a:t>
            </a:r>
          </a:p>
          <a:p>
            <a:r>
              <a:t>          "positive_count": 28,</a:t>
            </a:r>
          </a:p>
          <a:p>
            <a:r>
              <a:t>          "positive_rate": 0.07035175879396985,</a:t>
            </a:r>
          </a:p>
          <a:p>
            <a:r>
              <a:t>          "precision": 0.18181818181818182,</a:t>
            </a:r>
          </a:p>
          <a:p>
            <a:r>
              <a:t>          "recall": 0.07142857142857142,</a:t>
            </a:r>
          </a:p>
          <a:p>
            <a:r>
              <a:t>          "roc_auc": 0.6720559845559846,</a:t>
            </a:r>
          </a:p>
          <a:p>
            <a:r>
              <a:t>          "row_count": 398,</a:t>
            </a:r>
          </a:p>
          <a:p>
            <a:r>
              <a:t>          "threshold": 0.37999999999999995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0.952020202020202,</a:t>
            </a:r>
          </a:p>
          <a:p>
            <a:r>
              <a:t>          "auc_prc": 0.22412258237119118,</a:t>
            </a:r>
          </a:p>
          <a:p>
            <a:r>
              <a:t>          "average_precision": 0.24011691408327485,</a:t>
            </a:r>
          </a:p>
          <a:p>
            <a:r>
              <a:t>          "balanced_accuracy": 0.65234375,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373,</a:t>
            </a:r>
          </a:p>
          <a:p>
            <a:r>
              <a:t>              11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0.2962962962962963,</a:t>
            </a:r>
          </a:p>
          <a:p>
            <a:r>
              <a:t>          "positive_count": 12,</a:t>
            </a:r>
          </a:p>
          <a:p>
            <a:r>
              <a:t>          "positive_rate": 0.030303030303030304,</a:t>
            </a:r>
          </a:p>
          <a:p>
            <a:r>
              <a:t>          "precision": 0.26666666666666666,</a:t>
            </a:r>
          </a:p>
          <a:p>
            <a:r>
              <a:t>          "recall": 0.3333333333333333,</a:t>
            </a:r>
          </a:p>
          <a:p>
            <a:r>
              <a:t>          "roc_auc": 0.8717447916666666,</a:t>
            </a:r>
          </a:p>
          <a:p>
            <a:r>
              <a:t>          "row_count": 396,</a:t>
            </a:r>
          </a:p>
          <a:p>
            <a:r>
              <a:t>          "threshold": 0.37999999999999995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"Tasks/task-summaries/validate-refactored-model-per-dataset-20260927-134055/artifacts/cluster-run/mariadb/results/model/words_20/XGboost/baseline/metrics.json",</a:t>
            </a:r>
          </a:p>
          <a:p>
            <a:r>
              <a:t>      "blob_sha1": "877369b3a0c4ff2e597878b6b28d73af4ff4c366",</a:t>
            </a:r>
          </a:p>
          <a:p>
            <a:r>
              <a:t>      "sha256": "1e11ba3e8f0ace57e526d7879e76164a3fb3ca88972c69e299f1fbdf57c685b1",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0.9296482412060302,</a:t>
            </a:r>
          </a:p>
          <a:p>
            <a:r>
              <a:t>          "auc_prc": 0.1356996843181867,</a:t>
            </a:r>
          </a:p>
          <a:p>
            <a:r>
              <a:t>          "average_precision": 0.1419245718525536,</a:t>
            </a:r>
          </a:p>
          <a:p>
            <a:r>
              <a:t>          "balanced_accuracy": 0.5,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370,</a:t>
            </a:r>
          </a:p>
          <a:p>
            <a:r>
              <a:t>              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0.0,</a:t>
            </a:r>
          </a:p>
          <a:p>
            <a:r>
              <a:t>          "positive_count": 28,</a:t>
            </a:r>
          </a:p>
          <a:p>
            <a:r>
              <a:t>          "positive_rate": 0.07035175879396985,</a:t>
            </a:r>
          </a:p>
          <a:p>
            <a:r>
              <a:t>          "precision": 0.0,</a:t>
            </a:r>
          </a:p>
          <a:p>
            <a:r>
              <a:t>          "recall": 0.0,</a:t>
            </a:r>
          </a:p>
          <a:p>
            <a:r>
              <a:t>          "roc_auc": 0.6566119691119691,</a:t>
            </a:r>
          </a:p>
          <a:p>
            <a:r>
              <a:t>          "row_count": 398,</a:t>
            </a:r>
          </a:p>
          <a:p>
            <a:r>
              <a:t>          "threshold": 0.42999999999999994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0.9722222222222222,</a:t>
            </a:r>
          </a:p>
          <a:p>
            <a:r>
              <a:t>          "auc_prc": 0.15454815293767588,</a:t>
            </a:r>
          </a:p>
          <a:p>
            <a:r>
              <a:t>          "average_precision": 0.16059182772673744,</a:t>
            </a:r>
          </a:p>
          <a:p>
            <a:r>
              <a:t>          "balanced_accuracy": 0.5416666666666666,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384,</a:t>
            </a:r>
          </a:p>
          <a:p>
            <a:r>
              <a:t>              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11,</a:t>
            </a:r>
          </a:p>
          <a:p>
            <a:r>
              <a:t>              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0.15384615384615385,</a:t>
            </a:r>
          </a:p>
          <a:p>
            <a:r>
              <a:t>          "positive_count": 12,</a:t>
            </a:r>
          </a:p>
          <a:p>
            <a:r>
              <a:t>          "positive_rate": 0.030303030303030304,</a:t>
            </a:r>
          </a:p>
          <a:p>
            <a:r>
              <a:t>          "precision": 1.0,</a:t>
            </a:r>
          </a:p>
          <a:p>
            <a:r>
              <a:t>          "recall": 0.08333333333333333,</a:t>
            </a:r>
          </a:p>
          <a:p>
            <a:r>
              <a:t>          "roc_auc": 0.8249782986111112,</a:t>
            </a:r>
          </a:p>
          <a:p>
            <a:r>
              <a:t>          "row_count": 396,</a:t>
            </a:r>
          </a:p>
          <a:p>
            <a:r>
              <a:t>          "threshold": 0.42999999999999994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"Tasks/task-summaries/validate-refactored-model-per-dataset-20260927-134055/artifacts/cluster-run/mariadb/results/model/words_20/XGboost/refactored/metrics.json",</a:t>
            </a:r>
          </a:p>
          <a:p>
            <a:r>
              <a:t>      "blob_sha1": "77441786987ec91f72c109fd4311818db4b862e3",</a:t>
            </a:r>
          </a:p>
          <a:p>
            <a:r>
              <a:t>      "sha256": "e8bc064ca7196f80388347a7385acde41201895ad492ed6d1771b5555986c7cd",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0.864321608040201,</a:t>
            </a:r>
          </a:p>
          <a:p>
            <a:r>
              <a:t>          "auc_prc": 0.13329366456603517,</a:t>
            </a:r>
          </a:p>
          <a:p>
            <a:r>
              <a:t>          "average_precision": 0.14947026967675991,</a:t>
            </a:r>
          </a:p>
          <a:p>
            <a:r>
              <a:t>          "balanced_accuracy": 0.5308880308880309,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340,</a:t>
            </a:r>
          </a:p>
          <a:p>
            <a:r>
              <a:t>              30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24,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0.12903225806451615,</a:t>
            </a:r>
          </a:p>
          <a:p>
            <a:r>
              <a:t>          "positive_count": 28,</a:t>
            </a:r>
          </a:p>
          <a:p>
            <a:r>
              <a:t>          "positive_rate": 0.07035175879396985,</a:t>
            </a:r>
          </a:p>
          <a:p>
            <a:r>
              <a:t>          "precision": 0.11764705882352941,</a:t>
            </a:r>
          </a:p>
          <a:p>
            <a:r>
              <a:t>          "recall": 0.14285714285714285,</a:t>
            </a:r>
          </a:p>
          <a:p>
            <a:r>
              <a:t>          "roc_auc": 0.7164092664092664,</a:t>
            </a:r>
          </a:p>
          <a:p>
            <a:r>
              <a:t>          "row_count": 398,</a:t>
            </a:r>
          </a:p>
          <a:p>
            <a:r>
              <a:t>          "threshold": 0.48999999999999994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0.9343434343434344,</a:t>
            </a:r>
          </a:p>
          <a:p>
            <a:r>
              <a:t>          "auc_prc": 0.10572475645180296,</a:t>
            </a:r>
          </a:p>
          <a:p>
            <a:r>
              <a:t>          "average_precision": 0.1259583900230468,</a:t>
            </a:r>
          </a:p>
          <a:p>
            <a:r>
              <a:t>          "balanced_accuracy": 0.6432291666666666,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366,</a:t>
            </a:r>
          </a:p>
          <a:p>
            <a:r>
              <a:t>              18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0.23529411764705885,</a:t>
            </a:r>
          </a:p>
          <a:p>
            <a:r>
              <a:t>          "positive_count": 12,</a:t>
            </a:r>
          </a:p>
          <a:p>
            <a:r>
              <a:t>          "positive_rate": 0.030303030303030304,</a:t>
            </a:r>
          </a:p>
          <a:p>
            <a:r>
              <a:t>          "precision": 0.18181818181818182,</a:t>
            </a:r>
          </a:p>
          <a:p>
            <a:r>
              <a:t>          "recall": 0.3333333333333333,</a:t>
            </a:r>
          </a:p>
          <a:p>
            <a:r>
              <a:t>          "roc_auc": 0.8424479166666666,</a:t>
            </a:r>
          </a:p>
          <a:p>
            <a:r>
              <a:t>          "row_count": 396,</a:t>
            </a:r>
          </a:p>
          <a:p>
            <a:r>
              <a:t>          "threshold": 0.48999999999999994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"Tasks/task-summaries/validate-refactored-model-per-dataset-20260927-134055/artifacts/cluster-run/mariadb/results/model/words_20/NN/baseline/metrics.json",</a:t>
            </a:r>
          </a:p>
          <a:p>
            <a:r>
              <a:t>      "blob_sha1": "b3163d48d75486b4d9433a22134c2d71d3d58c8a",</a:t>
            </a:r>
          </a:p>
          <a:p>
            <a:r>
              <a:t>      "sha256": "f2b4d3248e3b5d91484e58bd2a9524cc6c6dfe84eb598b8b37595ee92faa2f09",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0.8819095477386935,</a:t>
            </a:r>
          </a:p>
          <a:p>
            <a:r>
              <a:t>          "auc_prc": 0.078142017806513,</a:t>
            </a:r>
          </a:p>
          <a:p>
            <a:r>
              <a:t>          "average_precision": 0.08717244519326749,</a:t>
            </a:r>
          </a:p>
          <a:p>
            <a:r>
              <a:t>          "balanced_accuracy": 0.5073359073359074,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349,</a:t>
            </a:r>
          </a:p>
          <a:p>
            <a:r>
              <a:t>              21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26,</a:t>
            </a:r>
          </a:p>
          <a:p>
            <a:r>
              <a:t>              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0.0784313725490196,</a:t>
            </a:r>
          </a:p>
          <a:p>
            <a:r>
              <a:t>          "positive_count": 28,</a:t>
            </a:r>
          </a:p>
          <a:p>
            <a:r>
              <a:t>          "positive_rate": 0.07035175879396985,</a:t>
            </a:r>
          </a:p>
          <a:p>
            <a:r>
              <a:t>          "precision": 0.08695652173913043,</a:t>
            </a:r>
          </a:p>
          <a:p>
            <a:r>
              <a:t>          "recall": 0.07142857142857142,</a:t>
            </a:r>
          </a:p>
          <a:p>
            <a:r>
              <a:t>          "roc_auc": 0.5325289575289576,</a:t>
            </a:r>
          </a:p>
          <a:p>
            <a:r>
              <a:t>          "row_count": 398,</a:t>
            </a:r>
          </a:p>
          <a:p>
            <a:r>
              <a:t>          "threshold": 0.49999999999999994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0.9595959595959596,</a:t>
            </a:r>
          </a:p>
          <a:p>
            <a:r>
              <a:t>          "auc_prc": 0.16534092494721958,</a:t>
            </a:r>
          </a:p>
          <a:p>
            <a:r>
              <a:t>          "average_precision": 0.20272418304097148,</a:t>
            </a:r>
          </a:p>
          <a:p>
            <a:r>
              <a:t>          "balanced_accuracy": 0.6158854166666667,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377,</a:t>
            </a:r>
          </a:p>
          <a:p>
            <a:r>
              <a:t>              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9,</a:t>
            </a:r>
          </a:p>
          <a:p>
            <a:r>
              <a:t>              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0.2727272727272727,</a:t>
            </a:r>
          </a:p>
          <a:p>
            <a:r>
              <a:t>          "positive_count": 12,</a:t>
            </a:r>
          </a:p>
          <a:p>
            <a:r>
              <a:t>          "positive_rate": 0.030303030303030304,</a:t>
            </a:r>
          </a:p>
          <a:p>
            <a:r>
              <a:t>          "precision": 0.3,</a:t>
            </a:r>
          </a:p>
          <a:p>
            <a:r>
              <a:t>          "recall": 0.25,</a:t>
            </a:r>
          </a:p>
          <a:p>
            <a:r>
              <a:t>          "roc_auc": 0.8448350694444444,</a:t>
            </a:r>
          </a:p>
          <a:p>
            <a:r>
              <a:t>          "row_count": 396,</a:t>
            </a:r>
          </a:p>
          <a:p>
            <a:r>
              <a:t>          "threshold": 0.49999999999999994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"Tasks/task-summaries/validate-refactored-model-per-dataset-20260927-134055/artifacts/cluster-run/mariadb/results/model/words_20/NN/refactored/metrics.json",</a:t>
            </a:r>
          </a:p>
          <a:p>
            <a:r>
              <a:t>      "blob_sha1": "0cd4d7767c921f913b32938d5ae4e12d9d7d5fdb",</a:t>
            </a:r>
          </a:p>
          <a:p>
            <a:r>
              <a:t>      "sha256": "cb4c34b5f7362315eb6346a63855dadf0df9ff2cf959812c531be2408851bd88",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0.8442211055276382,</a:t>
            </a:r>
          </a:p>
          <a:p>
            <a:r>
              <a:t>          "auc_prc": 0.08420910043466555,</a:t>
            </a:r>
          </a:p>
          <a:p>
            <a:r>
              <a:t>          "average_precision": 0.09723797601553705,</a:t>
            </a:r>
          </a:p>
          <a:p>
            <a:r>
              <a:t>          "balanced_accuracy": 0.5365830115830116,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331,</a:t>
            </a:r>
          </a:p>
          <a:p>
            <a:r>
              <a:t>              39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23,</a:t>
            </a:r>
          </a:p>
          <a:p>
            <a:r>
              <a:t>              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0.1388888888888889,</a:t>
            </a:r>
          </a:p>
          <a:p>
            <a:r>
              <a:t>          "positive_count": 28,</a:t>
            </a:r>
          </a:p>
          <a:p>
            <a:r>
              <a:t>          "positive_rate": 0.07035175879396985,</a:t>
            </a:r>
          </a:p>
          <a:p>
            <a:r>
              <a:t>          "precision": 0.11363636363636363,</a:t>
            </a:r>
          </a:p>
          <a:p>
            <a:r>
              <a:t>          "recall": 0.17857142857142858,</a:t>
            </a:r>
          </a:p>
          <a:p>
            <a:r>
              <a:t>          "roc_auc": 0.5541505791505792,</a:t>
            </a:r>
          </a:p>
          <a:p>
            <a:r>
              <a:t>          "row_count": 398,</a:t>
            </a:r>
          </a:p>
          <a:p>
            <a:r>
              <a:t>          "threshold": 0.6799999999999999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0.9368686868686869,</a:t>
            </a:r>
          </a:p>
          <a:p>
            <a:r>
              <a:t>          "auc_prc": 0.15113942021361254,</a:t>
            </a:r>
          </a:p>
          <a:p>
            <a:r>
              <a:t>          "average_precision": 0.1749023323818207,</a:t>
            </a:r>
          </a:p>
          <a:p>
            <a:r>
              <a:t>          "balanced_accuracy": 0.7252604166666667,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365,</a:t>
            </a:r>
          </a:p>
          <a:p>
            <a:r>
              <a:t>              19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6,</a:t>
            </a:r>
          </a:p>
          <a:p>
            <a:r>
              <a:t>              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0.32432432432432434,</a:t>
            </a:r>
          </a:p>
          <a:p>
            <a:r>
              <a:t>          "positive_count": 12,</a:t>
            </a:r>
          </a:p>
          <a:p>
            <a:r>
              <a:t>          "positive_rate": 0.030303030303030304,</a:t>
            </a:r>
          </a:p>
          <a:p>
            <a:r>
              <a:t>          "precision": 0.24,</a:t>
            </a:r>
          </a:p>
          <a:p>
            <a:r>
              <a:t>          "recall": 0.5,</a:t>
            </a:r>
          </a:p>
          <a:p>
            <a:r>
              <a:t>          "roc_auc": 0.8352864583333334,</a:t>
            </a:r>
          </a:p>
          <a:p>
            <a:r>
              <a:t>          "row_count": 396,</a:t>
            </a:r>
          </a:p>
          <a:p>
            <a:r>
              <a:t>          "threshold": 0.6799999999999999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"Tasks/task-summaries/validate-refactored-model-per-dataset-20260927-134055/artifacts/cluster-run/qt/results/model/words_5/RF/baseline/metrics.json",</a:t>
            </a:r>
          </a:p>
          <a:p>
            <a:r>
              <a:t>      "blob_sha1": "92d35bf893f85587633548254df67f37e57ddb92",</a:t>
            </a:r>
          </a:p>
          <a:p>
            <a:r>
              <a:t>      "sha256": "d8539211e5000dbff858272654b91ccce73ea38872d64a7e4268aa68bf0a8e6a",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0.6770237121831562,</a:t>
            </a:r>
          </a:p>
          <a:p>
            <a:r>
              <a:t>          "auc_prc": 0.21881512931962205,</a:t>
            </a:r>
          </a:p>
          <a:p>
            <a:r>
              <a:t>          "average_precision": 0.22218137903014562,</a:t>
            </a:r>
          </a:p>
          <a:p>
            <a:r>
              <a:t>          "balanced_accuracy": 0.6509509931743231,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755,</a:t>
            </a:r>
          </a:p>
          <a:p>
            <a:r>
              <a:t>              350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45,</a:t>
            </a:r>
          </a:p>
          <a:p>
            <a:r>
              <a:t>              73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0.2698706099815157,</a:t>
            </a:r>
          </a:p>
          <a:p>
            <a:r>
              <a:t>          "positive_count": 118,</a:t>
            </a:r>
          </a:p>
          <a:p>
            <a:r>
              <a:t>          "positive_rate": 0.0964840556009812,</a:t>
            </a:r>
          </a:p>
          <a:p>
            <a:r>
              <a:t>          "precision": 0.17257683215130024,</a:t>
            </a:r>
          </a:p>
          <a:p>
            <a:r>
              <a:t>          "recall": 0.6186440677966102,</a:t>
            </a:r>
          </a:p>
          <a:p>
            <a:r>
              <a:t>          "roc_auc": 0.7062274714318583,</a:t>
            </a:r>
          </a:p>
          <a:p>
            <a:r>
              <a:t>          "row_count": 1223,</a:t>
            </a:r>
          </a:p>
          <a:p>
            <a:r>
              <a:t>          "threshold": 0.10999999999999999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0.6710310965630114,</a:t>
            </a:r>
          </a:p>
          <a:p>
            <a:r>
              <a:t>          "auc_prc": 0.12006964340185362,</a:t>
            </a:r>
          </a:p>
          <a:p>
            <a:r>
              <a:t>          "average_precision": 0.12473106619652714,</a:t>
            </a:r>
          </a:p>
          <a:p>
            <a:r>
              <a:t>          "balanced_accuracy": 0.6304188635032221,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771,</a:t>
            </a:r>
          </a:p>
          <a:p>
            <a:r>
              <a:t>              367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35,</a:t>
            </a:r>
          </a:p>
          <a:p>
            <a:r>
              <a:t>              49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0.196,</a:t>
            </a:r>
          </a:p>
          <a:p>
            <a:r>
              <a:t>          "positive_count": 84,</a:t>
            </a:r>
          </a:p>
          <a:p>
            <a:r>
              <a:t>          "positive_rate": 0.06873977086743044,</a:t>
            </a:r>
          </a:p>
          <a:p>
            <a:r>
              <a:t>          "precision": 0.11778846153846154,</a:t>
            </a:r>
          </a:p>
          <a:p>
            <a:r>
              <a:t>          "recall": 0.5833333333333334,</a:t>
            </a:r>
          </a:p>
          <a:p>
            <a:r>
              <a:t>          "roc_auc": 0.6738377688509499,</a:t>
            </a:r>
          </a:p>
          <a:p>
            <a:r>
              <a:t>          "row_count": 1222,</a:t>
            </a:r>
          </a:p>
          <a:p>
            <a:r>
              <a:t>          "threshold": 0.10999999999999999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"Tasks/task-summaries/validate-refactored-model-per-dataset-20260927-134055/artifacts/cluster-run/qt/results/model/words_5/RF/refactored/metrics.json",</a:t>
            </a:r>
          </a:p>
          <a:p>
            <a:r>
              <a:t>      "blob_sha1": "359b95f349d73e9a2d431ea519ddc139310b4a00",</a:t>
            </a:r>
          </a:p>
          <a:p>
            <a:r>
              <a:t>      "sha256": "f69e124b6249af259362762373735cba4f9832d128a2b7809d81e8898a595b0b",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0.5715453802125919,</a:t>
            </a:r>
          </a:p>
          <a:p>
            <a:r>
              <a:t>          "auc_prc": 0.23260937765432635,</a:t>
            </a:r>
          </a:p>
          <a:p>
            <a:r>
              <a:t>          "average_precision": 0.23922089722935824,</a:t>
            </a:r>
          </a:p>
          <a:p>
            <a:r>
              <a:t>          "balanced_accuracy": 0.6304279469284455,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616,</a:t>
            </a:r>
          </a:p>
          <a:p>
            <a:r>
              <a:t>              489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35,</a:t>
            </a:r>
          </a:p>
          <a:p>
            <a:r>
              <a:t>              83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0.24057971014492754,</a:t>
            </a:r>
          </a:p>
          <a:p>
            <a:r>
              <a:t>          "positive_count": 118,</a:t>
            </a:r>
          </a:p>
          <a:p>
            <a:r>
              <a:t>          "positive_rate": 0.0964840556009812,</a:t>
            </a:r>
          </a:p>
          <a:p>
            <a:r>
              <a:t>          "precision": 0.1451048951048951,</a:t>
            </a:r>
          </a:p>
          <a:p>
            <a:r>
              <a:t>          "recall": 0.7033898305084746,</a:t>
            </a:r>
          </a:p>
          <a:p>
            <a:r>
              <a:t>          "roc_auc": 0.713375258838868,</a:t>
            </a:r>
          </a:p>
          <a:p>
            <a:r>
              <a:t>          "row_count": 1223,</a:t>
            </a:r>
          </a:p>
          <a:p>
            <a:r>
              <a:t>          "threshold": 0.16999999999999998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0.5859247135842881,</a:t>
            </a:r>
          </a:p>
          <a:p>
            <a:r>
              <a:t>          "auc_prc": 0.11241554752940851,</a:t>
            </a:r>
          </a:p>
          <a:p>
            <a:r>
              <a:t>          "average_precision": 0.11766834357112571,</a:t>
            </a:r>
          </a:p>
          <a:p>
            <a:r>
              <a:t>          "balanced_accuracy": 0.6288287722821994,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659,</a:t>
            </a:r>
          </a:p>
          <a:p>
            <a:r>
              <a:t>              479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27,</a:t>
            </a:r>
          </a:p>
          <a:p>
            <a:r>
              <a:t>              57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0.1838709677419355,</a:t>
            </a:r>
          </a:p>
          <a:p>
            <a:r>
              <a:t>          "positive_count": 84,</a:t>
            </a:r>
          </a:p>
          <a:p>
            <a:r>
              <a:t>          "positive_rate": 0.06873977086743044,</a:t>
            </a:r>
          </a:p>
          <a:p>
            <a:r>
              <a:t>          "precision": 0.10634328358208955,</a:t>
            </a:r>
          </a:p>
          <a:p>
            <a:r>
              <a:t>          "recall": 0.6785714285714286,</a:t>
            </a:r>
          </a:p>
          <a:p>
            <a:r>
              <a:t>          "roc_auc": 0.6681782994392836,</a:t>
            </a:r>
          </a:p>
          <a:p>
            <a:r>
              <a:t>          "row_count": 1222,</a:t>
            </a:r>
          </a:p>
          <a:p>
            <a:r>
              <a:t>          "threshold": 0.16999999999999998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"Tasks/task-summaries/validate-refactored-model-per-dataset-20260927-134055/artifacts/cluster-run/qt/results/model/words_5/XGboost/baseline/metrics.json",</a:t>
            </a:r>
          </a:p>
          <a:p>
            <a:r>
              <a:t>      "blob_sha1": "a12ea61e0f656d7c9871c8e7d262c31558bf30a7",</a:t>
            </a:r>
          </a:p>
          <a:p>
            <a:r>
              <a:t>      "sha256": "c3c495804df5922030be573cba6eafd89485629c6ba99c0d2e8b9f5bf7927a8e",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0.848732624693377,</a:t>
            </a:r>
          </a:p>
          <a:p>
            <a:r>
              <a:t>          "auc_prc": 0.18974342862675092,</a:t>
            </a:r>
          </a:p>
          <a:p>
            <a:r>
              <a:t>          "average_precision": 0.1949165780791524,</a:t>
            </a:r>
          </a:p>
          <a:p>
            <a:r>
              <a:t>          "balanced_accuracy": 0.560518444666002,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1014,</a:t>
            </a:r>
          </a:p>
          <a:p>
            <a:r>
              <a:t>              91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94,</a:t>
            </a:r>
          </a:p>
          <a:p>
            <a:r>
              <a:t>              24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0.2060085836909871,</a:t>
            </a:r>
          </a:p>
          <a:p>
            <a:r>
              <a:t>          "positive_count": 118,</a:t>
            </a:r>
          </a:p>
          <a:p>
            <a:r>
              <a:t>          "positive_rate": 0.0964840556009812,</a:t>
            </a:r>
          </a:p>
          <a:p>
            <a:r>
              <a:t>          "precision": 0.20869565217391303,</a:t>
            </a:r>
          </a:p>
          <a:p>
            <a:r>
              <a:t>          "recall": 0.2033898305084746,</a:t>
            </a:r>
          </a:p>
          <a:p>
            <a:r>
              <a:t>          "roc_auc": 0.689911036122402,</a:t>
            </a:r>
          </a:p>
          <a:p>
            <a:r>
              <a:t>          "row_count": 1223,</a:t>
            </a:r>
          </a:p>
          <a:p>
            <a:r>
              <a:t>          "threshold": 0.14999999999999997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0.8584288052373159,</a:t>
            </a:r>
          </a:p>
          <a:p>
            <a:r>
              <a:t>          "auc_prc": 0.12648264954253227,</a:t>
            </a:r>
          </a:p>
          <a:p>
            <a:r>
              <a:t>          "average_precision": 0.13200656223996762,</a:t>
            </a:r>
          </a:p>
          <a:p>
            <a:r>
              <a:t>          "balanced_accuracy": 0.5711565821407649,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1029,</a:t>
            </a:r>
          </a:p>
          <a:p>
            <a:r>
              <a:t>              109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64,</a:t>
            </a:r>
          </a:p>
          <a:p>
            <a:r>
              <a:t>              20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0.18779342723004694,</a:t>
            </a:r>
          </a:p>
          <a:p>
            <a:r>
              <a:t>          "positive_count": 84,</a:t>
            </a:r>
          </a:p>
          <a:p>
            <a:r>
              <a:t>          "positive_rate": 0.06873977086743044,</a:t>
            </a:r>
          </a:p>
          <a:p>
            <a:r>
              <a:t>          "precision": 0.15503875968992248,</a:t>
            </a:r>
          </a:p>
          <a:p>
            <a:r>
              <a:t>          "recall": 0.23809523809523808,</a:t>
            </a:r>
          </a:p>
          <a:p>
            <a:r>
              <a:t>          "roc_auc": 0.6624979077747092,</a:t>
            </a:r>
          </a:p>
          <a:p>
            <a:r>
              <a:t>          "row_count": 1222,</a:t>
            </a:r>
          </a:p>
          <a:p>
            <a:r>
              <a:t>          "threshold": 0.14999999999999997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"Tasks/task-summaries/validate-refactored-model-per-dataset-20260927-134055/artifacts/cluster-run/qt/results/model/words_5/XGboost/refactored/metrics.json",</a:t>
            </a:r>
          </a:p>
          <a:p>
            <a:r>
              <a:t>      "blob_sha1": "0dea75b3f8ed394e4852da84b82d626e88c78233",</a:t>
            </a:r>
          </a:p>
          <a:p>
            <a:r>
              <a:t>      "sha256": "870943e4dc196aaa3281e08b32409e2e24096644f9467666463f7074700234d4",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0.8806214227309894,</a:t>
            </a:r>
          </a:p>
          <a:p>
            <a:r>
              <a:t>          "auc_prc": 0.19511569573646317,</a:t>
            </a:r>
          </a:p>
          <a:p>
            <a:r>
              <a:t>          "average_precision": 0.1989025035021032,</a:t>
            </a:r>
          </a:p>
          <a:p>
            <a:r>
              <a:t>          "balanced_accuracy": 0.5516719073548585,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1060,</a:t>
            </a:r>
          </a:p>
          <a:p>
            <a:r>
              <a:t>              45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101,</a:t>
            </a:r>
          </a:p>
          <a:p>
            <a:r>
              <a:t>              17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0.18888888888888888,</a:t>
            </a:r>
          </a:p>
          <a:p>
            <a:r>
              <a:t>          "positive_count": 118,</a:t>
            </a:r>
          </a:p>
          <a:p>
            <a:r>
              <a:t>          "positive_rate": 0.0964840556009812,</a:t>
            </a:r>
          </a:p>
          <a:p>
            <a:r>
              <a:t>          "precision": 0.27419354838709675,</a:t>
            </a:r>
          </a:p>
          <a:p>
            <a:r>
              <a:t>          "recall": 0.1440677966101695,</a:t>
            </a:r>
          </a:p>
          <a:p>
            <a:r>
              <a:t>          "roc_auc": 0.6806081754735792,</a:t>
            </a:r>
          </a:p>
          <a:p>
            <a:r>
              <a:t>          "row_count": 1223,</a:t>
            </a:r>
          </a:p>
          <a:p>
            <a:r>
              <a:t>          "threshold": 0.63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0.8903436988543372,</a:t>
            </a:r>
          </a:p>
          <a:p>
            <a:r>
              <a:t>          "auc_prc": 0.12100090973411574,</a:t>
            </a:r>
          </a:p>
          <a:p>
            <a:r>
              <a:t>          "average_precision": 0.12422830336885947,</a:t>
            </a:r>
          </a:p>
          <a:p>
            <a:r>
              <a:t>          "balanced_accuracy": 0.5552138254247218,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1074,</a:t>
            </a:r>
          </a:p>
          <a:p>
            <a:r>
              <a:t>              64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70,</a:t>
            </a:r>
          </a:p>
          <a:p>
            <a:r>
              <a:t>              14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0.1728395061728395,</a:t>
            </a:r>
          </a:p>
          <a:p>
            <a:r>
              <a:t>          "positive_count": 84,</a:t>
            </a:r>
          </a:p>
          <a:p>
            <a:r>
              <a:t>          "positive_rate": 0.06873977086743044,</a:t>
            </a:r>
          </a:p>
          <a:p>
            <a:r>
              <a:t>          "precision": 0.1794871794871795,</a:t>
            </a:r>
          </a:p>
          <a:p>
            <a:r>
              <a:t>          "recall": 0.16666666666666666,</a:t>
            </a:r>
          </a:p>
          <a:p>
            <a:r>
              <a:t>          "roc_auc": 0.6432965101682149,</a:t>
            </a:r>
          </a:p>
          <a:p>
            <a:r>
              <a:t>          "row_count": 1222,</a:t>
            </a:r>
          </a:p>
          <a:p>
            <a:r>
              <a:t>          "threshold": 0.63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"Tasks/task-summaries/validate-refactored-model-per-dataset-20260927-134055/artifacts/cluster-run/qt/results/model/words_5/NN/baseline/metrics.json",</a:t>
            </a:r>
          </a:p>
          <a:p>
            <a:r>
              <a:t>      "blob_sha1": "c6d3750e64ce04d84909110e51e8ce2d23b2c60b",</a:t>
            </a:r>
          </a:p>
          <a:p>
            <a:r>
              <a:t>      "sha256": "6fb25214dd9fd5318ab5f3c3c94378b7f8714c6f826f69f4b10ba82f0f2258fe",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0.7522485690923958,</a:t>
            </a:r>
          </a:p>
          <a:p>
            <a:r>
              <a:t>          "auc_prc": 0.15218348496526826,</a:t>
            </a:r>
          </a:p>
          <a:p>
            <a:r>
              <a:t>          "average_precision": 0.1568107573687964,</a:t>
            </a:r>
          </a:p>
          <a:p>
            <a:r>
              <a:t>          "balanced_accuracy": 0.5866055679116496,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875,</a:t>
            </a:r>
          </a:p>
          <a:p>
            <a:r>
              <a:t>              230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73,</a:t>
            </a:r>
          </a:p>
          <a:p>
            <a:r>
              <a:t>              45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0.22900763358778622,</a:t>
            </a:r>
          </a:p>
          <a:p>
            <a:r>
              <a:t>          "positive_count": 118,</a:t>
            </a:r>
          </a:p>
          <a:p>
            <a:r>
              <a:t>          "positive_rate": 0.0964840556009812,</a:t>
            </a:r>
          </a:p>
          <a:p>
            <a:r>
              <a:t>          "precision": 0.16363636363636364,</a:t>
            </a:r>
          </a:p>
          <a:p>
            <a:r>
              <a:t>          "recall": 0.3813559322033898,</a:t>
            </a:r>
          </a:p>
          <a:p>
            <a:r>
              <a:t>          "roc_auc": 0.6387453025538768,</a:t>
            </a:r>
          </a:p>
          <a:p>
            <a:r>
              <a:t>          "row_count": 1223,</a:t>
            </a:r>
          </a:p>
          <a:p>
            <a:r>
              <a:t>          "threshold": 0.05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0.7577741407528642,</a:t>
            </a:r>
          </a:p>
          <a:p>
            <a:r>
              <a:t>          "auc_prc": 0.0858364744151637,</a:t>
            </a:r>
          </a:p>
          <a:p>
            <a:r>
              <a:t>          "average_precision": 0.09078633859128293,</a:t>
            </a:r>
          </a:p>
          <a:p>
            <a:r>
              <a:t>          "balanced_accuracy": 0.5336534438028286,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903,</a:t>
            </a:r>
          </a:p>
          <a:p>
            <a:r>
              <a:t>              235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61,</a:t>
            </a:r>
          </a:p>
          <a:p>
            <a:r>
              <a:t>              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0.1345029239766082,</a:t>
            </a:r>
          </a:p>
          <a:p>
            <a:r>
              <a:t>          "positive_count": 84,</a:t>
            </a:r>
          </a:p>
          <a:p>
            <a:r>
              <a:t>          "positive_rate": 0.06873977086743044,</a:t>
            </a:r>
          </a:p>
          <a:p>
            <a:r>
              <a:t>          "precision": 0.08914728682170543,</a:t>
            </a:r>
          </a:p>
          <a:p>
            <a:r>
              <a:t>          "recall": 0.27380952380952384,</a:t>
            </a:r>
          </a:p>
          <a:p>
            <a:r>
              <a:t>          "roc_auc": 0.566940748179764,</a:t>
            </a:r>
          </a:p>
          <a:p>
            <a:r>
              <a:t>          "row_count": 1222,</a:t>
            </a:r>
          </a:p>
          <a:p>
            <a:r>
              <a:t>          "threshold": 0.05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"Tasks/task-summaries/validate-refactored-model-per-dataset-20260927-134055/artifacts/cluster-run/qt/results/model/words_5/NN/refactored/metrics.json",</a:t>
            </a:r>
          </a:p>
          <a:p>
            <a:r>
              <a:t>      "blob_sha1": "bfacd486e87962d0ccfbebf549f003d9e5a0c310",</a:t>
            </a:r>
          </a:p>
          <a:p>
            <a:r>
              <a:t>      "sha256": "a68c915fb5b045067529dcc97ed6ae668b2a901dd40178f3804919a823e32404",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0.8258381030253475,</a:t>
            </a:r>
          </a:p>
          <a:p>
            <a:r>
              <a:t>          "auc_prc": 0.17278717377926522,</a:t>
            </a:r>
          </a:p>
          <a:p>
            <a:r>
              <a:t>          "average_precision": 0.1759587554471173,</a:t>
            </a:r>
          </a:p>
          <a:p>
            <a:r>
              <a:t>          "balanced_accuracy": 0.589481555333998,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975,</a:t>
            </a:r>
          </a:p>
          <a:p>
            <a:r>
              <a:t>              130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83,</a:t>
            </a:r>
          </a:p>
          <a:p>
            <a:r>
              <a:t>              35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0.24734982332155475,</a:t>
            </a:r>
          </a:p>
          <a:p>
            <a:r>
              <a:t>          "positive_count": 118,</a:t>
            </a:r>
          </a:p>
          <a:p>
            <a:r>
              <a:t>          "positive_rate": 0.0964840556009812,</a:t>
            </a:r>
          </a:p>
          <a:p>
            <a:r>
              <a:t>          "precision": 0.21212121212121213,</a:t>
            </a:r>
          </a:p>
          <a:p>
            <a:r>
              <a:t>          "recall": 0.2966101694915254,</a:t>
            </a:r>
          </a:p>
          <a:p>
            <a:r>
              <a:t>          "roc_auc": 0.6556407699976992,</a:t>
            </a:r>
          </a:p>
          <a:p>
            <a:r>
              <a:t>          "row_count": 1223,</a:t>
            </a:r>
          </a:p>
          <a:p>
            <a:r>
              <a:t>          "threshold": 0.38999999999999996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0.851063829787234,</a:t>
            </a:r>
          </a:p>
          <a:p>
            <a:r>
              <a:t>          "auc_prc": 0.10267689778800584,</a:t>
            </a:r>
          </a:p>
          <a:p>
            <a:r>
              <a:t>          "average_precision": 0.10755859756056754,</a:t>
            </a:r>
          </a:p>
          <a:p>
            <a:r>
              <a:t>          "balanced_accuracy": 0.5616892626998076,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1021,</a:t>
            </a:r>
          </a:p>
          <a:p>
            <a:r>
              <a:t>              117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65,</a:t>
            </a:r>
          </a:p>
          <a:p>
            <a:r>
              <a:t>              19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0.1727272727272727,</a:t>
            </a:r>
          </a:p>
          <a:p>
            <a:r>
              <a:t>          "positive_count": 84,</a:t>
            </a:r>
          </a:p>
          <a:p>
            <a:r>
              <a:t>          "positive_rate": 0.06873977086743044,</a:t>
            </a:r>
          </a:p>
          <a:p>
            <a:r>
              <a:t>          "precision": 0.13970588235294118,</a:t>
            </a:r>
          </a:p>
          <a:p>
            <a:r>
              <a:t>          "recall": 0.2261904761904762,</a:t>
            </a:r>
          </a:p>
          <a:p>
            <a:r>
              <a:t>          "roc_auc": 0.595426395514269,</a:t>
            </a:r>
          </a:p>
          <a:p>
            <a:r>
              <a:t>          "row_count": 1222,</a:t>
            </a:r>
          </a:p>
          <a:p>
            <a:r>
              <a:t>          "threshold": 0.38999999999999996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"Tasks/task-summaries/validate-refactored-model-per-dataset-20260927-134055/artifacts/cluster-run/qt/results/model/words_10/RF/baseline/metrics.json",</a:t>
            </a:r>
          </a:p>
          <a:p>
            <a:r>
              <a:t>      "blob_sha1": "a7395514881fbff5ebba03289b4c681de2040a6a",</a:t>
            </a:r>
          </a:p>
          <a:p>
            <a:r>
              <a:t>      "sha256": "75271fc921a4af416792abecbaed997bba00901d19c37d4aa5d2df1b8eeab7fb",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0.8740801308258381,</a:t>
            </a:r>
          </a:p>
          <a:p>
            <a:r>
              <a:t>          "auc_prc": 0.18825621033997086,</a:t>
            </a:r>
          </a:p>
          <a:p>
            <a:r>
              <a:t>          "average_precision": 0.19331191830116592,</a:t>
            </a:r>
          </a:p>
          <a:p>
            <a:r>
              <a:t>          "balanced_accuracy": 0.6571725422757237,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1044,</a:t>
            </a:r>
          </a:p>
          <a:p>
            <a:r>
              <a:t>              119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35,</a:t>
            </a:r>
          </a:p>
          <a:p>
            <a:r>
              <a:t>              25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0.24509803921568626,</a:t>
            </a:r>
          </a:p>
          <a:p>
            <a:r>
              <a:t>          "positive_count": 60,</a:t>
            </a:r>
          </a:p>
          <a:p>
            <a:r>
              <a:t>          "positive_rate": 0.04905968928863451,</a:t>
            </a:r>
          </a:p>
          <a:p>
            <a:r>
              <a:t>          "precision": 0.1736111111111111,</a:t>
            </a:r>
          </a:p>
          <a:p>
            <a:r>
              <a:t>          "recall": 0.4166666666666667,</a:t>
            </a:r>
          </a:p>
          <a:p>
            <a:r>
              <a:t>          "roc_auc": 0.7778016623674405,</a:t>
            </a:r>
          </a:p>
          <a:p>
            <a:r>
              <a:t>          "row_count": 1223,</a:t>
            </a:r>
          </a:p>
          <a:p>
            <a:r>
              <a:t>          "threshold": 0.13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0.837152209492635,</a:t>
            </a:r>
          </a:p>
          <a:p>
            <a:r>
              <a:t>          "auc_prc": 0.11547142833016022,</a:t>
            </a:r>
          </a:p>
          <a:p>
            <a:r>
              <a:t>          "average_precision": 0.1214920824540674,</a:t>
            </a:r>
          </a:p>
          <a:p>
            <a:r>
              <a:t>          "balanced_accuracy": 0.600318010985834,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1000,</a:t>
            </a:r>
          </a:p>
          <a:p>
            <a:r>
              <a:t>              153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46,</a:t>
            </a:r>
          </a:p>
          <a:p>
            <a:r>
              <a:t>              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0.18775510204081633,</a:t>
            </a:r>
          </a:p>
          <a:p>
            <a:r>
              <a:t>          "positive_count": 69,</a:t>
            </a:r>
          </a:p>
          <a:p>
            <a:r>
              <a:t>          "positive_rate": 0.05646481178396072,</a:t>
            </a:r>
          </a:p>
          <a:p>
            <a:r>
              <a:t>          "precision": 0.13068181818181818,</a:t>
            </a:r>
          </a:p>
          <a:p>
            <a:r>
              <a:t>          "recall": 0.3333333333333333,</a:t>
            </a:r>
          </a:p>
          <a:p>
            <a:r>
              <a:t>          "roc_auc": 0.6918121598350868,</a:t>
            </a:r>
          </a:p>
          <a:p>
            <a:r>
              <a:t>          "row_count": 1222,</a:t>
            </a:r>
          </a:p>
          <a:p>
            <a:r>
              <a:t>          "threshold": 0.13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"Tasks/task-summaries/validate-refactored-model-per-dataset-20260927-134055/artifacts/cluster-run/qt/results/model/words_10/RF/refactored/metrics.json",</a:t>
            </a:r>
          </a:p>
          <a:p>
            <a:r>
              <a:t>      "blob_sha1": "92ade1a373e03fb45d3c3425b63791d99288a7f3",</a:t>
            </a:r>
          </a:p>
          <a:p>
            <a:r>
              <a:t>      "sha256": "e0ad1c207a0a576f366eab7966a25402857212625cbcb9a28952888fe06f97e6",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0.6811120196238757,</a:t>
            </a:r>
          </a:p>
          <a:p>
            <a:r>
              <a:t>          "auc_prc": 0.14649032652238306,</a:t>
            </a:r>
          </a:p>
          <a:p>
            <a:r>
              <a:t>          "average_precision": 0.1516022539601388,</a:t>
            </a:r>
          </a:p>
          <a:p>
            <a:r>
              <a:t>          "balanced_accuracy": 0.6979721983376326,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790,</a:t>
            </a:r>
          </a:p>
          <a:p>
            <a:r>
              <a:t>              373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17,</a:t>
            </a:r>
          </a:p>
          <a:p>
            <a:r>
              <a:t>              43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0.18067226890756302,</a:t>
            </a:r>
          </a:p>
          <a:p>
            <a:r>
              <a:t>          "positive_count": 60,</a:t>
            </a:r>
          </a:p>
          <a:p>
            <a:r>
              <a:t>          "positive_rate": 0.04905968928863451,</a:t>
            </a:r>
          </a:p>
          <a:p>
            <a:r>
              <a:t>          "precision": 0.10336538461538461,</a:t>
            </a:r>
          </a:p>
          <a:p>
            <a:r>
              <a:t>          "recall": 0.7166666666666667,</a:t>
            </a:r>
          </a:p>
          <a:p>
            <a:r>
              <a:t>          "roc_auc": 0.7547004872456291,</a:t>
            </a:r>
          </a:p>
          <a:p>
            <a:r>
              <a:t>          "row_count": 1223,</a:t>
            </a:r>
          </a:p>
          <a:p>
            <a:r>
              <a:t>          "threshold": 0.16999999999999998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0.7029459901800328,</a:t>
            </a:r>
          </a:p>
          <a:p>
            <a:r>
              <a:t>          "auc_prc": 0.10327181901325438,</a:t>
            </a:r>
          </a:p>
          <a:p>
            <a:r>
              <a:t>          "average_precision": 0.10833003938465362,</a:t>
            </a:r>
          </a:p>
          <a:p>
            <a:r>
              <a:t>          "balanced_accuracy": 0.6518282489284413,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818,</a:t>
            </a:r>
          </a:p>
          <a:p>
            <a:r>
              <a:t>              335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41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0.1842696629213483,</a:t>
            </a:r>
          </a:p>
          <a:p>
            <a:r>
              <a:t>          "positive_count": 69,</a:t>
            </a:r>
          </a:p>
          <a:p>
            <a:r>
              <a:t>          "positive_rate": 0.05646481178396072,</a:t>
            </a:r>
          </a:p>
          <a:p>
            <a:r>
              <a:t>          "precision": 0.10904255319148937,</a:t>
            </a:r>
          </a:p>
          <a:p>
            <a:r>
              <a:t>          "recall": 0.5942028985507246,</a:t>
            </a:r>
          </a:p>
          <a:p>
            <a:r>
              <a:t>          "roc_auc": 0.6988071445630177,</a:t>
            </a:r>
          </a:p>
          <a:p>
            <a:r>
              <a:t>          "row_count": 1222,</a:t>
            </a:r>
          </a:p>
          <a:p>
            <a:r>
              <a:t>          "threshold": 0.16999999999999998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"Tasks/task-summaries/validate-refactored-model-per-dataset-20260927-134055/artifacts/cluster-run/qt/results/model/words_10/XGboost/baseline/metrics.json",</a:t>
            </a:r>
          </a:p>
          <a:p>
            <a:r>
              <a:t>      "blob_sha1": "b4c99f0f897075509b8c8e3d3ac72a5d1c7e6790",</a:t>
            </a:r>
          </a:p>
          <a:p>
            <a:r>
              <a:t>      "sha256": "464140a976353249695d8f80308f62a4f9c33a6f6753444445eeb31517f66f03",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0.7538838920686836,</a:t>
            </a:r>
          </a:p>
          <a:p>
            <a:r>
              <a:t>          "auc_prc": 0.15409578844051824,</a:t>
            </a:r>
          </a:p>
          <a:p>
            <a:r>
              <a:t>          "average_precision": 0.16254407564625004,</a:t>
            </a:r>
          </a:p>
          <a:p>
            <a:r>
              <a:t>          "balanced_accuracy": 0.6730080252221267,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887,</a:t>
            </a:r>
          </a:p>
          <a:p>
            <a:r>
              <a:t>              276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25,</a:t>
            </a:r>
          </a:p>
          <a:p>
            <a:r>
              <a:t>              35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0.18867924528301888,</a:t>
            </a:r>
          </a:p>
          <a:p>
            <a:r>
              <a:t>          "positive_count": 60,</a:t>
            </a:r>
          </a:p>
          <a:p>
            <a:r>
              <a:t>          "positive_rate": 0.04905968928863451,</a:t>
            </a:r>
          </a:p>
          <a:p>
            <a:r>
              <a:t>          "precision": 0.11254019292604502,</a:t>
            </a:r>
          </a:p>
          <a:p>
            <a:r>
              <a:t>          "recall": 0.5833333333333334,</a:t>
            </a:r>
          </a:p>
          <a:p>
            <a:r>
              <a:t>          "roc_auc": 0.7598022355975924,</a:t>
            </a:r>
          </a:p>
          <a:p>
            <a:r>
              <a:t>          "row_count": 1223,</a:t>
            </a:r>
          </a:p>
          <a:p>
            <a:r>
              <a:t>          "threshold": 0.08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0.6849427168576104,</a:t>
            </a:r>
          </a:p>
          <a:p>
            <a:r>
              <a:t>          "auc_prc": 0.10092682242128068,</a:t>
            </a:r>
          </a:p>
          <a:p>
            <a:r>
              <a:t>          "average_precision": 0.10675483311460207,</a:t>
            </a:r>
          </a:p>
          <a:p>
            <a:r>
              <a:t>          "balanced_accuracy": 0.6082242920170444,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801,</a:t>
            </a:r>
          </a:p>
          <a:p>
            <a:r>
              <a:t>              352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33,</a:t>
            </a:r>
          </a:p>
          <a:p>
            <a:r>
              <a:t>              36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0.1575492341356674,</a:t>
            </a:r>
          </a:p>
          <a:p>
            <a:r>
              <a:t>          "positive_count": 69,</a:t>
            </a:r>
          </a:p>
          <a:p>
            <a:r>
              <a:t>          "positive_rate": 0.05646481178396072,</a:t>
            </a:r>
          </a:p>
          <a:p>
            <a:r>
              <a:t>          "precision": 0.09278350515463918,</a:t>
            </a:r>
          </a:p>
          <a:p>
            <a:r>
              <a:t>          "recall": 0.5217391304347826,</a:t>
            </a:r>
          </a:p>
          <a:p>
            <a:r>
              <a:t>          "roc_auc": 0.6544741506089973,</a:t>
            </a:r>
          </a:p>
          <a:p>
            <a:r>
              <a:t>          "row_count": 1222,</a:t>
            </a:r>
          </a:p>
          <a:p>
            <a:r>
              <a:t>          "threshold": 0.08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"Tasks/task-summaries/validate-refactored-model-per-dataset-20260927-134055/artifacts/cluster-run/qt/results/model/words_10/XGboost/refactored/metrics.json",</a:t>
            </a:r>
          </a:p>
          <a:p>
            <a:r>
              <a:t>      "blob_sha1": "3d621f8dffef5fe56aec97d4e86127db68526ce0",</a:t>
            </a:r>
          </a:p>
          <a:p>
            <a:r>
              <a:t>      "sha256": "90173e219a8ad92c0be64ce809b8f0a55eed4f074df1f26ac64602fac5106858",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0.9051512673753066,</a:t>
            </a:r>
          </a:p>
          <a:p>
            <a:r>
              <a:t>          "auc_prc": 0.17394196940901607,</a:t>
            </a:r>
          </a:p>
          <a:p>
            <a:r>
              <a:t>          "average_precision": 0.1784419161306906,</a:t>
            </a:r>
          </a:p>
          <a:p>
            <a:r>
              <a:t>          "balanced_accuracy": 0.594475494411006,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1092,</a:t>
            </a:r>
          </a:p>
          <a:p>
            <a:r>
              <a:t>              71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45,</a:t>
            </a:r>
          </a:p>
          <a:p>
            <a:r>
              <a:t>              15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0.20547945205479454,</a:t>
            </a:r>
          </a:p>
          <a:p>
            <a:r>
              <a:t>          "positive_count": 60,</a:t>
            </a:r>
          </a:p>
          <a:p>
            <a:r>
              <a:t>          "positive_rate": 0.04905968928863451,</a:t>
            </a:r>
          </a:p>
          <a:p>
            <a:r>
              <a:t>          "precision": 0.1744186046511628,</a:t>
            </a:r>
          </a:p>
          <a:p>
            <a:r>
              <a:t>          "recall": 0.25,</a:t>
            </a:r>
          </a:p>
          <a:p>
            <a:r>
              <a:t>          "roc_auc": 0.7276153625680711,</a:t>
            </a:r>
          </a:p>
          <a:p>
            <a:r>
              <a:t>          "row_count": 1223,</a:t>
            </a:r>
          </a:p>
          <a:p>
            <a:r>
              <a:t>          "threshold": 0.6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0.8797054009819967,</a:t>
            </a:r>
          </a:p>
          <a:p>
            <a:r>
              <a:t>          "auc_prc": 0.12029227907071678,</a:t>
            </a:r>
          </a:p>
          <a:p>
            <a:r>
              <a:t>          "average_precision": 0.12878535045257875,</a:t>
            </a:r>
          </a:p>
          <a:p>
            <a:r>
              <a:t>          "balanced_accuracy": 0.5751788026195055,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1059,</a:t>
            </a:r>
          </a:p>
          <a:p>
            <a:r>
              <a:t>              94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53,</a:t>
            </a:r>
          </a:p>
          <a:p>
            <a:r>
              <a:t>              16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0.1787709497206704,</a:t>
            </a:r>
          </a:p>
          <a:p>
            <a:r>
              <a:t>          "positive_count": 69,</a:t>
            </a:r>
          </a:p>
          <a:p>
            <a:r>
              <a:t>          "positive_rate": 0.05646481178396072,</a:t>
            </a:r>
          </a:p>
          <a:p>
            <a:r>
              <a:t>          "precision": 0.14545454545454545,</a:t>
            </a:r>
          </a:p>
          <a:p>
            <a:r>
              <a:t>          "recall": 0.2318840579710145,</a:t>
            </a:r>
          </a:p>
          <a:p>
            <a:r>
              <a:t>          "roc_auc": 0.6537639679726486,</a:t>
            </a:r>
          </a:p>
          <a:p>
            <a:r>
              <a:t>          "row_count": 1222,</a:t>
            </a:r>
          </a:p>
          <a:p>
            <a:r>
              <a:t>          "threshold": 0.6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"Tasks/task-summaries/validate-refactored-model-per-dataset-20260927-134055/artifacts/cluster-run/qt/results/model/words_10/NN/baseline/metrics.json",</a:t>
            </a:r>
          </a:p>
          <a:p>
            <a:r>
              <a:t>      "blob_sha1": "5234814ec15754beb543246617f2eba98404b28c",</a:t>
            </a:r>
          </a:p>
          <a:p>
            <a:r>
              <a:t>      "sha256": "04c7ad3cae286f14f2031ab0c46a109bf86466706ed23beb13d132433cff80d1",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0.8135731807031888,</a:t>
            </a:r>
          </a:p>
          <a:p>
            <a:r>
              <a:t>          "auc_prc": 0.15634624364505903,</a:t>
            </a:r>
          </a:p>
          <a:p>
            <a:r>
              <a:t>          "average_precision": 0.16669569795799744,</a:t>
            </a:r>
          </a:p>
          <a:p>
            <a:r>
              <a:t>          "balanced_accuracy": 0.6332616795643451,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969,</a:t>
            </a:r>
          </a:p>
          <a:p>
            <a:r>
              <a:t>              194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34,</a:t>
            </a:r>
          </a:p>
          <a:p>
            <a:r>
              <a:t>              26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0.18571428571428572,</a:t>
            </a:r>
          </a:p>
          <a:p>
            <a:r>
              <a:t>          "positive_count": 60,</a:t>
            </a:r>
          </a:p>
          <a:p>
            <a:r>
              <a:t>          "positive_rate": 0.04905968928863451,</a:t>
            </a:r>
          </a:p>
          <a:p>
            <a:r>
              <a:t>          "precision": 0.11818181818181818,</a:t>
            </a:r>
          </a:p>
          <a:p>
            <a:r>
              <a:t>          "recall": 0.43333333333333335,</a:t>
            </a:r>
          </a:p>
          <a:p>
            <a:r>
              <a:t>          "roc_auc": 0.7248208655775293,</a:t>
            </a:r>
          </a:p>
          <a:p>
            <a:r>
              <a:t>          "row_count": 1223,</a:t>
            </a:r>
          </a:p>
          <a:p>
            <a:r>
              <a:t>          "threshold": 0.09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0.8224222585924713,</a:t>
            </a:r>
          </a:p>
          <a:p>
            <a:r>
              <a:t>          "auc_prc": 0.07699358072133006,</a:t>
            </a:r>
          </a:p>
          <a:p>
            <a:r>
              <a:t>          "average_precision": 0.07968053407066236,</a:t>
            </a:r>
          </a:p>
          <a:p>
            <a:r>
              <a:t>          "balanced_accuracy": 0.5788868358535391,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984,</a:t>
            </a:r>
          </a:p>
          <a:p>
            <a:r>
              <a:t>              169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48,</a:t>
            </a:r>
          </a:p>
          <a:p>
            <a:r>
              <a:t>              21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0.16216216216216217,</a:t>
            </a:r>
          </a:p>
          <a:p>
            <a:r>
              <a:t>          "positive_count": 69,</a:t>
            </a:r>
          </a:p>
          <a:p>
            <a:r>
              <a:t>          "positive_rate": 0.05646481178396072,</a:t>
            </a:r>
          </a:p>
          <a:p>
            <a:r>
              <a:t>          "precision": 0.11052631578947368,</a:t>
            </a:r>
          </a:p>
          <a:p>
            <a:r>
              <a:t>          "recall": 0.30434782608695654,</a:t>
            </a:r>
          </a:p>
          <a:p>
            <a:r>
              <a:t>          "roc_auc": 0.5991050441821587,</a:t>
            </a:r>
          </a:p>
          <a:p>
            <a:r>
              <a:t>          "row_count": 1222,</a:t>
            </a:r>
          </a:p>
          <a:p>
            <a:r>
              <a:t>          "threshold": 0.09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"Tasks/task-summaries/validate-refactored-model-per-dataset-20260927-134055/artifacts/cluster-run/qt/results/model/words_10/NN/refactored/metrics.json",</a:t>
            </a:r>
          </a:p>
          <a:p>
            <a:r>
              <a:t>      "blob_sha1": "4109a0fe8200fa49ea5134a9e10f5519e313061a",</a:t>
            </a:r>
          </a:p>
          <a:p>
            <a:r>
              <a:t>      "sha256": "3101deca55e6f33192436d4fc2f970518e868938713b497aaf28a584cec6f79b",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0.9010629599345871,</a:t>
            </a:r>
          </a:p>
          <a:p>
            <a:r>
              <a:t>          "auc_prc": 0.08333342250893258,</a:t>
            </a:r>
          </a:p>
          <a:p>
            <a:r>
              <a:t>          "average_precision": 0.08693106591299699,</a:t>
            </a:r>
          </a:p>
          <a:p>
            <a:r>
              <a:t>          "balanced_accuracy": 0.5528088277443394,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1092,</a:t>
            </a:r>
          </a:p>
          <a:p>
            <a:r>
              <a:t>              71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50,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0.14184397163120568,</a:t>
            </a:r>
          </a:p>
          <a:p>
            <a:r>
              <a:t>          "positive_count": 60,</a:t>
            </a:r>
          </a:p>
          <a:p>
            <a:r>
              <a:t>          "positive_rate": 0.04905968928863451,</a:t>
            </a:r>
          </a:p>
          <a:p>
            <a:r>
              <a:t>          "precision": 0.12345679012345678,</a:t>
            </a:r>
          </a:p>
          <a:p>
            <a:r>
              <a:t>          "recall": 0.16666666666666666,</a:t>
            </a:r>
          </a:p>
          <a:p>
            <a:r>
              <a:t>          "roc_auc": 0.6639151619375179,</a:t>
            </a:r>
          </a:p>
          <a:p>
            <a:r>
              <a:t>          "row_count": 1223,</a:t>
            </a:r>
          </a:p>
          <a:p>
            <a:r>
              <a:t>          "threshold": 0.7499999999999999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0.9034369885433715,</a:t>
            </a:r>
          </a:p>
          <a:p>
            <a:r>
              <a:t>          "auc_prc": 0.07494240329569805,</a:t>
            </a:r>
          </a:p>
          <a:p>
            <a:r>
              <a:t>          "average_precision": 0.07749239041372047,</a:t>
            </a:r>
          </a:p>
          <a:p>
            <a:r>
              <a:t>          "balanced_accuracy": 0.5332528878665611,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1096,</a:t>
            </a:r>
          </a:p>
          <a:p>
            <a:r>
              <a:t>              57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61,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0.11940298507462686,</a:t>
            </a:r>
          </a:p>
          <a:p>
            <a:r>
              <a:t>          "positive_count": 69,</a:t>
            </a:r>
          </a:p>
          <a:p>
            <a:r>
              <a:t>          "positive_rate": 0.05646481178396072,</a:t>
            </a:r>
          </a:p>
          <a:p>
            <a:r>
              <a:t>          "precision": 0.12307692307692308,</a:t>
            </a:r>
          </a:p>
          <a:p>
            <a:r>
              <a:t>          "recall": 0.11594202898550725,</a:t>
            </a:r>
          </a:p>
          <a:p>
            <a:r>
              <a:t>          "roc_auc": 0.5921414834646856,</a:t>
            </a:r>
          </a:p>
          <a:p>
            <a:r>
              <a:t>          "row_count": 1222,</a:t>
            </a:r>
          </a:p>
          <a:p>
            <a:r>
              <a:t>          "threshold": 0.7499999999999999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"Tasks/task-summaries/validate-refactored-model-per-dataset-20260927-134055/artifacts/cluster-run/qt/results/model/words_15/RF/baseline/metrics.json",</a:t>
            </a:r>
          </a:p>
          <a:p>
            <a:r>
              <a:t>      "blob_sha1": "b45a903f5c0fcb5ec8e0f569391bdda0d8d9589e",</a:t>
            </a:r>
          </a:p>
          <a:p>
            <a:r>
              <a:t>      "sha256": "d83007b1df4d11ada97ac9f1b5fd5870fe40e12362f3c8b930aa8ce20b4916f1",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0.9370400654129191,</a:t>
            </a:r>
          </a:p>
          <a:p>
            <a:r>
              <a:t>          "auc_prc": 0.12979775809009864,</a:t>
            </a:r>
          </a:p>
          <a:p>
            <a:r>
              <a:t>          "average_precision": 0.14084551107053936,</a:t>
            </a:r>
          </a:p>
          <a:p>
            <a:r>
              <a:t>          "balanced_accuracy": 0.5752266456444619,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1138,</a:t>
            </a:r>
          </a:p>
          <a:p>
            <a:r>
              <a:t>              42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35,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0.17204301075268816,</a:t>
            </a:r>
          </a:p>
          <a:p>
            <a:r>
              <a:t>          "positive_count": 43,</a:t>
            </a:r>
          </a:p>
          <a:p>
            <a:r>
              <a:t>          "positive_rate": 0.03515944399018806,</a:t>
            </a:r>
          </a:p>
          <a:p>
            <a:r>
              <a:t>          "precision": 0.16,</a:t>
            </a:r>
          </a:p>
          <a:p>
            <a:r>
              <a:t>          "recall": 0.18604651162790697,</a:t>
            </a:r>
          </a:p>
          <a:p>
            <a:r>
              <a:t>          "roc_auc": 0.7693535672053606,</a:t>
            </a:r>
          </a:p>
          <a:p>
            <a:r>
              <a:t>          "row_count": 1223,</a:t>
            </a:r>
          </a:p>
          <a:p>
            <a:r>
              <a:t>          "threshold": 0.16999999999999998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0.9083469721767594,</a:t>
            </a:r>
          </a:p>
          <a:p>
            <a:r>
              <a:t>          "auc_prc": 0.10281423815675858,</a:t>
            </a:r>
          </a:p>
          <a:p>
            <a:r>
              <a:t>          "average_precision": 0.11009083488624045,</a:t>
            </a:r>
          </a:p>
          <a:p>
            <a:r>
              <a:t>          "balanced_accuracy": 0.5750977603981514,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1098,</a:t>
            </a:r>
          </a:p>
          <a:p>
            <a:r>
              <a:t>              66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46,</a:t>
            </a:r>
          </a:p>
          <a:p>
            <a:r>
              <a:t>              12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0.17647058823529413,</a:t>
            </a:r>
          </a:p>
          <a:p>
            <a:r>
              <a:t>          "positive_count": 58,</a:t>
            </a:r>
          </a:p>
          <a:p>
            <a:r>
              <a:t>          "positive_rate": 0.04746317512274959,</a:t>
            </a:r>
          </a:p>
          <a:p>
            <a:r>
              <a:t>          "precision": 0.15384615384615385,</a:t>
            </a:r>
          </a:p>
          <a:p>
            <a:r>
              <a:t>          "recall": 0.20689655172413793,</a:t>
            </a:r>
          </a:p>
          <a:p>
            <a:r>
              <a:t>          "roc_auc": 0.6928694158075601,</a:t>
            </a:r>
          </a:p>
          <a:p>
            <a:r>
              <a:t>          "row_count": 1222,</a:t>
            </a:r>
          </a:p>
          <a:p>
            <a:r>
              <a:t>          "threshold": 0.16999999999999998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"Tasks/task-summaries/validate-refactored-model-per-dataset-20260927-134055/artifacts/cluster-run/qt/results/model/words_15/RF/refactored/metrics.json",</a:t>
            </a:r>
          </a:p>
          <a:p>
            <a:r>
              <a:t>      "blob_sha1": "b3b76040ed8c30e972e5e7a000babf1df75d3a63",</a:t>
            </a:r>
          </a:p>
          <a:p>
            <a:r>
              <a:t>      "sha256": "f8ef3ee6ebd29d922734c2c1e5485b058c00ef3f60c0ad7bb1a5310671bcc896",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0.9443990188062142,</a:t>
            </a:r>
          </a:p>
          <a:p>
            <a:r>
              <a:t>          "auc_prc": 0.11084417890769058,</a:t>
            </a:r>
          </a:p>
          <a:p>
            <a:r>
              <a:t>          "average_precision": 0.12088353690028425,</a:t>
            </a:r>
          </a:p>
          <a:p>
            <a:r>
              <a:t>          "balanced_accuracy": 0.567836026803311,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1148,</a:t>
            </a:r>
          </a:p>
          <a:p>
            <a:r>
              <a:t>              32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36,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0.17073170731707318,</a:t>
            </a:r>
          </a:p>
          <a:p>
            <a:r>
              <a:t>          "positive_count": 43,</a:t>
            </a:r>
          </a:p>
          <a:p>
            <a:r>
              <a:t>          "positive_rate": 0.03515944399018806,</a:t>
            </a:r>
          </a:p>
          <a:p>
            <a:r>
              <a:t>          "precision": 0.1794871794871795,</a:t>
            </a:r>
          </a:p>
          <a:p>
            <a:r>
              <a:t>          "recall": 0.16279069767441862,</a:t>
            </a:r>
          </a:p>
          <a:p>
            <a:r>
              <a:t>          "roc_auc": 0.7653527788726843,</a:t>
            </a:r>
          </a:p>
          <a:p>
            <a:r>
              <a:t>          "row_count": 1223,</a:t>
            </a:r>
          </a:p>
          <a:p>
            <a:r>
              <a:t>          "threshold": 0.3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0.9288052373158756,</a:t>
            </a:r>
          </a:p>
          <a:p>
            <a:r>
              <a:t>          "auc_prc": 0.07878535135914616,</a:t>
            </a:r>
          </a:p>
          <a:p>
            <a:r>
              <a:t>          "average_precision": 0.08355350303877518,</a:t>
            </a:r>
          </a:p>
          <a:p>
            <a:r>
              <a:t>          "balanced_accuracy": 0.5448809100604337,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1128,</a:t>
            </a:r>
          </a:p>
          <a:p>
            <a:r>
              <a:t>              36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51,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0.13861386138613863,</a:t>
            </a:r>
          </a:p>
          <a:p>
            <a:r>
              <a:t>          "positive_count": 58,</a:t>
            </a:r>
          </a:p>
          <a:p>
            <a:r>
              <a:t>          "positive_rate": 0.04746317512274959,</a:t>
            </a:r>
          </a:p>
          <a:p>
            <a:r>
              <a:t>          "precision": 0.16279069767441862,</a:t>
            </a:r>
          </a:p>
          <a:p>
            <a:r>
              <a:t>          "recall": 0.1206896551724138,</a:t>
            </a:r>
          </a:p>
          <a:p>
            <a:r>
              <a:t>          "roc_auc": 0.6665629813959,</a:t>
            </a:r>
          </a:p>
          <a:p>
            <a:r>
              <a:t>          "row_count": 1222,</a:t>
            </a:r>
          </a:p>
          <a:p>
            <a:r>
              <a:t>          "threshold": 0.3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"Tasks/task-summaries/validate-refactored-model-per-dataset-20260927-134055/artifacts/cluster-run/qt/results/model/words_15/XGboost/baseline/metrics.json",</a:t>
            </a:r>
          </a:p>
          <a:p>
            <a:r>
              <a:t>      "blob_sha1": "bf79341482f79c4b0502aa9cfe5cf148de7e1fd7",</a:t>
            </a:r>
          </a:p>
          <a:p>
            <a:r>
              <a:t>      "sha256": "4b7ba58d74606bb8671150fab6af081e71120779843075510e29018ba591bf78",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0.9566639411283728,</a:t>
            </a:r>
          </a:p>
          <a:p>
            <a:r>
              <a:t>          "auc_prc": 0.13670706740744334,</a:t>
            </a:r>
          </a:p>
          <a:p>
            <a:r>
              <a:t>          "average_precision": 0.1493418412262666,</a:t>
            </a:r>
          </a:p>
          <a:p>
            <a:r>
              <a:t>          "balanced_accuracy": 0.5293752463539614,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1167,</a:t>
            </a:r>
          </a:p>
          <a:p>
            <a:r>
              <a:t>              13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40,</a:t>
            </a:r>
          </a:p>
          <a:p>
            <a:r>
              <a:t>              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0.10169491525423728,</a:t>
            </a:r>
          </a:p>
          <a:p>
            <a:r>
              <a:t>          "positive_count": 43,</a:t>
            </a:r>
          </a:p>
          <a:p>
            <a:r>
              <a:t>          "positive_rate": 0.03515944399018806,</a:t>
            </a:r>
          </a:p>
          <a:p>
            <a:r>
              <a:t>          "precision": 0.1875,</a:t>
            </a:r>
          </a:p>
          <a:p>
            <a:r>
              <a:t>          "recall": 0.06976744186046512,</a:t>
            </a:r>
          </a:p>
          <a:p>
            <a:r>
              <a:t>          "roc_auc": 0.7926487977926685,</a:t>
            </a:r>
          </a:p>
          <a:p>
            <a:r>
              <a:t>          "row_count": 1223,</a:t>
            </a:r>
          </a:p>
          <a:p>
            <a:r>
              <a:t>          "threshold": 0.20999999999999996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0.94189852700491,</a:t>
            </a:r>
          </a:p>
          <a:p>
            <a:r>
              <a:t>          "auc_prc": 0.11861433141088287,</a:t>
            </a:r>
          </a:p>
          <a:p>
            <a:r>
              <a:t>          "average_precision": 0.12370691045277249,</a:t>
            </a:r>
          </a:p>
          <a:p>
            <a:r>
              <a:t>          "balanced_accuracy": 0.5599448986846782,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1143,</a:t>
            </a:r>
          </a:p>
          <a:p>
            <a:r>
              <a:t>              21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50,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0.1839080459770115,</a:t>
            </a:r>
          </a:p>
          <a:p>
            <a:r>
              <a:t>          "positive_count": 58,</a:t>
            </a:r>
          </a:p>
          <a:p>
            <a:r>
              <a:t>          "positive_rate": 0.04746317512274959,</a:t>
            </a:r>
          </a:p>
          <a:p>
            <a:r>
              <a:t>          "precision": 0.27586206896551724,</a:t>
            </a:r>
          </a:p>
          <a:p>
            <a:r>
              <a:t>          "recall": 0.13793103448275862,</a:t>
            </a:r>
          </a:p>
          <a:p>
            <a:r>
              <a:t>          "roc_auc": 0.6623637279298495,</a:t>
            </a:r>
          </a:p>
          <a:p>
            <a:r>
              <a:t>          "row_count": 1222,</a:t>
            </a:r>
          </a:p>
          <a:p>
            <a:r>
              <a:t>          "threshold": 0.20999999999999996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"Tasks/task-summaries/validate-refactored-model-per-dataset-20260927-134055/artifacts/cluster-run/qt/results/model/words_15/XGboost/refactored/metrics.json",</a:t>
            </a:r>
          </a:p>
          <a:p>
            <a:r>
              <a:t>      "blob_sha1": "b89a4a45c16412a6f1cbc022ca5b933fcf0099a1",</a:t>
            </a:r>
          </a:p>
          <a:p>
            <a:r>
              <a:t>      "sha256": "08b1d8d4bfb51e775c76fcbcc622f666c9e18ce2c2b64626b7039cc5365837eb",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0.9272281275551921,</a:t>
            </a:r>
          </a:p>
          <a:p>
            <a:r>
              <a:t>          "auc_prc": 0.11347377204352192,</a:t>
            </a:r>
          </a:p>
          <a:p>
            <a:r>
              <a:t>          "average_precision": 0.12264100426527408,</a:t>
            </a:r>
          </a:p>
          <a:p>
            <a:r>
              <a:t>          "balanced_accuracy": 0.5925502562081199,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1124,</a:t>
            </a:r>
          </a:p>
          <a:p>
            <a:r>
              <a:t>              56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33,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0.18348623853211007,</a:t>
            </a:r>
          </a:p>
          <a:p>
            <a:r>
              <a:t>          "positive_count": 43,</a:t>
            </a:r>
          </a:p>
          <a:p>
            <a:r>
              <a:t>          "positive_rate": 0.03515944399018806,</a:t>
            </a:r>
          </a:p>
          <a:p>
            <a:r>
              <a:t>          "precision": 0.15151515151515152,</a:t>
            </a:r>
          </a:p>
          <a:p>
            <a:r>
              <a:t>          "recall": 0.23255813953488372,</a:t>
            </a:r>
          </a:p>
          <a:p>
            <a:r>
              <a:t>          "roc_auc": 0.7766949152542373,</a:t>
            </a:r>
          </a:p>
          <a:p>
            <a:r>
              <a:t>          "row_count": 1223,</a:t>
            </a:r>
          </a:p>
          <a:p>
            <a:r>
              <a:t>          "threshold": 0.6399999999999999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0.9230769230769231,</a:t>
            </a:r>
          </a:p>
          <a:p>
            <a:r>
              <a:t>          "auc_prc": 0.08746785462606323,</a:t>
            </a:r>
          </a:p>
          <a:p>
            <a:r>
              <a:t>          "average_precision": 0.09334118774622416,</a:t>
            </a:r>
          </a:p>
          <a:p>
            <a:r>
              <a:t>          "balanced_accuracy": 0.5664474463799029,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1118,</a:t>
            </a:r>
          </a:p>
          <a:p>
            <a:r>
              <a:t>              46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48,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0.17543859649122806,</a:t>
            </a:r>
          </a:p>
          <a:p>
            <a:r>
              <a:t>          "positive_count": 58,</a:t>
            </a:r>
          </a:p>
          <a:p>
            <a:r>
              <a:t>          "positive_rate": 0.04746317512274959,</a:t>
            </a:r>
          </a:p>
          <a:p>
            <a:r>
              <a:t>          "precision": 0.17857142857142858,</a:t>
            </a:r>
          </a:p>
          <a:p>
            <a:r>
              <a:t>          "recall": 0.1724137931034483,</a:t>
            </a:r>
          </a:p>
          <a:p>
            <a:r>
              <a:t>          "roc_auc": 0.6467294703163882,</a:t>
            </a:r>
          </a:p>
          <a:p>
            <a:r>
              <a:t>          "row_count": 1222,</a:t>
            </a:r>
          </a:p>
          <a:p>
            <a:r>
              <a:t>          "threshold": 0.6399999999999999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"Tasks/task-summaries/validate-refactored-model-per-dataset-20260927-134055/artifacts/cluster-run/qt/results/model/words_15/NN/baseline/metrics.json",</a:t>
            </a:r>
          </a:p>
          <a:p>
            <a:r>
              <a:t>      "blob_sha1": "a022215c63cf64bed34b080338aa7b2db609a939",</a:t>
            </a:r>
          </a:p>
          <a:p>
            <a:r>
              <a:t>      "sha256": "eff44d1b5e151a61cd6d36094891a6b986439d3443b62dcf0d262a8e847cd4fb",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0.9125102207686018,</a:t>
            </a:r>
          </a:p>
          <a:p>
            <a:r>
              <a:t>          "auc_prc": 0.13276306502546867,</a:t>
            </a:r>
          </a:p>
          <a:p>
            <a:r>
              <a:t>          "average_precision": 0.13947650413064525,</a:t>
            </a:r>
          </a:p>
          <a:p>
            <a:r>
              <a:t>          "balanced_accuracy": 0.584923137564052,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1106,</a:t>
            </a:r>
          </a:p>
          <a:p>
            <a:r>
              <a:t>              74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33,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0.15748031496062992,</a:t>
            </a:r>
          </a:p>
          <a:p>
            <a:r>
              <a:t>          "positive_count": 43,</a:t>
            </a:r>
          </a:p>
          <a:p>
            <a:r>
              <a:t>          "positive_rate": 0.03515944399018806,</a:t>
            </a:r>
          </a:p>
          <a:p>
            <a:r>
              <a:t>          "precision": 0.11904761904761904,</a:t>
            </a:r>
          </a:p>
          <a:p>
            <a:r>
              <a:t>          "recall": 0.23255813953488372,</a:t>
            </a:r>
          </a:p>
          <a:p>
            <a:r>
              <a:t>          "roc_auc": 0.6437130469057942,</a:t>
            </a:r>
          </a:p>
          <a:p>
            <a:r>
              <a:t>          "row_count": 1223,</a:t>
            </a:r>
          </a:p>
          <a:p>
            <a:r>
              <a:t>          "threshold": 0.31999999999999995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0.9247135842880524,</a:t>
            </a:r>
          </a:p>
          <a:p>
            <a:r>
              <a:t>          "auc_prc": 0.06361837034633404,</a:t>
            </a:r>
          </a:p>
          <a:p>
            <a:r>
              <a:t>          "average_precision": 0.06682465024014009,</a:t>
            </a:r>
          </a:p>
          <a:p>
            <a:r>
              <a:t>          "balanced_accuracy": 0.5509242801279772,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1122,</a:t>
            </a:r>
          </a:p>
          <a:p>
            <a:r>
              <a:t>              42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50,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0.14814814814814817,</a:t>
            </a:r>
          </a:p>
          <a:p>
            <a:r>
              <a:t>          "positive_count": 58,</a:t>
            </a:r>
          </a:p>
          <a:p>
            <a:r>
              <a:t>          "positive_rate": 0.04746317512274959,</a:t>
            </a:r>
          </a:p>
          <a:p>
            <a:r>
              <a:t>          "precision": 0.16,</a:t>
            </a:r>
          </a:p>
          <a:p>
            <a:r>
              <a:t>          "recall": 0.13793103448275862,</a:t>
            </a:r>
          </a:p>
          <a:p>
            <a:r>
              <a:t>          "roc_auc": 0.5238179879132598,</a:t>
            </a:r>
          </a:p>
          <a:p>
            <a:r>
              <a:t>          "row_count": 1222,</a:t>
            </a:r>
          </a:p>
          <a:p>
            <a:r>
              <a:t>          "threshold": 0.31999999999999995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"Tasks/task-summaries/validate-refactored-model-per-dataset-20260927-134055/artifacts/cluster-run/qt/results/model/words_15/NN/refactored/metrics.json",</a:t>
            </a:r>
          </a:p>
          <a:p>
            <a:r>
              <a:t>      "blob_sha1": "998d2221cb16a7ec8229518562349040dd73d1d2",</a:t>
            </a:r>
          </a:p>
          <a:p>
            <a:r>
              <a:t>      "sha256": "73e5429a216fef145c786c927895749ca3c7c0be723d0c4e230369115269c62f",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0.8945216680294358,</a:t>
            </a:r>
          </a:p>
          <a:p>
            <a:r>
              <a:t>          "auc_prc": 0.05701238179209176,</a:t>
            </a:r>
          </a:p>
          <a:p>
            <a:r>
              <a:t>          "average_precision": 0.06096073277722565,</a:t>
            </a:r>
          </a:p>
          <a:p>
            <a:r>
              <a:t>          "balanced_accuracy": 0.5531927473393772,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1086,</a:t>
            </a:r>
          </a:p>
          <a:p>
            <a:r>
              <a:t>              94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35,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0.1103448275862069,</a:t>
            </a:r>
          </a:p>
          <a:p>
            <a:r>
              <a:t>          "positive_count": 43,</a:t>
            </a:r>
          </a:p>
          <a:p>
            <a:r>
              <a:t>          "positive_rate": 0.03515944399018806,</a:t>
            </a:r>
          </a:p>
          <a:p>
            <a:r>
              <a:t>          "precision": 0.0784313725490196,</a:t>
            </a:r>
          </a:p>
          <a:p>
            <a:r>
              <a:t>          "recall": 0.18604651162790697,</a:t>
            </a:r>
          </a:p>
          <a:p>
            <a:r>
              <a:t>          "roc_auc": 0.6408159243200631,</a:t>
            </a:r>
          </a:p>
          <a:p>
            <a:r>
              <a:t>          "row_count": 1223,</a:t>
            </a:r>
          </a:p>
          <a:p>
            <a:r>
              <a:t>          "threshold": 0.29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0.9148936170212766,</a:t>
            </a:r>
          </a:p>
          <a:p>
            <a:r>
              <a:t>          "auc_prc": 0.06362109846173544,</a:t>
            </a:r>
          </a:p>
          <a:p>
            <a:r>
              <a:t>          "average_precision": 0.0675442181437552,</a:t>
            </a:r>
          </a:p>
          <a:p>
            <a:r>
              <a:t>          "balanced_accuracy": 0.5539607773432871,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1109,</a:t>
            </a:r>
          </a:p>
          <a:p>
            <a:r>
              <a:t>              55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49,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0.1475409836065574,</a:t>
            </a:r>
          </a:p>
          <a:p>
            <a:r>
              <a:t>          "positive_count": 58,</a:t>
            </a:r>
          </a:p>
          <a:p>
            <a:r>
              <a:t>          "positive_rate": 0.04746317512274959,</a:t>
            </a:r>
          </a:p>
          <a:p>
            <a:r>
              <a:t>          "precision": 0.140625,</a:t>
            </a:r>
          </a:p>
          <a:p>
            <a:r>
              <a:t>          "recall": 0.15517241379310345,</a:t>
            </a:r>
          </a:p>
          <a:p>
            <a:r>
              <a:t>          "roc_auc": 0.5243512264486313,</a:t>
            </a:r>
          </a:p>
          <a:p>
            <a:r>
              <a:t>          "row_count": 1222,</a:t>
            </a:r>
          </a:p>
          <a:p>
            <a:r>
              <a:t>          "threshold": 0.29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"Tasks/task-summaries/validate-refactored-model-per-dataset-20260927-134055/artifacts/cluster-run/qt/results/model/words_20/RF/baseline/metrics.json",</a:t>
            </a:r>
          </a:p>
          <a:p>
            <a:r>
              <a:t>      "blob_sha1": "c0c0fd4f464c154b869ac3e5a269684405d9327d",</a:t>
            </a:r>
          </a:p>
          <a:p>
            <a:r>
              <a:t>      "sha256": "a929aff3f8e0f81403440ee38cd61a393efca81ef1a7ac9a18cd6a919d304f82",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0.9632052330335241,</a:t>
            </a:r>
          </a:p>
          <a:p>
            <a:r>
              <a:t>          "auc_prc": 0.11893583301874244,</a:t>
            </a:r>
          </a:p>
          <a:p>
            <a:r>
              <a:t>          "average_precision": 0.1251974969883866,</a:t>
            </a:r>
          </a:p>
          <a:p>
            <a:r>
              <a:t>          "balanced_accuracy": 0.5382303468065106,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1175,</a:t>
            </a:r>
          </a:p>
          <a:p>
            <a:r>
              <a:t>              14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31,</a:t>
            </a:r>
          </a:p>
          <a:p>
            <a:r>
              <a:t>              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0.11764705882352942,</a:t>
            </a:r>
          </a:p>
          <a:p>
            <a:r>
              <a:t>          "positive_count": 34,</a:t>
            </a:r>
          </a:p>
          <a:p>
            <a:r>
              <a:t>          "positive_rate": 0.027800490596892886,</a:t>
            </a:r>
          </a:p>
          <a:p>
            <a:r>
              <a:t>          "precision": 0.17647058823529413,</a:t>
            </a:r>
          </a:p>
          <a:p>
            <a:r>
              <a:t>          "recall": 0.08823529411764706,</a:t>
            </a:r>
          </a:p>
          <a:p>
            <a:r>
              <a:t>          "roc_auc": 0.7569880769801612,</a:t>
            </a:r>
          </a:p>
          <a:p>
            <a:r>
              <a:t>          "row_count": 1223,</a:t>
            </a:r>
          </a:p>
          <a:p>
            <a:r>
              <a:t>          "threshold": 0.19999999999999996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0.9361702127659575,</a:t>
            </a:r>
          </a:p>
          <a:p>
            <a:r>
              <a:t>          "auc_prc": 0.08465363590247352,</a:t>
            </a:r>
          </a:p>
          <a:p>
            <a:r>
              <a:t>          "average_precision": 0.09086638444736693,</a:t>
            </a:r>
          </a:p>
          <a:p>
            <a:r>
              <a:t>          "balanced_accuracy": 0.557158574673481,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1137,</a:t>
            </a:r>
          </a:p>
          <a:p>
            <a:r>
              <a:t>              37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41,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0.15217391304347827,</a:t>
            </a:r>
          </a:p>
          <a:p>
            <a:r>
              <a:t>          "positive_count": 48,</a:t>
            </a:r>
          </a:p>
          <a:p>
            <a:r>
              <a:t>          "positive_rate": 0.03927986906710311,</a:t>
            </a:r>
          </a:p>
          <a:p>
            <a:r>
              <a:t>          "precision": 0.1590909090909091,</a:t>
            </a:r>
          </a:p>
          <a:p>
            <a:r>
              <a:t>          "recall": 0.14583333333333334,</a:t>
            </a:r>
          </a:p>
          <a:p>
            <a:r>
              <a:t>          "roc_auc": 0.6858762776831345,</a:t>
            </a:r>
          </a:p>
          <a:p>
            <a:r>
              <a:t>          "row_count": 1222,</a:t>
            </a:r>
          </a:p>
          <a:p>
            <a:r>
              <a:t>          "threshold": 0.19999999999999996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"Tasks/task-summaries/validate-refactored-model-per-dataset-20260927-134055/artifacts/cluster-run/qt/results/model/words_20/RF/refactored/metrics.json",</a:t>
            </a:r>
          </a:p>
          <a:p>
            <a:r>
              <a:t>      "blob_sha1": "e17ae652e7b5302bcbc0aacf4e25cd46862071ad",</a:t>
            </a:r>
          </a:p>
          <a:p>
            <a:r>
              <a:t>      "sha256": "41d5dffe75df2c21dbb66aebbbfe2414c854ce11bfd08e6e446346e02ddafee3",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0.9484873262469338,</a:t>
            </a:r>
          </a:p>
          <a:p>
            <a:r>
              <a:t>          "auc_prc": 0.15237375530023597,</a:t>
            </a:r>
          </a:p>
          <a:p>
            <a:r>
              <a:t>          "average_precision": 0.15704474363680007,</a:t>
            </a:r>
          </a:p>
          <a:p>
            <a:r>
              <a:t>          "balanced_accuracy": 0.5735170434868648,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1154,</a:t>
            </a:r>
          </a:p>
          <a:p>
            <a:r>
              <a:t>              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0.16,</a:t>
            </a:r>
          </a:p>
          <a:p>
            <a:r>
              <a:t>          "positive_count": 34,</a:t>
            </a:r>
          </a:p>
          <a:p>
            <a:r>
              <a:t>          "positive_rate": 0.027800490596892886,</a:t>
            </a:r>
          </a:p>
          <a:p>
            <a:r>
              <a:t>          "precision": 0.14634146341463414,</a:t>
            </a:r>
          </a:p>
          <a:p>
            <a:r>
              <a:t>          "recall": 0.17647058823529413,</a:t>
            </a:r>
          </a:p>
          <a:p>
            <a:r>
              <a:t>          "roc_auc": 0.7590164745460842,</a:t>
            </a:r>
          </a:p>
          <a:p>
            <a:r>
              <a:t>          "row_count": 1223,</a:t>
            </a:r>
          </a:p>
          <a:p>
            <a:r>
              <a:t>          "threshold": 0.42999999999999994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0.9222585924713584,</a:t>
            </a:r>
          </a:p>
          <a:p>
            <a:r>
              <a:t>          "auc_prc": 0.06981912720029466,</a:t>
            </a:r>
          </a:p>
          <a:p>
            <a:r>
              <a:t>          "average_precision": 0.07410109467026146,</a:t>
            </a:r>
          </a:p>
          <a:p>
            <a:r>
              <a:t>          "balanced_accuracy": 0.5599091425326519,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1119,</a:t>
            </a:r>
          </a:p>
          <a:p>
            <a:r>
              <a:t>              55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40,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0.14414414414414417,</a:t>
            </a:r>
          </a:p>
          <a:p>
            <a:r>
              <a:t>          "positive_count": 48,</a:t>
            </a:r>
          </a:p>
          <a:p>
            <a:r>
              <a:t>          "positive_rate": 0.03927986906710311,</a:t>
            </a:r>
          </a:p>
          <a:p>
            <a:r>
              <a:t>          "precision": 0.12698412698412698,</a:t>
            </a:r>
          </a:p>
          <a:p>
            <a:r>
              <a:t>          "recall": 0.16666666666666666,</a:t>
            </a:r>
          </a:p>
          <a:p>
            <a:r>
              <a:t>          "roc_auc": 0.6616978989210676,</a:t>
            </a:r>
          </a:p>
          <a:p>
            <a:r>
              <a:t>          "row_count": 1222,</a:t>
            </a:r>
          </a:p>
          <a:p>
            <a:r>
              <a:t>          "threshold": 0.42999999999999994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"Tasks/task-summaries/validate-refactored-model-per-dataset-20260927-134055/artifacts/cluster-run/qt/results/model/words_20/XGboost/baseline/metrics.json",</a:t>
            </a:r>
          </a:p>
          <a:p>
            <a:r>
              <a:t>      "blob_sha1": "02e015140bcfefa02e085aa8ebc63aab0ed028a7",</a:t>
            </a:r>
          </a:p>
          <a:p>
            <a:r>
              <a:t>      "sha256": "35db9944a5b28c6513b6a85765a24c4fbbd2c398a350fbe57ec906f637ece889",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0.964022894521668,</a:t>
            </a:r>
          </a:p>
          <a:p>
            <a:r>
              <a:t>          "auc_prc": 0.10859384297416395,</a:t>
            </a:r>
          </a:p>
          <a:p>
            <a:r>
              <a:t>          "average_precision": 0.11853818425127496,</a:t>
            </a:r>
          </a:p>
          <a:p>
            <a:r>
              <a:t>          "balanced_accuracy": 0.5672215900657992,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1174,</a:t>
            </a:r>
          </a:p>
          <a:p>
            <a:r>
              <a:t>              15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29,</a:t>
            </a:r>
          </a:p>
          <a:p>
            <a:r>
              <a:t>              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0.18518518518518517,</a:t>
            </a:r>
          </a:p>
          <a:p>
            <a:r>
              <a:t>          "positive_count": 34,</a:t>
            </a:r>
          </a:p>
          <a:p>
            <a:r>
              <a:t>          "positive_rate": 0.027800490596892886,</a:t>
            </a:r>
          </a:p>
          <a:p>
            <a:r>
              <a:t>          "precision": 0.25,</a:t>
            </a:r>
          </a:p>
          <a:p>
            <a:r>
              <a:t>          "recall": 0.14705882352941177,</a:t>
            </a:r>
          </a:p>
          <a:p>
            <a:r>
              <a:t>          "roc_auc": 0.7806362242121407,</a:t>
            </a:r>
          </a:p>
          <a:p>
            <a:r>
              <a:t>          "row_count": 1223,</a:t>
            </a:r>
          </a:p>
          <a:p>
            <a:r>
              <a:t>          "threshold": 0.14999999999999997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0.9378068739770867,</a:t>
            </a:r>
          </a:p>
          <a:p>
            <a:r>
              <a:t>          "auc_prc": 0.06934185542005647,</a:t>
            </a:r>
          </a:p>
          <a:p>
            <a:r>
              <a:t>          "average_precision": 0.07785458351564192,</a:t>
            </a:r>
          </a:p>
          <a:p>
            <a:r>
              <a:t>          "balanced_accuracy": 0.548019591141397,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1140,</a:t>
            </a:r>
          </a:p>
          <a:p>
            <a:r>
              <a:t>              34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42,</a:t>
            </a:r>
          </a:p>
          <a:p>
            <a:r>
              <a:t>              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0.13636363636363635,</a:t>
            </a:r>
          </a:p>
          <a:p>
            <a:r>
              <a:t>          "positive_count": 48,</a:t>
            </a:r>
          </a:p>
          <a:p>
            <a:r>
              <a:t>          "positive_rate": 0.03927986906710311,</a:t>
            </a:r>
          </a:p>
          <a:p>
            <a:r>
              <a:t>          "precision": 0.15,</a:t>
            </a:r>
          </a:p>
          <a:p>
            <a:r>
              <a:t>          "recall": 0.125,</a:t>
            </a:r>
          </a:p>
          <a:p>
            <a:r>
              <a:t>          "roc_auc": 0.6433755678591709,</a:t>
            </a:r>
          </a:p>
          <a:p>
            <a:r>
              <a:t>          "row_count": 1222,</a:t>
            </a:r>
          </a:p>
          <a:p>
            <a:r>
              <a:t>          "threshold": 0.14999999999999997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"Tasks/task-summaries/validate-refactored-model-per-dataset-20260927-134055/artifacts/cluster-run/qt/results/model/words_20/XGboost/refactored/metrics.json",</a:t>
            </a:r>
          </a:p>
          <a:p>
            <a:r>
              <a:t>      "blob_sha1": "d90680f47da7c8236f9250af75302b2857d81885",</a:t>
            </a:r>
          </a:p>
          <a:p>
            <a:r>
              <a:t>      "sha256": "fa393977cd8f41c901c9cb20faf3bee8cfad0332632c5ccdf39d3684df4901f7",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0.910874897792314,</a:t>
            </a:r>
          </a:p>
          <a:p>
            <a:r>
              <a:t>          "auc_prc": 0.08799436870447006,</a:t>
            </a:r>
          </a:p>
          <a:p>
            <a:r>
              <a:t>          "average_precision": 0.09943288166776472,</a:t>
            </a:r>
          </a:p>
          <a:p>
            <a:r>
              <a:t>          "balanced_accuracy": 0.5970291396625934,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1105,</a:t>
            </a:r>
          </a:p>
          <a:p>
            <a:r>
              <a:t>              84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25,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0.14173228346456693,</a:t>
            </a:r>
          </a:p>
          <a:p>
            <a:r>
              <a:t>          "positive_count": 34,</a:t>
            </a:r>
          </a:p>
          <a:p>
            <a:r>
              <a:t>          "positive_rate": 0.027800490596892886,</a:t>
            </a:r>
          </a:p>
          <a:p>
            <a:r>
              <a:t>          "precision": 0.0967741935483871,</a:t>
            </a:r>
          </a:p>
          <a:p>
            <a:r>
              <a:t>          "recall": 0.2647058823529412,</a:t>
            </a:r>
          </a:p>
          <a:p>
            <a:r>
              <a:t>          "roc_auc": 0.7486765942710137,</a:t>
            </a:r>
          </a:p>
          <a:p>
            <a:r>
              <a:t>          "row_count": 1223,</a:t>
            </a:r>
          </a:p>
          <a:p>
            <a:r>
              <a:t>          "threshold": 0.59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0.8878887070376432,</a:t>
            </a:r>
          </a:p>
          <a:p>
            <a:r>
              <a:t>          "auc_prc": 0.0665233878180914,</a:t>
            </a:r>
          </a:p>
          <a:p>
            <a:r>
              <a:t>          "average_precision": 0.07115551042256812,</a:t>
            </a:r>
          </a:p>
          <a:p>
            <a:r>
              <a:t>          "balanced_accuracy": 0.581984667802385,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1073,</a:t>
            </a:r>
          </a:p>
          <a:p>
            <a:r>
              <a:t>              101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36,</a:t>
            </a:r>
          </a:p>
          <a:p>
            <a:r>
              <a:t>              12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0.14906832298136646,</a:t>
            </a:r>
          </a:p>
          <a:p>
            <a:r>
              <a:t>          "positive_count": 48,</a:t>
            </a:r>
          </a:p>
          <a:p>
            <a:r>
              <a:t>          "positive_rate": 0.03927986906710311,</a:t>
            </a:r>
          </a:p>
          <a:p>
            <a:r>
              <a:t>          "precision": 0.10619469026548672,</a:t>
            </a:r>
          </a:p>
          <a:p>
            <a:r>
              <a:t>          "recall": 0.25,</a:t>
            </a:r>
          </a:p>
          <a:p>
            <a:r>
              <a:t>          "roc_auc": 0.6387794576944917,</a:t>
            </a:r>
          </a:p>
          <a:p>
            <a:r>
              <a:t>          "row_count": 1222,</a:t>
            </a:r>
          </a:p>
          <a:p>
            <a:r>
              <a:t>          "threshold": 0.59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"Tasks/task-summaries/validate-refactored-model-per-dataset-20260927-134055/artifacts/cluster-run/qt/results/model/words_20/NN/baseline/metrics.json",</a:t>
            </a:r>
          </a:p>
          <a:p>
            <a:r>
              <a:t>      "blob_sha1": "3901a4ee4a6c36f2bdd524efea4520d681dc8d82",</a:t>
            </a:r>
          </a:p>
          <a:p>
            <a:r>
              <a:t>      "sha256": "1a670e3d0d1198e4af5983e57245c1569c9d9ff2c7ca2726a99ef2f1298aea1c",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0.9051512673753066,</a:t>
            </a:r>
          </a:p>
          <a:p>
            <a:r>
              <a:t>          "auc_prc": 0.14192497154359313,</a:t>
            </a:r>
          </a:p>
          <a:p>
            <a:r>
              <a:t>          "average_precision": 0.1501398213461404,</a:t>
            </a:r>
          </a:p>
          <a:p>
            <a:r>
              <a:t>          "balanced_accuracy": 0.6369415722554792,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1095,</a:t>
            </a:r>
          </a:p>
          <a:p>
            <a:r>
              <a:t>              94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22,</a:t>
            </a:r>
          </a:p>
          <a:p>
            <a:r>
              <a:t>              12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0.17142857142857143,</a:t>
            </a:r>
          </a:p>
          <a:p>
            <a:r>
              <a:t>          "positive_count": 34,</a:t>
            </a:r>
          </a:p>
          <a:p>
            <a:r>
              <a:t>          "positive_rate": 0.027800490596892886,</a:t>
            </a:r>
          </a:p>
          <a:p>
            <a:r>
              <a:t>          "precision": 0.11320754716981132,</a:t>
            </a:r>
          </a:p>
          <a:p>
            <a:r>
              <a:t>          "recall": 0.35294117647058826,</a:t>
            </a:r>
          </a:p>
          <a:p>
            <a:r>
              <a:t>          "roc_auc": 0.6651659822886261,</a:t>
            </a:r>
          </a:p>
          <a:p>
            <a:r>
              <a:t>          "row_count": 1223,</a:t>
            </a:r>
          </a:p>
          <a:p>
            <a:r>
              <a:t>          "threshold": 0.08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0.8666121112929623,</a:t>
            </a:r>
          </a:p>
          <a:p>
            <a:r>
              <a:t>          "auc_prc": 0.045660884812764244,</a:t>
            </a:r>
          </a:p>
          <a:p>
            <a:r>
              <a:t>          "average_precision": 0.048932994964611676,</a:t>
            </a:r>
          </a:p>
          <a:p>
            <a:r>
              <a:t>          "balanced_accuracy": 0.5309483248154457,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1051,</a:t>
            </a:r>
          </a:p>
          <a:p>
            <a:r>
              <a:t>              123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40,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0.0893854748603352,</a:t>
            </a:r>
          </a:p>
          <a:p>
            <a:r>
              <a:t>          "positive_count": 48,</a:t>
            </a:r>
          </a:p>
          <a:p>
            <a:r>
              <a:t>          "positive_rate": 0.03927986906710311,</a:t>
            </a:r>
          </a:p>
          <a:p>
            <a:r>
              <a:t>          "precision": 0.061068702290076333,</a:t>
            </a:r>
          </a:p>
          <a:p>
            <a:r>
              <a:t>          "recall": 0.16666666666666666,</a:t>
            </a:r>
          </a:p>
          <a:p>
            <a:r>
              <a:t>          "roc_auc": 0.5136108745031233,</a:t>
            </a:r>
          </a:p>
          <a:p>
            <a:r>
              <a:t>          "row_count": 1222,</a:t>
            </a:r>
          </a:p>
          <a:p>
            <a:r>
              <a:t>          "threshold": 0.08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"Tasks/task-summaries/validate-refactored-model-per-dataset-20260927-134055/artifacts/cluster-run/qt/results/model/words_20/NN/refactored/metrics.json",</a:t>
            </a:r>
          </a:p>
          <a:p>
            <a:r>
              <a:t>      "blob_sha1": "c05dc182a792ca2dcd451972157a4aa8317a325b",</a:t>
            </a:r>
          </a:p>
          <a:p>
            <a:r>
              <a:t>      "sha256": "878e85c9bb2ec704c6dde9e666d3849d474532c57bd5da944ff7b616cdbc04b4",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0.9427636958299264,</a:t>
            </a:r>
          </a:p>
          <a:p>
            <a:r>
              <a:t>          "auc_prc": 0.09961350817394529,</a:t>
            </a:r>
          </a:p>
          <a:p>
            <a:r>
              <a:t>          "average_precision": 0.1051055324717442,</a:t>
            </a:r>
          </a:p>
          <a:p>
            <a:r>
              <a:t>          "balanced_accuracy": 0.5420026715480136,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1149,</a:t>
            </a:r>
          </a:p>
          <a:p>
            <a:r>
              <a:t>              40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30,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0.10256410256410256,</a:t>
            </a:r>
          </a:p>
          <a:p>
            <a:r>
              <a:t>          "positive_count": 34,</a:t>
            </a:r>
          </a:p>
          <a:p>
            <a:r>
              <a:t>          "positive_rate": 0.027800490596892886,</a:t>
            </a:r>
          </a:p>
          <a:p>
            <a:r>
              <a:t>          "precision": 0.09090909090909091,</a:t>
            </a:r>
          </a:p>
          <a:p>
            <a:r>
              <a:t>          "recall": 0.11764705882352941,</a:t>
            </a:r>
          </a:p>
          <a:p>
            <a:r>
              <a:t>          "roc_auc": 0.6721169544352644,</a:t>
            </a:r>
          </a:p>
          <a:p>
            <a:r>
              <a:t>          "row_count": 1223,</a:t>
            </a:r>
          </a:p>
          <a:p>
            <a:r>
              <a:t>          "threshold": 0.7699999999999999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0.9386252045826514,</a:t>
            </a:r>
          </a:p>
          <a:p>
            <a:r>
              <a:t>          "auc_prc": 0.05088502190003374,</a:t>
            </a:r>
          </a:p>
          <a:p>
            <a:r>
              <a:t>          "average_precision": 0.05449390981486253,</a:t>
            </a:r>
          </a:p>
          <a:p>
            <a:r>
              <a:t>          "balanced_accuracy": 0.5284639409426463,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1143,</a:t>
            </a:r>
          </a:p>
          <a:p>
            <a:r>
              <a:t>              31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44,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0.09638554216867469,</a:t>
            </a:r>
          </a:p>
          <a:p>
            <a:r>
              <a:t>          "positive_count": 48,</a:t>
            </a:r>
          </a:p>
          <a:p>
            <a:r>
              <a:t>          "positive_rate": 0.03927986906710311,</a:t>
            </a:r>
          </a:p>
          <a:p>
            <a:r>
              <a:t>          "precision": 0.11428571428571428,</a:t>
            </a:r>
          </a:p>
          <a:p>
            <a:r>
              <a:t>          "recall": 0.08333333333333333,</a:t>
            </a:r>
          </a:p>
          <a:p>
            <a:r>
              <a:t>          "roc_auc": 0.5703613003975014,</a:t>
            </a:r>
          </a:p>
          <a:p>
            <a:r>
              <a:t>          "row_count": 1222,</a:t>
            </a:r>
          </a:p>
          <a:p>
            <a:r>
              <a:t>          "threshold": 0.7699999999999999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"cells": [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5,</a:t>
            </a:r>
          </a:p>
          <a:p>
            <a:r>
              <a:t>      "old_validation": {</a:t>
            </a:r>
          </a:p>
          <a:p>
            <a:r>
              <a:t>        "project": "Apache",</a:t>
            </a:r>
          </a:p>
          <a:p>
            <a:r>
              <a:t>        "level": 5,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"Tasks/task-summaries/validate-refactored-model-per-dataset-20260927-134055/artifacts/cluster-run/apache/results/model/words_5/XGboost/baseline/metrics.json",</a:t>
            </a:r>
          </a:p>
          <a:p>
            <a:r>
              <a:t>        "blob_sha1": "261c514f6e65bf6cb513d889825d2b0a2773b18e",</a:t>
            </a:r>
          </a:p>
          <a:p>
            <a:r>
              <a:t>        "sha256": "a8c8155838c98006d637c9c2c3870c25ad5957889ed097be402597da7545548a",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0.8586319218241042,</a:t>
            </a:r>
          </a:p>
          <a:p>
            <a:r>
              <a:t>            "auc_prc": 0.19186403840642263,</a:t>
            </a:r>
          </a:p>
          <a:p>
            <a:r>
              <a:t>            "average_precision": 0.19445281964389127,</a:t>
            </a:r>
          </a:p>
          <a:p>
            <a:r>
              <a:t>            "balanced_accuracy": 0.5216004695754255,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1304,</a:t>
            </a:r>
          </a:p>
          <a:p>
            <a:r>
              <a:t>                41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176,</a:t>
            </a:r>
          </a:p>
          <a:p>
            <a:r>
              <a:t>                14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0.11428571428571427,</a:t>
            </a:r>
          </a:p>
          <a:p>
            <a:r>
              <a:t>            "positive_count": 190,</a:t>
            </a:r>
          </a:p>
          <a:p>
            <a:r>
              <a:t>            "positive_rate": 0.1237785016286645,</a:t>
            </a:r>
          </a:p>
          <a:p>
            <a:r>
              <a:t>            "precision": 0.2545454545454545,</a:t>
            </a:r>
          </a:p>
          <a:p>
            <a:r>
              <a:t>            "recall": 0.07368421052631578,</a:t>
            </a:r>
          </a:p>
          <a:p>
            <a:r>
              <a:t>            "roc_auc": 0.6139894345529251,</a:t>
            </a:r>
          </a:p>
          <a:p>
            <a:r>
              <a:t>            "row_count": 1535,</a:t>
            </a:r>
          </a:p>
          <a:p>
            <a:r>
              <a:t>            "threshold": 0.16999999999999998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0.6923076923076923,</a:t>
            </a:r>
          </a:p>
          <a:p>
            <a:r>
              <a:t>            "auc_prc": 0.35089135212745254,</a:t>
            </a:r>
          </a:p>
          <a:p>
            <a:r>
              <a:t>            "average_precision": 0.3501610426965255,</a:t>
            </a:r>
          </a:p>
          <a:p>
            <a:r>
              <a:t>            "balanced_accuracy": 0.6537383901154925,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901,</a:t>
            </a:r>
          </a:p>
          <a:p>
            <a:r>
              <a:t>                362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110,</a:t>
            </a:r>
          </a:p>
          <a:p>
            <a:r>
              <a:t>                161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0.4055415617128464,</a:t>
            </a:r>
          </a:p>
          <a:p>
            <a:r>
              <a:t>            "positive_count": 271,</a:t>
            </a:r>
          </a:p>
          <a:p>
            <a:r>
              <a:t>            "positive_rate": 0.17666232073011734,</a:t>
            </a:r>
          </a:p>
          <a:p>
            <a:r>
              <a:t>            "precision": 0.3078393881453155,</a:t>
            </a:r>
          </a:p>
          <a:p>
            <a:r>
              <a:t>            "recall": 0.5940959409594095,</a:t>
            </a:r>
          </a:p>
          <a:p>
            <a:r>
              <a:t>            "roc_auc": 0.6736523184709282,</a:t>
            </a:r>
          </a:p>
          <a:p>
            <a:r>
              <a:t>            "row_count": 1534,</a:t>
            </a:r>
          </a:p>
          <a:p>
            <a:r>
              <a:t>            "threshold": 0.16999999999999998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"Apache",</a:t>
            </a:r>
          </a:p>
          <a:p>
            <a:r>
              <a:t>        "level": 5,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"Tasks/task-summaries/validate-refactored-model-per-dataset-20260927-134055/artifacts/cluster-run/apache/results/model/words_5/RF/refactored/metrics.json",</a:t>
            </a:r>
          </a:p>
          <a:p>
            <a:r>
              <a:t>        "blob_sha1": "592a1ed66c023f2c01c99d6ac1a3173acdccc7ef",</a:t>
            </a:r>
          </a:p>
          <a:p>
            <a:r>
              <a:t>        "sha256": "4ec0b6b959dae6d99efecde23a72ea3bb4854a6785d1f32891472c1fc7457ccc",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0.8039087947882736,</a:t>
            </a:r>
          </a:p>
          <a:p>
            <a:r>
              <a:t>            "auc_prc": 0.20553213192104555,</a:t>
            </a:r>
          </a:p>
          <a:p>
            <a:r>
              <a:t>            "average_precision": 0.20919768072936007,</a:t>
            </a:r>
          </a:p>
          <a:p>
            <a:r>
              <a:t>            "balanced_accuracy": 0.5717276462531794,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1184,</a:t>
            </a:r>
          </a:p>
          <a:p>
            <a:r>
              <a:t>                161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140,</a:t>
            </a:r>
          </a:p>
          <a:p>
            <a:r>
              <a:t>                50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0.24937655860349128,</a:t>
            </a:r>
          </a:p>
          <a:p>
            <a:r>
              <a:t>            "positive_count": 190,</a:t>
            </a:r>
          </a:p>
          <a:p>
            <a:r>
              <a:t>            "positive_rate": 0.1237785016286645,</a:t>
            </a:r>
          </a:p>
          <a:p>
            <a:r>
              <a:t>            "precision": 0.23696682464454977,</a:t>
            </a:r>
          </a:p>
          <a:p>
            <a:r>
              <a:t>            "recall": 0.2631578947368421,</a:t>
            </a:r>
          </a:p>
          <a:p>
            <a:r>
              <a:t>            "roc_auc": 0.6361768734102915,</a:t>
            </a:r>
          </a:p>
          <a:p>
            <a:r>
              <a:t>            "row_count": 1535,</a:t>
            </a:r>
          </a:p>
          <a:p>
            <a:r>
              <a:t>            "threshold": 0.49999999999999994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0.6857887874837028,</a:t>
            </a:r>
          </a:p>
          <a:p>
            <a:r>
              <a:t>            "auc_prc": 0.29815553993128296,</a:t>
            </a:r>
          </a:p>
          <a:p>
            <a:r>
              <a:t>            "average_precision": 0.30029141488416455,</a:t>
            </a:r>
          </a:p>
          <a:p>
            <a:r>
              <a:t>            "balanced_accuracy": 0.6555761044546312,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887,</a:t>
            </a:r>
          </a:p>
          <a:p>
            <a:r>
              <a:t>                376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106,</a:t>
            </a:r>
          </a:p>
          <a:p>
            <a:r>
              <a:t>                165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0.40640394088669946,</a:t>
            </a:r>
          </a:p>
          <a:p>
            <a:r>
              <a:t>            "positive_count": 271,</a:t>
            </a:r>
          </a:p>
          <a:p>
            <a:r>
              <a:t>            "positive_rate": 0.17666232073011734,</a:t>
            </a:r>
          </a:p>
          <a:p>
            <a:r>
              <a:t>            "precision": 0.3049907578558225,</a:t>
            </a:r>
          </a:p>
          <a:p>
            <a:r>
              <a:t>            "recall": 0.6088560885608856,</a:t>
            </a:r>
          </a:p>
          <a:p>
            <a:r>
              <a:t>            "roc_auc": 0.6710432900053466,</a:t>
            </a:r>
          </a:p>
          <a:p>
            <a:r>
              <a:t>            "row_count": 1534,</a:t>
            </a:r>
          </a:p>
          <a:p>
            <a:r>
              <a:t>            "threshold": 0.49999999999999994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"modernbert",</a:t>
            </a:r>
          </a:p>
          <a:p>
            <a:r>
              <a:t>          "test": {</a:t>
            </a:r>
          </a:p>
          <a:p>
            <a:r>
              <a:t>            "accuracy": 0.5433224755700325,</a:t>
            </a:r>
          </a:p>
          <a:p>
            <a:r>
              <a:t>            "auc_prc": 0.1337142842220375,</a:t>
            </a:r>
          </a:p>
          <a:p>
            <a:r>
              <a:t>            "average_precision": 0.1353003267106328,</a:t>
            </a:r>
          </a:p>
          <a:p>
            <a:r>
              <a:t>            "balanced_accuracy": 0.5337605165329681,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735,</a:t>
            </a:r>
          </a:p>
          <a:p>
            <a:r>
              <a:t>                610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91,</a:t>
            </a:r>
          </a:p>
          <a:p>
            <a:r>
              <a:t>                99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0.22024471635150167,</a:t>
            </a:r>
          </a:p>
          <a:p>
            <a:r>
              <a:t>            "positive_count": 190,</a:t>
            </a:r>
          </a:p>
          <a:p>
            <a:r>
              <a:t>            "positive_rate": 0.1237785016286645,</a:t>
            </a:r>
          </a:p>
          <a:p>
            <a:r>
              <a:t>            "precision": 0.13963328631875882,</a:t>
            </a:r>
          </a:p>
          <a:p>
            <a:r>
              <a:t>            "recall": 0.5210526315789473,</a:t>
            </a:r>
          </a:p>
          <a:p>
            <a:r>
              <a:t>            "roc_auc": 0.5313989434552925,</a:t>
            </a:r>
          </a:p>
          <a:p>
            <a:r>
              <a:t>            "row_count": 1535,</a:t>
            </a:r>
          </a:p>
          <a:p>
            <a:r>
              <a:t>            "threshold": 0.06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0.8710097719869707,</a:t>
            </a:r>
          </a:p>
          <a:p>
            <a:r>
              <a:t>            "auc_prc": 0.1370363450756126,</a:t>
            </a:r>
          </a:p>
          <a:p>
            <a:r>
              <a:t>            "average_precision": 0.13871884240991056,</a:t>
            </a:r>
          </a:p>
          <a:p>
            <a:r>
              <a:t>            "balanced_accuracy": 0.5015456857757777,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1335,</a:t>
            </a:r>
          </a:p>
          <a:p>
            <a:r>
              <a:t>                10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188,</a:t>
            </a:r>
          </a:p>
          <a:p>
            <a:r>
              <a:t>                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0.0198019801980198,</a:t>
            </a:r>
          </a:p>
          <a:p>
            <a:r>
              <a:t>            "positive_count": 190,</a:t>
            </a:r>
          </a:p>
          <a:p>
            <a:r>
              <a:t>            "positive_rate": 0.1237785016286645,</a:t>
            </a:r>
          </a:p>
          <a:p>
            <a:r>
              <a:t>            "precision": 0.16666666666666666,</a:t>
            </a:r>
          </a:p>
          <a:p>
            <a:r>
              <a:t>            "recall": 0.010526315789473684,</a:t>
            </a:r>
          </a:p>
          <a:p>
            <a:r>
              <a:t>            "roc_auc": 0.5354451183721385,</a:t>
            </a:r>
          </a:p>
          <a:p>
            <a:r>
              <a:t>            "row_count": 1535,</a:t>
            </a:r>
          </a:p>
          <a:p>
            <a:r>
              <a:t>            "threshold": 0.06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0.13094462540716612,</a:t>
            </a:r>
          </a:p>
          <a:p>
            <a:r>
              <a:t>            "auc_prc": 0.12003786768480532,</a:t>
            </a:r>
          </a:p>
          <a:p>
            <a:r>
              <a:t>            "average_precision": 0.12140533413657587,</a:t>
            </a:r>
          </a:p>
          <a:p>
            <a:r>
              <a:t>            "balanced_accuracy": 0.49279006065349246,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16,</a:t>
            </a:r>
          </a:p>
          <a:p>
            <a:r>
              <a:t>                1329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5,</a:t>
            </a:r>
          </a:p>
          <a:p>
            <a:r>
              <a:t>                185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0.21713615023474178,</a:t>
            </a:r>
          </a:p>
          <a:p>
            <a:r>
              <a:t>            "positive_count": 190,</a:t>
            </a:r>
          </a:p>
          <a:p>
            <a:r>
              <a:t>            "positive_rate": 0.1237785016286645,</a:t>
            </a:r>
          </a:p>
          <a:p>
            <a:r>
              <a:t>            "precision": 0.12219286657859973,</a:t>
            </a:r>
          </a:p>
          <a:p>
            <a:r>
              <a:t>            "recall": 0.9736842105263158,</a:t>
            </a:r>
          </a:p>
          <a:p>
            <a:r>
              <a:t>            "roc_auc": 0.4994012913324203,</a:t>
            </a:r>
          </a:p>
          <a:p>
            <a:r>
              <a:t>            "row_count": 1535,</a:t>
            </a:r>
          </a:p>
          <a:p>
            <a:r>
              <a:t>            "threshold": 0.4599999999999999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10,</a:t>
            </a:r>
          </a:p>
          <a:p>
            <a:r>
              <a:t>      "old_validation": {</a:t>
            </a:r>
          </a:p>
          <a:p>
            <a:r>
              <a:t>        "project": "Apache",</a:t>
            </a:r>
          </a:p>
          <a:p>
            <a:r>
              <a:t>        "level": 10,</a:t>
            </a:r>
          </a:p>
          <a:p>
            <a:r>
              <a:t>        "model": "XGboost",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"Tasks/task-summaries/validate-refactored-model-per-dataset-20260927-134055/artifacts/cluster-run/apache/results/model/words_10/XGboost/refactored/metrics.json",</a:t>
            </a:r>
          </a:p>
          <a:p>
            <a:r>
              <a:t>        "blob_sha1": "4ffd8ce77791feb7f9bc40a658327627e564e71c",</a:t>
            </a:r>
          </a:p>
          <a:p>
            <a:r>
              <a:t>        "sha256": "9ed4d2af07cceaaffd8ffe86a7940502565bca7f33f81ee168a035b80232c08e",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0.8703583061889251,</a:t>
            </a:r>
          </a:p>
          <a:p>
            <a:r>
              <a:t>            "auc_prc": 0.11673850866307559,</a:t>
            </a:r>
          </a:p>
          <a:p>
            <a:r>
              <a:t>            "average_precision": 0.1201999676966554,</a:t>
            </a:r>
          </a:p>
          <a:p>
            <a:r>
              <a:t>            "balanced_accuracy": 0.5335693695202326,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1320,</a:t>
            </a:r>
          </a:p>
          <a:p>
            <a:r>
              <a:t>                97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102,</a:t>
            </a:r>
          </a:p>
          <a:p>
            <a:r>
              <a:t>                16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0.13852813852813853,</a:t>
            </a:r>
          </a:p>
          <a:p>
            <a:r>
              <a:t>            "positive_count": 118,</a:t>
            </a:r>
          </a:p>
          <a:p>
            <a:r>
              <a:t>            "positive_rate": 0.07687296416938111,</a:t>
            </a:r>
          </a:p>
          <a:p>
            <a:r>
              <a:t>            "precision": 0.1415929203539823,</a:t>
            </a:r>
          </a:p>
          <a:p>
            <a:r>
              <a:t>            "recall": 0.13559322033898305,</a:t>
            </a:r>
          </a:p>
          <a:p>
            <a:r>
              <a:t>            "roc_auc": 0.6539358635455665,</a:t>
            </a:r>
          </a:p>
          <a:p>
            <a:r>
              <a:t>            "row_count": 1535,</a:t>
            </a:r>
          </a:p>
          <a:p>
            <a:r>
              <a:t>            "threshold": 0.62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0.7164276401564538,</a:t>
            </a:r>
          </a:p>
          <a:p>
            <a:r>
              <a:t>            "auc_prc": 0.2926457686956398,</a:t>
            </a:r>
          </a:p>
          <a:p>
            <a:r>
              <a:t>            "average_precision": 0.2922554808295055,</a:t>
            </a:r>
          </a:p>
          <a:p>
            <a:r>
              <a:t>            "balanced_accuracy": 0.6535633484162896,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981,</a:t>
            </a:r>
          </a:p>
          <a:p>
            <a:r>
              <a:t>                345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90,</a:t>
            </a:r>
          </a:p>
          <a:p>
            <a:r>
              <a:t>                118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0.35171385991058124,</a:t>
            </a:r>
          </a:p>
          <a:p>
            <a:r>
              <a:t>            "positive_count": 208,</a:t>
            </a:r>
          </a:p>
          <a:p>
            <a:r>
              <a:t>            "positive_rate": 0.13559322033898305,</a:t>
            </a:r>
          </a:p>
          <a:p>
            <a:r>
              <a:t>            "precision": 0.2548596112311015,</a:t>
            </a:r>
          </a:p>
          <a:p>
            <a:r>
              <a:t>            "recall": 0.5673076923076923,</a:t>
            </a:r>
          </a:p>
          <a:p>
            <a:r>
              <a:t>            "roc_auc": 0.6883266620257571,</a:t>
            </a:r>
          </a:p>
          <a:p>
            <a:r>
              <a:t>            "row_count": 1534,</a:t>
            </a:r>
          </a:p>
          <a:p>
            <a:r>
              <a:t>            "threshold": 0.62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"Apache",</a:t>
            </a:r>
          </a:p>
          <a:p>
            <a:r>
              <a:t>        "level": 10,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"Tasks/task-summaries/validate-refactored-model-per-dataset-20260927-134055/artifacts/cluster-run/apache/results/model/words_10/RF/refactored/metrics.json",</a:t>
            </a:r>
          </a:p>
          <a:p>
            <a:r>
              <a:t>        "blob_sha1": "c1170ea74c28452d30217bc1eb8325d6e28a0b4b",</a:t>
            </a:r>
          </a:p>
          <a:p>
            <a:r>
              <a:t>        "sha256": "50f781ae94a884d8f460f37aa36078d617f4843744cb4160c9bd34c514c2b332",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0.8364820846905537,</a:t>
            </a:r>
          </a:p>
          <a:p>
            <a:r>
              <a:t>            "auc_prc": 0.12796827977698227,</a:t>
            </a:r>
          </a:p>
          <a:p>
            <a:r>
              <a:t>            "average_precision": 0.13125600118277442,</a:t>
            </a:r>
          </a:p>
          <a:p>
            <a:r>
              <a:t>            "balanced_accuracy": 0.5618339054818607,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1256,</a:t>
            </a:r>
          </a:p>
          <a:p>
            <a:r>
              <a:t>                161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90,</a:t>
            </a:r>
          </a:p>
          <a:p>
            <a:r>
              <a:t>                28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0.1824104234527687,</a:t>
            </a:r>
          </a:p>
          <a:p>
            <a:r>
              <a:t>            "positive_count": 118,</a:t>
            </a:r>
          </a:p>
          <a:p>
            <a:r>
              <a:t>            "positive_rate": 0.07687296416938111,</a:t>
            </a:r>
          </a:p>
          <a:p>
            <a:r>
              <a:t>            "precision": 0.14814814814814814,</a:t>
            </a:r>
          </a:p>
          <a:p>
            <a:r>
              <a:t>            "recall": 0.23728813559322035,</a:t>
            </a:r>
          </a:p>
          <a:p>
            <a:r>
              <a:t>            "roc_auc": 0.6657685728981018,</a:t>
            </a:r>
          </a:p>
          <a:p>
            <a:r>
              <a:t>            "row_count": 1535,</a:t>
            </a:r>
          </a:p>
          <a:p>
            <a:r>
              <a:t>            "threshold": 0.4799999999999999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0.6929595827900913,</a:t>
            </a:r>
          </a:p>
          <a:p>
            <a:r>
              <a:t>            "auc_prc": 0.26783611844551847,</a:t>
            </a:r>
          </a:p>
          <a:p>
            <a:r>
              <a:t>            "average_precision": 0.2719209091580078,</a:t>
            </a:r>
          </a:p>
          <a:p>
            <a:r>
              <a:t>            "balanced_accuracy": 0.6582296380090498,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936,</a:t>
            </a:r>
          </a:p>
          <a:p>
            <a:r>
              <a:t>                390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81,</a:t>
            </a:r>
          </a:p>
          <a:p>
            <a:r>
              <a:t>                127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0.3503448275862069,</a:t>
            </a:r>
          </a:p>
          <a:p>
            <a:r>
              <a:t>            "positive_count": 208,</a:t>
            </a:r>
          </a:p>
          <a:p>
            <a:r>
              <a:t>            "positive_rate": 0.13559322033898305,</a:t>
            </a:r>
          </a:p>
          <a:p>
            <a:r>
              <a:t>            "precision": 0.24564796905222436,</a:t>
            </a:r>
          </a:p>
          <a:p>
            <a:r>
              <a:t>            "recall": 0.6105769230769231,</a:t>
            </a:r>
          </a:p>
          <a:p>
            <a:r>
              <a:t>            "roc_auc": 0.7062793682561782,</a:t>
            </a:r>
          </a:p>
          <a:p>
            <a:r>
              <a:t>            "row_count": 1534,</a:t>
            </a:r>
          </a:p>
          <a:p>
            <a:r>
              <a:t>            "threshold": 0.4799999999999999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"modernbert",</a:t>
            </a:r>
          </a:p>
          <a:p>
            <a:r>
              <a:t>          "test": {</a:t>
            </a:r>
          </a:p>
          <a:p>
            <a:r>
              <a:t>            "accuracy": 0.9029315960912052,</a:t>
            </a:r>
          </a:p>
          <a:p>
            <a:r>
              <a:t>            "auc_prc": 0.09410919991815059,</a:t>
            </a:r>
          </a:p>
          <a:p>
            <a:r>
              <a:t>            "average_precision": 0.09570694286412822,</a:t>
            </a:r>
          </a:p>
          <a:p>
            <a:r>
              <a:t>            "balanced_accuracy": 0.49294582730284797,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1385,</a:t>
            </a:r>
          </a:p>
          <a:p>
            <a:r>
              <a:t>                32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117,</a:t>
            </a:r>
          </a:p>
          <a:p>
            <a:r>
              <a:t>                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0.013245033112582781,</a:t>
            </a:r>
          </a:p>
          <a:p>
            <a:r>
              <a:t>            "positive_count": 118,</a:t>
            </a:r>
          </a:p>
          <a:p>
            <a:r>
              <a:t>            "positive_rate": 0.07687296416938111,</a:t>
            </a:r>
          </a:p>
          <a:p>
            <a:r>
              <a:t>            "precision": 0.030303030303030304,</a:t>
            </a:r>
          </a:p>
          <a:p>
            <a:r>
              <a:t>            "recall": 0.00847457627118644,</a:t>
            </a:r>
          </a:p>
          <a:p>
            <a:r>
              <a:t>            "roc_auc": 0.5969223592454816,</a:t>
            </a:r>
          </a:p>
          <a:p>
            <a:r>
              <a:t>            "row_count": 1535,</a:t>
            </a:r>
          </a:p>
          <a:p>
            <a:r>
              <a:t>            "threshold": 0.09999999999999999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0.923127035830619,</a:t>
            </a:r>
          </a:p>
          <a:p>
            <a:r>
              <a:t>            "auc_prc": 0.09038681148359222,</a:t>
            </a:r>
          </a:p>
          <a:p>
            <a:r>
              <a:t>            "average_precision": 0.09210136697310442,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1417,</a:t>
            </a:r>
          </a:p>
          <a:p>
            <a:r>
              <a:t>                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118,</a:t>
            </a:r>
          </a:p>
          <a:p>
            <a:r>
              <a:t>                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0.0,</a:t>
            </a:r>
          </a:p>
          <a:p>
            <a:r>
              <a:t>            "positive_count": 118,</a:t>
            </a:r>
          </a:p>
          <a:p>
            <a:r>
              <a:t>            "positive_rate": 0.07687296416938111,</a:t>
            </a:r>
          </a:p>
          <a:p>
            <a:r>
              <a:t>            "precision": 0.0,</a:t>
            </a:r>
          </a:p>
          <a:p>
            <a:r>
              <a:t>            "recall": 0.0,</a:t>
            </a:r>
          </a:p>
          <a:p>
            <a:r>
              <a:t>            "roc_auc": 0.5837469947250696,</a:t>
            </a:r>
          </a:p>
          <a:p>
            <a:r>
              <a:t>            "row_count": 1535,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0.08469055374592833,</a:t>
            </a:r>
          </a:p>
          <a:p>
            <a:r>
              <a:t>            "auc_prc": 0.07569953996590646,</a:t>
            </a:r>
          </a:p>
          <a:p>
            <a:r>
              <a:t>            "average_precision": 0.07704236095018938,</a:t>
            </a:r>
          </a:p>
          <a:p>
            <a:r>
              <a:t>            "balanced_accuracy": 0.4925810078585696,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15,</a:t>
            </a:r>
          </a:p>
          <a:p>
            <a:r>
              <a:t>                1402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3,</a:t>
            </a:r>
          </a:p>
          <a:p>
            <a:r>
              <a:t>                115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0.1406727828746177,</a:t>
            </a:r>
          </a:p>
          <a:p>
            <a:r>
              <a:t>            "positive_count": 118,</a:t>
            </a:r>
          </a:p>
          <a:p>
            <a:r>
              <a:t>            "positive_rate": 0.07687296416938111,</a:t>
            </a:r>
          </a:p>
          <a:p>
            <a:r>
              <a:t>            "precision": 0.07580751483190508,</a:t>
            </a:r>
          </a:p>
          <a:p>
            <a:r>
              <a:t>            "recall": 0.9745762711864406,</a:t>
            </a:r>
          </a:p>
          <a:p>
            <a:r>
              <a:t>            "roc_auc": 0.5000717677595301,</a:t>
            </a:r>
          </a:p>
          <a:p>
            <a:r>
              <a:t>            "row_count": 1535,</a:t>
            </a:r>
          </a:p>
          <a:p>
            <a:r>
              <a:t>            "threshold": 0.4499999999999999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15,</a:t>
            </a:r>
          </a:p>
          <a:p>
            <a:r>
              <a:t>      "old_validation": {</a:t>
            </a:r>
          </a:p>
          <a:p>
            <a:r>
              <a:t>        "project": "Apache",</a:t>
            </a:r>
          </a:p>
          <a:p>
            <a:r>
              <a:t>        "level": 15,</a:t>
            </a:r>
          </a:p>
          <a:p>
            <a:r>
              <a:t>        "model": "XGboost",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"Tasks/task-summaries/validate-refactored-model-per-dataset-20260927-134055/artifacts/cluster-run/apache/results/model/words_15/XGboost/refactored/metrics.json",</a:t>
            </a:r>
          </a:p>
          <a:p>
            <a:r>
              <a:t>        "blob_sha1": "1169c5ae416178c77126a4a385d2e59f935fc4ad",</a:t>
            </a:r>
          </a:p>
          <a:p>
            <a:r>
              <a:t>        "sha256": "667ae8f6ec1b74fc8436cf14d943a609a480621d7ea5a03bd3e71f5b20010c96",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0.9114006514657981,</a:t>
            </a:r>
          </a:p>
          <a:p>
            <a:r>
              <a:t>            "auc_prc": 0.0964500311122774,</a:t>
            </a:r>
          </a:p>
          <a:p>
            <a:r>
              <a:t>            "average_precision": 0.09971765671814088,</a:t>
            </a:r>
          </a:p>
          <a:p>
            <a:r>
              <a:t>            "balanced_accuracy": 0.533547302460645,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1390,</a:t>
            </a:r>
          </a:p>
          <a:p>
            <a:r>
              <a:t>                64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72,</a:t>
            </a:r>
          </a:p>
          <a:p>
            <a:r>
              <a:t>                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0.11688311688311688,</a:t>
            </a:r>
          </a:p>
          <a:p>
            <a:r>
              <a:t>            "positive_count": 81,</a:t>
            </a:r>
          </a:p>
          <a:p>
            <a:r>
              <a:t>            "positive_rate": 0.05276872964169381,</a:t>
            </a:r>
          </a:p>
          <a:p>
            <a:r>
              <a:t>            "precision": 0.1232876712328767,</a:t>
            </a:r>
          </a:p>
          <a:p>
            <a:r>
              <a:t>            "recall": 0.1111111111111111,</a:t>
            </a:r>
          </a:p>
          <a:p>
            <a:r>
              <a:t>            "roc_auc": 0.7046164688301323,</a:t>
            </a:r>
          </a:p>
          <a:p>
            <a:r>
              <a:t>            "row_count": 1535,</a:t>
            </a:r>
          </a:p>
          <a:p>
            <a:r>
              <a:t>            "threshold": 0.62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0.8663624511082139,</a:t>
            </a:r>
          </a:p>
          <a:p>
            <a:r>
              <a:t>            "auc_prc": 0.3081607505823212,</a:t>
            </a:r>
          </a:p>
          <a:p>
            <a:r>
              <a:t>            "average_precision": 0.30808895495862954,</a:t>
            </a:r>
          </a:p>
          <a:p>
            <a:r>
              <a:t>            "balanced_accuracy": 0.6239745888394537,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1277,</a:t>
            </a:r>
          </a:p>
          <a:p>
            <a:r>
              <a:t>                92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113,</a:t>
            </a:r>
          </a:p>
          <a:p>
            <a:r>
              <a:t>                52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0.3365695792880259,</a:t>
            </a:r>
          </a:p>
          <a:p>
            <a:r>
              <a:t>            "positive_count": 165,</a:t>
            </a:r>
          </a:p>
          <a:p>
            <a:r>
              <a:t>            "positive_rate": 0.1075619295958279,</a:t>
            </a:r>
          </a:p>
          <a:p>
            <a:r>
              <a:t>            "precision": 0.3611111111111111,</a:t>
            </a:r>
          </a:p>
          <a:p>
            <a:r>
              <a:t>            "recall": 0.3151515151515151,</a:t>
            </a:r>
          </a:p>
          <a:p>
            <a:r>
              <a:t>            "roc_auc": 0.7443167983708524,</a:t>
            </a:r>
          </a:p>
          <a:p>
            <a:r>
              <a:t>            "row_count": 1534,</a:t>
            </a:r>
          </a:p>
          <a:p>
            <a:r>
              <a:t>            "threshold": 0.62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"Apache",</a:t>
            </a:r>
          </a:p>
          <a:p>
            <a:r>
              <a:t>        "level": 15,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"Tasks/task-summaries/validate-refactored-model-per-dataset-20260927-134055/artifacts/cluster-run/apache/results/model/words_15/RF/baseline/metrics.json",</a:t>
            </a:r>
          </a:p>
          <a:p>
            <a:r>
              <a:t>        "blob_sha1": "f65dbd413dac4a2a38000e3a515b2a5695247691",</a:t>
            </a:r>
          </a:p>
          <a:p>
            <a:r>
              <a:t>        "sha256": "8d4375788ab5ede3efc27b2c8f622ace443d1bb5557dcb6ab9e6b4b7c3723def",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0.9472312703583062,</a:t>
            </a:r>
          </a:p>
          <a:p>
            <a:r>
              <a:t>            "auc_prc": 0.11081690423718996,</a:t>
            </a:r>
          </a:p>
          <a:p>
            <a:r>
              <a:t>            "average_precision": 0.11742689360368327,</a:t>
            </a:r>
          </a:p>
          <a:p>
            <a:r>
              <a:t>            "balanced_accuracy": 0.5058289605515649,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1453,</a:t>
            </a:r>
          </a:p>
          <a:p>
            <a:r>
              <a:t>                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80,</a:t>
            </a:r>
          </a:p>
          <a:p>
            <a:r>
              <a:t>                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0.024096385542168672,</a:t>
            </a:r>
          </a:p>
          <a:p>
            <a:r>
              <a:t>            "positive_count": 81,</a:t>
            </a:r>
          </a:p>
          <a:p>
            <a:r>
              <a:t>            "positive_rate": 0.05276872964169381,</a:t>
            </a:r>
          </a:p>
          <a:p>
            <a:r>
              <a:t>            "precision": 0.5,</a:t>
            </a:r>
          </a:p>
          <a:p>
            <a:r>
              <a:t>            "recall": 0.012345679012345678,</a:t>
            </a:r>
          </a:p>
          <a:p>
            <a:r>
              <a:t>            "roc_auc": 0.6962020479902186,</a:t>
            </a:r>
          </a:p>
          <a:p>
            <a:r>
              <a:t>            "row_count": 1535,</a:t>
            </a:r>
          </a:p>
          <a:p>
            <a:r>
              <a:t>            "threshold": 0.19999999999999996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0.7229465449804433,</a:t>
            </a:r>
          </a:p>
          <a:p>
            <a:r>
              <a:t>            "auc_prc": 0.21658891799409033,</a:t>
            </a:r>
          </a:p>
          <a:p>
            <a:r>
              <a:t>            "average_precision": 0.2183252306978305,</a:t>
            </a:r>
          </a:p>
          <a:p>
            <a:r>
              <a:t>            "balanced_accuracy": 0.6742125417801093,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1008,</a:t>
            </a:r>
          </a:p>
          <a:p>
            <a:r>
              <a:t>                361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64,</a:t>
            </a:r>
          </a:p>
          <a:p>
            <a:r>
              <a:t>                101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0.32216905901116427,</a:t>
            </a:r>
          </a:p>
          <a:p>
            <a:r>
              <a:t>            "positive_count": 165,</a:t>
            </a:r>
          </a:p>
          <a:p>
            <a:r>
              <a:t>            "positive_rate": 0.1075619295958279,</a:t>
            </a:r>
          </a:p>
          <a:p>
            <a:r>
              <a:t>            "precision": 0.21861471861471862,</a:t>
            </a:r>
          </a:p>
          <a:p>
            <a:r>
              <a:t>            "recall": 0.6121212121212121,</a:t>
            </a:r>
          </a:p>
          <a:p>
            <a:r>
              <a:t>            "roc_auc": 0.7062465413816765,</a:t>
            </a:r>
          </a:p>
          <a:p>
            <a:r>
              <a:t>            "row_count": 1534,</a:t>
            </a:r>
          </a:p>
          <a:p>
            <a:r>
              <a:t>            "threshold": 0.19999999999999996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"modernbert",</a:t>
            </a:r>
          </a:p>
          <a:p>
            <a:r>
              <a:t>          "test": {</a:t>
            </a:r>
          </a:p>
          <a:p>
            <a:r>
              <a:t>            "accuracy": 0.9433224755700326,</a:t>
            </a:r>
          </a:p>
          <a:p>
            <a:r>
              <a:t>            "auc_prc": 0.08211185457783239,</a:t>
            </a:r>
          </a:p>
          <a:p>
            <a:r>
              <a:t>            "average_precision": 0.08426775786553185,</a:t>
            </a:r>
          </a:p>
          <a:p>
            <a:r>
              <a:t>            "balanced_accuracy": 0.49793672627235214,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1448,</a:t>
            </a:r>
          </a:p>
          <a:p>
            <a:r>
              <a:t>                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81,</a:t>
            </a:r>
          </a:p>
          <a:p>
            <a:r>
              <a:t>                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0.0,</a:t>
            </a:r>
          </a:p>
          <a:p>
            <a:r>
              <a:t>            "positive_count": 81,</a:t>
            </a:r>
          </a:p>
          <a:p>
            <a:r>
              <a:t>            "positive_rate": 0.05276872964169381,</a:t>
            </a:r>
          </a:p>
          <a:p>
            <a:r>
              <a:t>            "precision": 0.0,</a:t>
            </a:r>
          </a:p>
          <a:p>
            <a:r>
              <a:t>            "recall": 0.0,</a:t>
            </a:r>
          </a:p>
          <a:p>
            <a:r>
              <a:t>            "roc_auc": 0.6636778915550121,</a:t>
            </a:r>
          </a:p>
          <a:p>
            <a:r>
              <a:t>            "row_count": 1535,</a:t>
            </a:r>
          </a:p>
          <a:p>
            <a:r>
              <a:t>            "threshold": 0.12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0.9433224755700326,</a:t>
            </a:r>
          </a:p>
          <a:p>
            <a:r>
              <a:t>            "auc_prc": 0.08247331442498747,</a:t>
            </a:r>
          </a:p>
          <a:p>
            <a:r>
              <a:t>            "average_precision": 0.0847255890616574,</a:t>
            </a:r>
          </a:p>
          <a:p>
            <a:r>
              <a:t>            "balanced_accuracy": 0.49793672627235214,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1448,</a:t>
            </a:r>
          </a:p>
          <a:p>
            <a:r>
              <a:t>                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81,</a:t>
            </a:r>
          </a:p>
          <a:p>
            <a:r>
              <a:t>                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0.0,</a:t>
            </a:r>
          </a:p>
          <a:p>
            <a:r>
              <a:t>            "positive_count": 81,</a:t>
            </a:r>
          </a:p>
          <a:p>
            <a:r>
              <a:t>            "positive_rate": 0.05276872964169381,</a:t>
            </a:r>
          </a:p>
          <a:p>
            <a:r>
              <a:t>            "precision": 0.0,</a:t>
            </a:r>
          </a:p>
          <a:p>
            <a:r>
              <a:t>            "recall": 0.0,</a:t>
            </a:r>
          </a:p>
          <a:p>
            <a:r>
              <a:t>            "roc_auc": 0.6681016183537962,</a:t>
            </a:r>
          </a:p>
          <a:p>
            <a:r>
              <a:t>            "row_count": 1535,</a:t>
            </a:r>
          </a:p>
          <a:p>
            <a:r>
              <a:t>            "threshold": 0.12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0.057980456026058634,</a:t>
            </a:r>
          </a:p>
          <a:p>
            <a:r>
              <a:t>            "auc_prc": 0.049411930936155375,</a:t>
            </a:r>
          </a:p>
          <a:p>
            <a:r>
              <a:t>            "average_precision": 0.05072813308457993,</a:t>
            </a:r>
          </a:p>
          <a:p>
            <a:r>
              <a:t>            "balanced_accuracy": 0.4852641499821692,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11,</a:t>
            </a:r>
          </a:p>
          <a:p>
            <a:r>
              <a:t>                1443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3,</a:t>
            </a:r>
          </a:p>
          <a:p>
            <a:r>
              <a:t>                78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0.09737827715355805,</a:t>
            </a:r>
          </a:p>
          <a:p>
            <a:r>
              <a:t>            "positive_count": 81,</a:t>
            </a:r>
          </a:p>
          <a:p>
            <a:r>
              <a:t>            "positive_rate": 0.05276872964169381,</a:t>
            </a:r>
          </a:p>
          <a:p>
            <a:r>
              <a:t>            "precision": 0.05128205128205128,</a:t>
            </a:r>
          </a:p>
          <a:p>
            <a:r>
              <a:t>            "recall": 0.9629629629629629,</a:t>
            </a:r>
          </a:p>
          <a:p>
            <a:r>
              <a:t>            "roc_auc": 0.47802571025863094,</a:t>
            </a:r>
          </a:p>
          <a:p>
            <a:r>
              <a:t>            "row_count": 1535,</a:t>
            </a:r>
          </a:p>
          <a:p>
            <a:r>
              <a:t>            "threshold": 0.41999999999999993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20,</a:t>
            </a:r>
          </a:p>
          <a:p>
            <a:r>
              <a:t>      "old_validation": {</a:t>
            </a:r>
          </a:p>
          <a:p>
            <a:r>
              <a:t>        "project": "Apache",</a:t>
            </a:r>
          </a:p>
          <a:p>
            <a:r>
              <a:t>        "level": 20,</a:t>
            </a:r>
          </a:p>
          <a:p>
            <a:r>
              <a:t>        "model": "XGboost",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"Tasks/task-summaries/validate-refactored-model-per-dataset-20260927-134055/artifacts/cluster-run/apache/results/model/words_20/XGboost/refactored/metrics.json",</a:t>
            </a:r>
          </a:p>
          <a:p>
            <a:r>
              <a:t>        "blob_sha1": "febb4d9e79db1f785f748c5e5d567513e5a02562",</a:t>
            </a:r>
          </a:p>
          <a:p>
            <a:r>
              <a:t>        "sha256": "003546cedc8c22faed4591cdd526a878ad6de2307d7fbc2db390a3b27d2debd3",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0.9250814332247557,</a:t>
            </a:r>
          </a:p>
          <a:p>
            <a:r>
              <a:t>            "auc_prc": 0.07660777122663817,</a:t>
            </a:r>
          </a:p>
          <a:p>
            <a:r>
              <a:t>            "average_precision": 0.07979742460932318,</a:t>
            </a:r>
          </a:p>
          <a:p>
            <a:r>
              <a:t>            "balanced_accuracy": 0.5298447476000184,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1414,</a:t>
            </a:r>
          </a:p>
          <a:p>
            <a:r>
              <a:t>                62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53,</a:t>
            </a:r>
          </a:p>
          <a:p>
            <a:r>
              <a:t>                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0.09448818897637795,</a:t>
            </a:r>
          </a:p>
          <a:p>
            <a:r>
              <a:t>            "positive_count": 59,</a:t>
            </a:r>
          </a:p>
          <a:p>
            <a:r>
              <a:t>            "positive_rate": 0.038436482084690554,</a:t>
            </a:r>
          </a:p>
          <a:p>
            <a:r>
              <a:t>            "precision": 0.08823529411764706,</a:t>
            </a:r>
          </a:p>
          <a:p>
            <a:r>
              <a:t>            "recall": 0.1016949152542373,</a:t>
            </a:r>
          </a:p>
          <a:p>
            <a:r>
              <a:t>            "roc_auc": 0.7377761701345827,</a:t>
            </a:r>
          </a:p>
          <a:p>
            <a:r>
              <a:t>            "row_count": 1535,</a:t>
            </a:r>
          </a:p>
          <a:p>
            <a:r>
              <a:t>            "threshold": 0.61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0.7301173402868318,</a:t>
            </a:r>
          </a:p>
          <a:p>
            <a:r>
              <a:t>            "auc_prc": 0.3068493268823628,</a:t>
            </a:r>
          </a:p>
          <a:p>
            <a:r>
              <a:t>            "average_precision": 0.30257107842333564,</a:t>
            </a:r>
          </a:p>
          <a:p>
            <a:r>
              <a:t>            "balanced_accuracy": 0.6842034706189022,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1029,</a:t>
            </a:r>
          </a:p>
          <a:p>
            <a:r>
              <a:t>                360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54,</a:t>
            </a:r>
          </a:p>
          <a:p>
            <a:r>
              <a:t>                91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0.3053691275167785,</a:t>
            </a:r>
          </a:p>
          <a:p>
            <a:r>
              <a:t>            "positive_count": 145,</a:t>
            </a:r>
          </a:p>
          <a:p>
            <a:r>
              <a:t>            "positive_rate": 0.09452411994784876,</a:t>
            </a:r>
          </a:p>
          <a:p>
            <a:r>
              <a:t>            "precision": 0.2017738359201774,</a:t>
            </a:r>
          </a:p>
          <a:p>
            <a:r>
              <a:t>            "recall": 0.6275862068965518,</a:t>
            </a:r>
          </a:p>
          <a:p>
            <a:r>
              <a:t>            "roc_auc": 0.754849680991038,</a:t>
            </a:r>
          </a:p>
          <a:p>
            <a:r>
              <a:t>            "row_count": 1534,</a:t>
            </a:r>
          </a:p>
          <a:p>
            <a:r>
              <a:t>            "threshold": 0.61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"Apache",</a:t>
            </a:r>
          </a:p>
          <a:p>
            <a:r>
              <a:t>        "level": 20,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"Tasks/task-summaries/validate-refactored-model-per-dataset-20260927-134055/artifacts/cluster-run/apache/results/model/words_20/RF/refactored/metrics.json",</a:t>
            </a:r>
          </a:p>
          <a:p>
            <a:r>
              <a:t>        "blob_sha1": "a2df466070207ed333801ce21311f541c88045a3",</a:t>
            </a:r>
          </a:p>
          <a:p>
            <a:r>
              <a:t>        "sha256": "fb5afdaec5e174dd23672f32a7ad02b49a4244c47e9e1ac979eb3f68242abac2",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0.7830618892508143,</a:t>
            </a:r>
          </a:p>
          <a:p>
            <a:r>
              <a:t>            "auc_prc": 0.07748319590206003,</a:t>
            </a:r>
          </a:p>
          <a:p>
            <a:r>
              <a:t>            "average_precision": 0.08015705622111027,</a:t>
            </a:r>
          </a:p>
          <a:p>
            <a:r>
              <a:t>            "balanced_accuracy": 0.6187129667906849,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1176,</a:t>
            </a:r>
          </a:p>
          <a:p>
            <a:r>
              <a:t>                300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33,</a:t>
            </a:r>
          </a:p>
          <a:p>
            <a:r>
              <a:t>                26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0.13506493506493505,</a:t>
            </a:r>
          </a:p>
          <a:p>
            <a:r>
              <a:t>            "positive_count": 59,</a:t>
            </a:r>
          </a:p>
          <a:p>
            <a:r>
              <a:t>            "positive_rate": 0.038436482084690554,</a:t>
            </a:r>
          </a:p>
          <a:p>
            <a:r>
              <a:t>            "precision": 0.07975460122699386,</a:t>
            </a:r>
          </a:p>
          <a:p>
            <a:r>
              <a:t>            "recall": 0.4406779661016949,</a:t>
            </a:r>
          </a:p>
          <a:p>
            <a:r>
              <a:t>            "roc_auc": 0.7477378163612145,</a:t>
            </a:r>
          </a:p>
          <a:p>
            <a:r>
              <a:t>            "row_count": 1535,</a:t>
            </a:r>
          </a:p>
          <a:p>
            <a:r>
              <a:t>            "threshold": 0.4099999999999999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0.6584093872229465,</a:t>
            </a:r>
          </a:p>
          <a:p>
            <a:r>
              <a:t>            "auc_prc": 0.17910544163005188,</a:t>
            </a:r>
          </a:p>
          <a:p>
            <a:r>
              <a:t>            "average_precision": 0.1819615387364804,</a:t>
            </a:r>
          </a:p>
          <a:p>
            <a:r>
              <a:t>            "balanced_accuracy": 0.6940195129217249,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903,</a:t>
            </a:r>
          </a:p>
          <a:p>
            <a:r>
              <a:t>                486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38,</a:t>
            </a:r>
          </a:p>
          <a:p>
            <a:r>
              <a:t>                107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0.28997289972899726,</a:t>
            </a:r>
          </a:p>
          <a:p>
            <a:r>
              <a:t>            "positive_count": 145,</a:t>
            </a:r>
          </a:p>
          <a:p>
            <a:r>
              <a:t>            "positive_rate": 0.09452411994784876,</a:t>
            </a:r>
          </a:p>
          <a:p>
            <a:r>
              <a:t>            "precision": 0.18043844856661045,</a:t>
            </a:r>
          </a:p>
          <a:p>
            <a:r>
              <a:t>            "recall": 0.7379310344827587,</a:t>
            </a:r>
          </a:p>
          <a:p>
            <a:r>
              <a:t>            "roc_auc": 0.7198927534073136,</a:t>
            </a:r>
          </a:p>
          <a:p>
            <a:r>
              <a:t>            "row_count": 1534,</a:t>
            </a:r>
          </a:p>
          <a:p>
            <a:r>
              <a:t>            "threshold": 0.4099999999999999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"modernbert",</a:t>
            </a:r>
          </a:p>
          <a:p>
            <a:r>
              <a:t>          "test": {</a:t>
            </a:r>
          </a:p>
          <a:p>
            <a:r>
              <a:t>            "accuracy": 0.9596091205211726,</a:t>
            </a:r>
          </a:p>
          <a:p>
            <a:r>
              <a:t>            "auc_prc": 0.057819063834194794,</a:t>
            </a:r>
          </a:p>
          <a:p>
            <a:r>
              <a:t>            "average_precision": 0.05994170814833726,</a:t>
            </a:r>
          </a:p>
          <a:p>
            <a:r>
              <a:t>            "balanced_accuracy": 0.49898373983739835,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1473,</a:t>
            </a:r>
          </a:p>
          <a:p>
            <a:r>
              <a:t>                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59,</a:t>
            </a:r>
          </a:p>
          <a:p>
            <a:r>
              <a:t>                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0.0,</a:t>
            </a:r>
          </a:p>
          <a:p>
            <a:r>
              <a:t>            "positive_count": 59,</a:t>
            </a:r>
          </a:p>
          <a:p>
            <a:r>
              <a:t>            "positive_rate": 0.038436482084690554,</a:t>
            </a:r>
          </a:p>
          <a:p>
            <a:r>
              <a:t>            "precision": 0.0,</a:t>
            </a:r>
          </a:p>
          <a:p>
            <a:r>
              <a:t>            "recall": 0.0,</a:t>
            </a:r>
          </a:p>
          <a:p>
            <a:r>
              <a:t>            "roc_auc": 0.6668159478204951,</a:t>
            </a:r>
          </a:p>
          <a:p>
            <a:r>
              <a:t>            "row_count": 1535,</a:t>
            </a:r>
          </a:p>
          <a:p>
            <a:r>
              <a:t>            "threshold": 0.10999999999999999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0.9583061889250815,</a:t>
            </a:r>
          </a:p>
          <a:p>
            <a:r>
              <a:t>            "auc_prc": 0.06228949850870753,</a:t>
            </a:r>
          </a:p>
          <a:p>
            <a:r>
              <a:t>            "average_precision": 0.06478682900152835,</a:t>
            </a:r>
          </a:p>
          <a:p>
            <a:r>
              <a:t>            "balanced_accuracy": 0.49830623306233063,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1471,</a:t>
            </a:r>
          </a:p>
          <a:p>
            <a:r>
              <a:t>                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59,</a:t>
            </a:r>
          </a:p>
          <a:p>
            <a:r>
              <a:t>                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0.0,</a:t>
            </a:r>
          </a:p>
          <a:p>
            <a:r>
              <a:t>            "positive_count": 59,</a:t>
            </a:r>
          </a:p>
          <a:p>
            <a:r>
              <a:t>            "positive_rate": 0.038436482084690554,</a:t>
            </a:r>
          </a:p>
          <a:p>
            <a:r>
              <a:t>            "precision": 0.0,</a:t>
            </a:r>
          </a:p>
          <a:p>
            <a:r>
              <a:t>            "recall": 0.0,</a:t>
            </a:r>
          </a:p>
          <a:p>
            <a:r>
              <a:t>            "roc_auc": 0.6896559643562538,</a:t>
            </a:r>
          </a:p>
          <a:p>
            <a:r>
              <a:t>            "row_count": 1535,</a:t>
            </a:r>
          </a:p>
          <a:p>
            <a:r>
              <a:t>            "threshold": 0.09999999999999999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0.04429967426710098,</a:t>
            </a:r>
          </a:p>
          <a:p>
            <a:r>
              <a:t>            "auc_prc": 0.03603498711000822,</a:t>
            </a:r>
          </a:p>
          <a:p>
            <a:r>
              <a:t>            "average_precision": 0.037412790594096426,</a:t>
            </a:r>
          </a:p>
          <a:p>
            <a:r>
              <a:t>            "balanced_accuracy": 0.4867771347204997,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11,</a:t>
            </a:r>
          </a:p>
          <a:p>
            <a:r>
              <a:t>                1465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2,</a:t>
            </a:r>
          </a:p>
          <a:p>
            <a:r>
              <a:t>                57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0.07210626185958253,</a:t>
            </a:r>
          </a:p>
          <a:p>
            <a:r>
              <a:t>            "positive_count": 59,</a:t>
            </a:r>
          </a:p>
          <a:p>
            <a:r>
              <a:t>            "positive_rate": 0.038436482084690554,</a:t>
            </a:r>
          </a:p>
          <a:p>
            <a:r>
              <a:t>            "precision": 0.03745072273324573,</a:t>
            </a:r>
          </a:p>
          <a:p>
            <a:r>
              <a:t>            "recall": 0.9661016949152542,</a:t>
            </a:r>
          </a:p>
          <a:p>
            <a:r>
              <a:t>            "roc_auc": 0.47090165816912405,</a:t>
            </a:r>
          </a:p>
          <a:p>
            <a:r>
              <a:t>            "row_count": 1535,</a:t>
            </a:r>
          </a:p>
          <a:p>
            <a:r>
              <a:t>            "threshold": 0.41999999999999993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5,</a:t>
            </a:r>
          </a:p>
          <a:p>
            <a:r>
              <a:t>      "old_validation": {</a:t>
            </a:r>
          </a:p>
          <a:p>
            <a:r>
              <a:t>        "project": "Hyperledger",</a:t>
            </a:r>
          </a:p>
          <a:p>
            <a:r>
              <a:t>        "level": 5,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"Tasks/task-summaries/validate-refactored-model-per-dataset-20260927-134055/artifacts/cluster-run/hyperledger/results/model/words_5/RF/refactored/metrics.json",</a:t>
            </a:r>
          </a:p>
          <a:p>
            <a:r>
              <a:t>        "blob_sha1": "855016f075de192c7171328d093a031a347e13a3",</a:t>
            </a:r>
          </a:p>
          <a:p>
            <a:r>
              <a:t>        "sha256": "9cfd9a0c6cddf6515532d952fa982eb734e5af6c98984f419abf325a760c6f2f",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0.5031120331950207,</a:t>
            </a:r>
          </a:p>
          <a:p>
            <a:r>
              <a:t>            "auc_prc": 0.260598376632622,</a:t>
            </a:r>
          </a:p>
          <a:p>
            <a:r>
              <a:t>            "average_precision": 0.2645629912456322,</a:t>
            </a:r>
          </a:p>
          <a:p>
            <a:r>
              <a:t>            "balanced_accuracy": 0.6298742501153669,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339,</a:t>
            </a:r>
          </a:p>
          <a:p>
            <a:r>
              <a:t>                449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30,</a:t>
            </a:r>
          </a:p>
          <a:p>
            <a:r>
              <a:t>                146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0.3787289234760052,</a:t>
            </a:r>
          </a:p>
          <a:p>
            <a:r>
              <a:t>            "positive_count": 176,</a:t>
            </a:r>
          </a:p>
          <a:p>
            <a:r>
              <a:t>            "positive_rate": 0.1825726141078838,</a:t>
            </a:r>
          </a:p>
          <a:p>
            <a:r>
              <a:t>            "precision": 0.2453781512605042,</a:t>
            </a:r>
          </a:p>
          <a:p>
            <a:r>
              <a:t>            "recall": 0.8295454545454546,</a:t>
            </a:r>
          </a:p>
          <a:p>
            <a:r>
              <a:t>            "roc_auc": 0.6588277284263959,</a:t>
            </a:r>
          </a:p>
          <a:p>
            <a:r>
              <a:t>            "row_count": 964,</a:t>
            </a:r>
          </a:p>
          <a:p>
            <a:r>
              <a:t>            "threshold": 0.3499999999999999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0.5524402907580478,</a:t>
            </a:r>
          </a:p>
          <a:p>
            <a:r>
              <a:t>            "auc_prc": 0.30672756650138605,</a:t>
            </a:r>
          </a:p>
          <a:p>
            <a:r>
              <a:t>            "average_precision": 0.3093047268199426,</a:t>
            </a:r>
          </a:p>
          <a:p>
            <a:r>
              <a:t>            "balanced_accuracy": 0.6687121629058889,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399,</a:t>
            </a:r>
          </a:p>
          <a:p>
            <a:r>
              <a:t>                406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25,</a:t>
            </a:r>
          </a:p>
          <a:p>
            <a:r>
              <a:t>                133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0.381635581061693,</a:t>
            </a:r>
          </a:p>
          <a:p>
            <a:r>
              <a:t>            "positive_count": 158,</a:t>
            </a:r>
          </a:p>
          <a:p>
            <a:r>
              <a:t>            "positive_rate": 0.1640706126687435,</a:t>
            </a:r>
          </a:p>
          <a:p>
            <a:r>
              <a:t>            "precision": 0.24675324675324675,</a:t>
            </a:r>
          </a:p>
          <a:p>
            <a:r>
              <a:t>            "recall": 0.8417721518987342,</a:t>
            </a:r>
          </a:p>
          <a:p>
            <a:r>
              <a:t>            "roc_auc": 0.6992373614277853,</a:t>
            </a:r>
          </a:p>
          <a:p>
            <a:r>
              <a:t>            "row_count": 963,</a:t>
            </a:r>
          </a:p>
          <a:p>
            <a:r>
              <a:t>            "threshold": 0.3499999999999999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"Hyperledger",</a:t>
            </a:r>
          </a:p>
          <a:p>
            <a:r>
              <a:t>        "level": 5,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"Tasks/task-summaries/validate-refactored-model-per-dataset-20260927-134055/artifacts/cluster-run/hyperledger/results/model/words_5/RF/baseline/metrics.json",</a:t>
            </a:r>
          </a:p>
          <a:p>
            <a:r>
              <a:t>        "blob_sha1": "ec57261b595a07230c6a8fd283ed3b5d360bc145",</a:t>
            </a:r>
          </a:p>
          <a:p>
            <a:r>
              <a:t>        "sha256": "a6c3a440c471602d7fd0168e3ca3ac662ab967b582d660b6df5710f2a155cd9b",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0.5010373443983402,</a:t>
            </a:r>
          </a:p>
          <a:p>
            <a:r>
              <a:t>            "auc_prc": 0.30379253716847443,</a:t>
            </a:r>
          </a:p>
          <a:p>
            <a:r>
              <a:t>            "average_precision": 0.30662823849600584,</a:t>
            </a:r>
          </a:p>
          <a:p>
            <a:r>
              <a:t>            "balanced_accuracy": 0.6308116059067835,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336,</a:t>
            </a:r>
          </a:p>
          <a:p>
            <a:r>
              <a:t>                452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29,</a:t>
            </a:r>
          </a:p>
          <a:p>
            <a:r>
              <a:t>                147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0.3793548387096774,</a:t>
            </a:r>
          </a:p>
          <a:p>
            <a:r>
              <a:t>            "positive_count": 176,</a:t>
            </a:r>
          </a:p>
          <a:p>
            <a:r>
              <a:t>            "positive_rate": 0.1825726141078838,</a:t>
            </a:r>
          </a:p>
          <a:p>
            <a:r>
              <a:t>            "precision": 0.24540901502504173,</a:t>
            </a:r>
          </a:p>
          <a:p>
            <a:r>
              <a:t>            "recall": 0.8352272727272727,</a:t>
            </a:r>
          </a:p>
          <a:p>
            <a:r>
              <a:t>            "roc_auc": 0.6811079545454546,</a:t>
            </a:r>
          </a:p>
          <a:p>
            <a:r>
              <a:t>            "row_count": 964,</a:t>
            </a:r>
          </a:p>
          <a:p>
            <a:r>
              <a:t>            "threshold": 0.13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0.5264797507788161,</a:t>
            </a:r>
          </a:p>
          <a:p>
            <a:r>
              <a:t>            "auc_prc": 0.2850995619772792,</a:t>
            </a:r>
          </a:p>
          <a:p>
            <a:r>
              <a:t>            "average_precision": 0.28862672933636546,</a:t>
            </a:r>
          </a:p>
          <a:p>
            <a:r>
              <a:t>            "balanced_accuracy": 0.6353801399481092,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381,</a:t>
            </a:r>
          </a:p>
          <a:p>
            <a:r>
              <a:t>                424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32,</a:t>
            </a:r>
          </a:p>
          <a:p>
            <a:r>
              <a:t>                126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0.35593220338983056,</a:t>
            </a:r>
          </a:p>
          <a:p>
            <a:r>
              <a:t>            "positive_count": 158,</a:t>
            </a:r>
          </a:p>
          <a:p>
            <a:r>
              <a:t>            "positive_rate": 0.1640706126687435,</a:t>
            </a:r>
          </a:p>
          <a:p>
            <a:r>
              <a:t>            "precision": 0.2290909090909091,</a:t>
            </a:r>
          </a:p>
          <a:p>
            <a:r>
              <a:t>            "recall": 0.7974683544303798,</a:t>
            </a:r>
          </a:p>
          <a:p>
            <a:r>
              <a:t>            "roc_auc": 0.682844563251828,</a:t>
            </a:r>
          </a:p>
          <a:p>
            <a:r>
              <a:t>            "row_count": 963,</a:t>
            </a:r>
          </a:p>
          <a:p>
            <a:r>
              <a:t>            "threshold": 0.13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0.6607883817427386,</a:t>
            </a:r>
          </a:p>
          <a:p>
            <a:r>
              <a:t>            "auc_prc": 0.24963297155306446,</a:t>
            </a:r>
          </a:p>
          <a:p>
            <a:r>
              <a:t>            "average_precision": 0.25214436120008654,</a:t>
            </a:r>
          </a:p>
          <a:p>
            <a:r>
              <a:t>            "balanced_accuracy": 0.6160013844023996,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541,</a:t>
            </a:r>
          </a:p>
          <a:p>
            <a:r>
              <a:t>                247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80,</a:t>
            </a:r>
          </a:p>
          <a:p>
            <a:r>
              <a:t>                96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0.3699421965317919,</a:t>
            </a:r>
          </a:p>
          <a:p>
            <a:r>
              <a:t>            "positive_count": 176,</a:t>
            </a:r>
          </a:p>
          <a:p>
            <a:r>
              <a:t>            "positive_rate": 0.1825726141078838,</a:t>
            </a:r>
          </a:p>
          <a:p>
            <a:r>
              <a:t>            "precision": 0.27988338192419826,</a:t>
            </a:r>
          </a:p>
          <a:p>
            <a:r>
              <a:t>            "recall": 0.5454545454545454,</a:t>
            </a:r>
          </a:p>
          <a:p>
            <a:r>
              <a:t>            "roc_auc": 0.6644734944623903,</a:t>
            </a:r>
          </a:p>
          <a:p>
            <a:r>
              <a:t>            "row_count": 964,</a:t>
            </a:r>
          </a:p>
          <a:p>
            <a:r>
              <a:t>            "threshold": 0.08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0.5591286307053942,</a:t>
            </a:r>
          </a:p>
          <a:p>
            <a:r>
              <a:t>            "auc_prc": 0.2554715431248812,</a:t>
            </a:r>
          </a:p>
          <a:p>
            <a:r>
              <a:t>            "average_precision": 0.2598397802051955,</a:t>
            </a:r>
          </a:p>
          <a:p>
            <a:r>
              <a:t>            "balanced_accuracy": 0.6288359483156438,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409,</a:t>
            </a:r>
          </a:p>
          <a:p>
            <a:r>
              <a:t>                379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46,</a:t>
            </a:r>
          </a:p>
          <a:p>
            <a:r>
              <a:t>                130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0.3795620437956204,</a:t>
            </a:r>
          </a:p>
          <a:p>
            <a:r>
              <a:t>            "positive_count": 176,</a:t>
            </a:r>
          </a:p>
          <a:p>
            <a:r>
              <a:t>            "positive_rate": 0.1825726141078838,</a:t>
            </a:r>
          </a:p>
          <a:p>
            <a:r>
              <a:t>            "precision": 0.2554027504911591,</a:t>
            </a:r>
          </a:p>
          <a:p>
            <a:r>
              <a:t>            "recall": 0.7386363636363636,</a:t>
            </a:r>
          </a:p>
          <a:p>
            <a:r>
              <a:t>            "roc_auc": 0.6560517131979695,</a:t>
            </a:r>
          </a:p>
          <a:p>
            <a:r>
              <a:t>            "row_count": 964,</a:t>
            </a:r>
          </a:p>
          <a:p>
            <a:r>
              <a:t>            "threshold": 0.07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0.1825726141078838,</a:t>
            </a:r>
          </a:p>
          <a:p>
            <a:r>
              <a:t>            "auc_prc": 0.18444664916440995,</a:t>
            </a:r>
          </a:p>
          <a:p>
            <a:r>
              <a:t>            "average_precision": 0.18750559724606125,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788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176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0.30877192982456136,</a:t>
            </a:r>
          </a:p>
          <a:p>
            <a:r>
              <a:t>            "positive_count": 176,</a:t>
            </a:r>
          </a:p>
          <a:p>
            <a:r>
              <a:t>            "positive_rate": 0.1825726141078838,</a:t>
            </a:r>
          </a:p>
          <a:p>
            <a:r>
              <a:t>            "precision": 0.1825726141078838,</a:t>
            </a:r>
          </a:p>
          <a:p>
            <a:r>
              <a:t>            "recall": 1.0,</a:t>
            </a:r>
          </a:p>
          <a:p>
            <a:r>
              <a:t>            "roc_auc": 0.4983019439317028,</a:t>
            </a:r>
          </a:p>
          <a:p>
            <a:r>
              <a:t>            "row_count": 964,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10,</a:t>
            </a:r>
          </a:p>
          <a:p>
            <a:r>
              <a:t>      "old_validation": {</a:t>
            </a:r>
          </a:p>
          <a:p>
            <a:r>
              <a:t>        "project": "Hyperledger",</a:t>
            </a:r>
          </a:p>
          <a:p>
            <a:r>
              <a:t>        "level": 10,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"Tasks/task-summaries/validate-refactored-model-per-dataset-20260927-134055/artifacts/cluster-run/hyperledger/results/model/words_10/RF/refactored/metrics.json",</a:t>
            </a:r>
          </a:p>
          <a:p>
            <a:r>
              <a:t>        "blob_sha1": "0e2e1c103e204c668907bcfd40cc39143cad4ab0",</a:t>
            </a:r>
          </a:p>
          <a:p>
            <a:r>
              <a:t>        "sha256": "89167e78e2da425505c9e17d96419206b742ce54e20b120708b683332a28a6ae",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0.7510373443983402,</a:t>
            </a:r>
          </a:p>
          <a:p>
            <a:r>
              <a:t>            "auc_prc": 0.22517241274150118,</a:t>
            </a:r>
          </a:p>
          <a:p>
            <a:r>
              <a:t>            "average_precision": 0.2286345797834445,</a:t>
            </a:r>
          </a:p>
          <a:p>
            <a:r>
              <a:t>            "balanced_accuracy": 0.5714677358555225,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679,</a:t>
            </a:r>
          </a:p>
          <a:p>
            <a:r>
              <a:t>                143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97,</a:t>
            </a:r>
          </a:p>
          <a:p>
            <a:r>
              <a:t>                45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0.27272727272727276,</a:t>
            </a:r>
          </a:p>
          <a:p>
            <a:r>
              <a:t>            "positive_count": 142,</a:t>
            </a:r>
          </a:p>
          <a:p>
            <a:r>
              <a:t>            "positive_rate": 0.14730290456431536,</a:t>
            </a:r>
          </a:p>
          <a:p>
            <a:r>
              <a:t>            "precision": 0.2393617021276596,</a:t>
            </a:r>
          </a:p>
          <a:p>
            <a:r>
              <a:t>            "recall": 0.31690140845070425,</a:t>
            </a:r>
          </a:p>
          <a:p>
            <a:r>
              <a:t>            "roc_auc": 0.6736917857510024,</a:t>
            </a:r>
          </a:p>
          <a:p>
            <a:r>
              <a:t>            "row_count": 964,</a:t>
            </a:r>
          </a:p>
          <a:p>
            <a:r>
              <a:t>            "threshold": 0.30999999999999994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0.7767393561786086,</a:t>
            </a:r>
          </a:p>
          <a:p>
            <a:r>
              <a:t>            "auc_prc": 0.2745489440136935,</a:t>
            </a:r>
          </a:p>
          <a:p>
            <a:r>
              <a:t>            "average_precision": 0.2797906726135129,</a:t>
            </a:r>
          </a:p>
          <a:p>
            <a:r>
              <a:t>            "balanced_accuracy": 0.6469806763285024,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685,</a:t>
            </a:r>
          </a:p>
          <a:p>
            <a:r>
              <a:t>                143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72,</a:t>
            </a:r>
          </a:p>
          <a:p>
            <a:r>
              <a:t>                63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0.36950146627565983,</a:t>
            </a:r>
          </a:p>
          <a:p>
            <a:r>
              <a:t>            "positive_count": 135,</a:t>
            </a:r>
          </a:p>
          <a:p>
            <a:r>
              <a:t>            "positive_rate": 0.14018691588785046,</a:t>
            </a:r>
          </a:p>
          <a:p>
            <a:r>
              <a:t>            "precision": 0.3058252427184466,</a:t>
            </a:r>
          </a:p>
          <a:p>
            <a:r>
              <a:t>            "recall": 0.4666666666666667,</a:t>
            </a:r>
          </a:p>
          <a:p>
            <a:r>
              <a:t>            "roc_auc": 0.737323313651816,</a:t>
            </a:r>
          </a:p>
          <a:p>
            <a:r>
              <a:t>            "row_count": 963,</a:t>
            </a:r>
          </a:p>
          <a:p>
            <a:r>
              <a:t>            "threshold": 0.30999999999999994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"Hyperledger",</a:t>
            </a:r>
          </a:p>
          <a:p>
            <a:r>
              <a:t>        "level": 10,</a:t>
            </a:r>
          </a:p>
          <a:p>
            <a:r>
              <a:t>        "model": "NN",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"Tasks/task-summaries/validate-refactored-model-per-dataset-20260927-134055/artifacts/cluster-run/hyperledger/results/model/words_10/NN/baseline/metrics.json",</a:t>
            </a:r>
          </a:p>
          <a:p>
            <a:r>
              <a:t>        "blob_sha1": "7136e5e2868431fa274d5616b879a18bc3b922a7",</a:t>
            </a:r>
          </a:p>
          <a:p>
            <a:r>
              <a:t>        "sha256": "9eb5950057da35846c8c0f3fb1c5a8aa8a1e23dce0e9843e7ab03d7ccadc82b3",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0.6908713692946058,</a:t>
            </a:r>
          </a:p>
          <a:p>
            <a:r>
              <a:t>            "auc_prc": 0.2912079198139399,</a:t>
            </a:r>
          </a:p>
          <a:p>
            <a:r>
              <a:t>            "average_precision": 0.29344891930621564,</a:t>
            </a:r>
          </a:p>
          <a:p>
            <a:r>
              <a:t>            "balanced_accuracy": 0.6177478496281827,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593,</a:t>
            </a:r>
          </a:p>
          <a:p>
            <a:r>
              <a:t>                229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69,</a:t>
            </a:r>
          </a:p>
          <a:p>
            <a:r>
              <a:t>                73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0.32882882882882886,</a:t>
            </a:r>
          </a:p>
          <a:p>
            <a:r>
              <a:t>            "positive_count": 142,</a:t>
            </a:r>
          </a:p>
          <a:p>
            <a:r>
              <a:t>            "positive_rate": 0.14730290456431536,</a:t>
            </a:r>
          </a:p>
          <a:p>
            <a:r>
              <a:t>            "precision": 0.24172185430463577,</a:t>
            </a:r>
          </a:p>
          <a:p>
            <a:r>
              <a:t>            "recall": 0.5140845070422535,</a:t>
            </a:r>
          </a:p>
          <a:p>
            <a:r>
              <a:t>            "roc_auc": 0.6606010760426305,</a:t>
            </a:r>
          </a:p>
          <a:p>
            <a:r>
              <a:t>            "row_count": 964,</a:t>
            </a:r>
          </a:p>
          <a:p>
            <a:r>
              <a:t>            "threshold": 0.12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0.7050882658359294,</a:t>
            </a:r>
          </a:p>
          <a:p>
            <a:r>
              <a:t>            "auc_prc": 0.23023142037857175,</a:t>
            </a:r>
          </a:p>
          <a:p>
            <a:r>
              <a:t>            "average_precision": 0.23382629970249025,</a:t>
            </a:r>
          </a:p>
          <a:p>
            <a:r>
              <a:t>            "balanced_accuracy": 0.6518115942028986,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601,</a:t>
            </a:r>
          </a:p>
          <a:p>
            <a:r>
              <a:t>                227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57,</a:t>
            </a:r>
          </a:p>
          <a:p>
            <a:r>
              <a:t>                78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0.3545454545454545,</a:t>
            </a:r>
          </a:p>
          <a:p>
            <a:r>
              <a:t>            "positive_count": 135,</a:t>
            </a:r>
          </a:p>
          <a:p>
            <a:r>
              <a:t>            "positive_rate": 0.14018691588785046,</a:t>
            </a:r>
          </a:p>
          <a:p>
            <a:r>
              <a:t>            "precision": 0.25573770491803277,</a:t>
            </a:r>
          </a:p>
          <a:p>
            <a:r>
              <a:t>            "recall": 0.5777777777777777,</a:t>
            </a:r>
          </a:p>
          <a:p>
            <a:r>
              <a:t>            "roc_auc": 0.6955358740382895,</a:t>
            </a:r>
          </a:p>
          <a:p>
            <a:r>
              <a:t>            "row_count": 963,</a:t>
            </a:r>
          </a:p>
          <a:p>
            <a:r>
              <a:t>            "threshold": 0.12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0.14730290456431536,</a:t>
            </a:r>
          </a:p>
          <a:p>
            <a:r>
              <a:t>            "auc_prc": 0.2257047790047242,</a:t>
            </a:r>
          </a:p>
          <a:p>
            <a:r>
              <a:t>            "average_precision": 0.2286303385830062,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822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142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0.2567811934900543,</a:t>
            </a:r>
          </a:p>
          <a:p>
            <a:r>
              <a:t>            "positive_count": 142,</a:t>
            </a:r>
          </a:p>
          <a:p>
            <a:r>
              <a:t>            "positive_rate": 0.14730290456431536,</a:t>
            </a:r>
          </a:p>
          <a:p>
            <a:r>
              <a:t>            "precision": 0.14730290456431536,</a:t>
            </a:r>
          </a:p>
          <a:p>
            <a:r>
              <a:t>            "recall": 1.0,</a:t>
            </a:r>
          </a:p>
          <a:p>
            <a:r>
              <a:t>            "roc_auc": 0.6808282786744799,</a:t>
            </a:r>
          </a:p>
          <a:p>
            <a:r>
              <a:t>            "row_count": 964,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0.696058091286307,</a:t>
            </a:r>
          </a:p>
          <a:p>
            <a:r>
              <a:t>            "auc_prc": 0.25128699570632546,</a:t>
            </a:r>
          </a:p>
          <a:p>
            <a:r>
              <a:t>            "average_precision": 0.2555684578147287,</a:t>
            </a:r>
          </a:p>
          <a:p>
            <a:r>
              <a:t>            "balanced_accuracy": 0.614963503649635,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600,</a:t>
            </a:r>
          </a:p>
          <a:p>
            <a:r>
              <a:t>                222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71,</a:t>
            </a:r>
          </a:p>
          <a:p>
            <a:r>
              <a:t>                71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0.32643678160919537,</a:t>
            </a:r>
          </a:p>
          <a:p>
            <a:r>
              <a:t>            "positive_count": 142,</a:t>
            </a:r>
          </a:p>
          <a:p>
            <a:r>
              <a:t>            "positive_rate": 0.14730290456431536,</a:t>
            </a:r>
          </a:p>
          <a:p>
            <a:r>
              <a:t>            "precision": 0.24232081911262798,</a:t>
            </a:r>
          </a:p>
          <a:p>
            <a:r>
              <a:t>            "recall": 0.5,</a:t>
            </a:r>
          </a:p>
          <a:p>
            <a:r>
              <a:t>            "roc_auc": 0.6996333230526712,</a:t>
            </a:r>
          </a:p>
          <a:p>
            <a:r>
              <a:t>            "row_count": 964,</a:t>
            </a:r>
          </a:p>
          <a:p>
            <a:r>
              <a:t>            "threshold": 0.15999999999999998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0.7033195020746889,</a:t>
            </a:r>
          </a:p>
          <a:p>
            <a:r>
              <a:t>            "auc_prc": 0.1613348882236526,</a:t>
            </a:r>
          </a:p>
          <a:p>
            <a:r>
              <a:t>            "average_precision": 0.16491109632937057,</a:t>
            </a:r>
          </a:p>
          <a:p>
            <a:r>
              <a:t>            "balanced_accuracy": 0.5143586580309105,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643,</a:t>
            </a:r>
          </a:p>
          <a:p>
            <a:r>
              <a:t>                179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107,</a:t>
            </a:r>
          </a:p>
          <a:p>
            <a:r>
              <a:t>                35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0.19662921348314605,</a:t>
            </a:r>
          </a:p>
          <a:p>
            <a:r>
              <a:t>            "positive_count": 142,</a:t>
            </a:r>
          </a:p>
          <a:p>
            <a:r>
              <a:t>            "positive_rate": 0.14730290456431536,</a:t>
            </a:r>
          </a:p>
          <a:p>
            <a:r>
              <a:t>            "precision": 0.16355140186915887,</a:t>
            </a:r>
          </a:p>
          <a:p>
            <a:r>
              <a:t>            "recall": 0.24647887323943662,</a:t>
            </a:r>
          </a:p>
          <a:p>
            <a:r>
              <a:t>            "roc_auc": 0.516560433158562,</a:t>
            </a:r>
          </a:p>
          <a:p>
            <a:r>
              <a:t>            "row_count": 964,</a:t>
            </a:r>
          </a:p>
          <a:p>
            <a:r>
              <a:t>            "threshold": 0.7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15,</a:t>
            </a:r>
          </a:p>
          <a:p>
            <a:r>
              <a:t>      "old_validation": {</a:t>
            </a:r>
          </a:p>
          <a:p>
            <a:r>
              <a:t>        "project": "Hyperledger",</a:t>
            </a:r>
          </a:p>
          <a:p>
            <a:r>
              <a:t>        "level": 15,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"Tasks/task-summaries/validate-refactored-model-per-dataset-20260927-134055/artifacts/cluster-run/hyperledger/results/model/words_15/RF/refactored/metrics.json",</a:t>
            </a:r>
          </a:p>
          <a:p>
            <a:r>
              <a:t>        "blob_sha1": "63256a094b68d548364cbf065d703c14dba17c35",</a:t>
            </a:r>
          </a:p>
          <a:p>
            <a:r>
              <a:t>        "sha256": "0b158ec7c29f9e1a76588dc32190cfbe3e0fbd0541519a4dcfc4fdb20c896464",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0.7406639004149378,</a:t>
            </a:r>
          </a:p>
          <a:p>
            <a:r>
              <a:t>            "auc_prc": 0.223368516196756,</a:t>
            </a:r>
          </a:p>
          <a:p>
            <a:r>
              <a:t>            "average_precision": 0.22800782997466426,</a:t>
            </a:r>
          </a:p>
          <a:p>
            <a:r>
              <a:t>            "balanced_accuracy": 0.6097309294809392,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661,</a:t>
            </a:r>
          </a:p>
          <a:p>
            <a:r>
              <a:t>                181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69,</a:t>
            </a:r>
          </a:p>
          <a:p>
            <a:r>
              <a:t>                53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0.297752808988764,</a:t>
            </a:r>
          </a:p>
          <a:p>
            <a:r>
              <a:t>            "positive_count": 122,</a:t>
            </a:r>
          </a:p>
          <a:p>
            <a:r>
              <a:t>            "positive_rate": 0.12655601659751037,</a:t>
            </a:r>
          </a:p>
          <a:p>
            <a:r>
              <a:t>            "precision": 0.2264957264957265,</a:t>
            </a:r>
          </a:p>
          <a:p>
            <a:r>
              <a:t>            "recall": 0.4344262295081967,</a:t>
            </a:r>
          </a:p>
          <a:p>
            <a:r>
              <a:t>            "roc_auc": 0.7150909232506523,</a:t>
            </a:r>
          </a:p>
          <a:p>
            <a:r>
              <a:t>            "row_count": 964,</a:t>
            </a:r>
          </a:p>
          <a:p>
            <a:r>
              <a:t>            "threshold": 0.27999999999999997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0.7642782969885774,</a:t>
            </a:r>
          </a:p>
          <a:p>
            <a:r>
              <a:t>            "auc_prc": 0.25209035782113437,</a:t>
            </a:r>
          </a:p>
          <a:p>
            <a:r>
              <a:t>            "average_precision": 0.2585512310899315,</a:t>
            </a:r>
          </a:p>
          <a:p>
            <a:r>
              <a:t>            "balanced_accuracy": 0.6782454881050041,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671,</a:t>
            </a:r>
          </a:p>
          <a:p>
            <a:r>
              <a:t>                177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50,</a:t>
            </a:r>
          </a:p>
          <a:p>
            <a:r>
              <a:t>                65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0.3641456582633053,</a:t>
            </a:r>
          </a:p>
          <a:p>
            <a:r>
              <a:t>            "positive_count": 115,</a:t>
            </a:r>
          </a:p>
          <a:p>
            <a:r>
              <a:t>            "positive_rate": 0.11941848390446522,</a:t>
            </a:r>
          </a:p>
          <a:p>
            <a:r>
              <a:t>            "precision": 0.26859504132231404,</a:t>
            </a:r>
          </a:p>
          <a:p>
            <a:r>
              <a:t>            "recall": 0.5652173913043478,</a:t>
            </a:r>
          </a:p>
          <a:p>
            <a:r>
              <a:t>            "roc_auc": 0.7591878589007383,</a:t>
            </a:r>
          </a:p>
          <a:p>
            <a:r>
              <a:t>            "row_count": 963,</a:t>
            </a:r>
          </a:p>
          <a:p>
            <a:r>
              <a:t>            "threshold": 0.27999999999999997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"Hyperledger",</a:t>
            </a:r>
          </a:p>
          <a:p>
            <a:r>
              <a:t>        "level": 15,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"Tasks/task-summaries/validate-refactored-model-per-dataset-20260927-134055/artifacts/cluster-run/hyperledger/results/model/words_15/RF/baseline/metrics.json",</a:t>
            </a:r>
          </a:p>
          <a:p>
            <a:r>
              <a:t>        "blob_sha1": "b61eb8dd2bc2d511148c10d01d32a92a022aa502",</a:t>
            </a:r>
          </a:p>
          <a:p>
            <a:r>
              <a:t>        "sha256": "4cca78d372673736e11750ca713a0968926e4d70036487c1d3a5bd6dd5f7aca3",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0.7769709543568465,</a:t>
            </a:r>
          </a:p>
          <a:p>
            <a:r>
              <a:t>            "auc_prc": 0.26780060850681225,</a:t>
            </a:r>
          </a:p>
          <a:p>
            <a:r>
              <a:t>            "average_precision": 0.274192005221378,</a:t>
            </a:r>
          </a:p>
          <a:p>
            <a:r>
              <a:t>            "balanced_accuracy": 0.6129920953233908,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701,</a:t>
            </a:r>
          </a:p>
          <a:p>
            <a:r>
              <a:t>                141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74,</a:t>
            </a:r>
          </a:p>
          <a:p>
            <a:r>
              <a:t>                48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0.30868167202572344,</a:t>
            </a:r>
          </a:p>
          <a:p>
            <a:r>
              <a:t>            "positive_count": 122,</a:t>
            </a:r>
          </a:p>
          <a:p>
            <a:r>
              <a:t>            "positive_rate": 0.12655601659751037,</a:t>
            </a:r>
          </a:p>
          <a:p>
            <a:r>
              <a:t>            "precision": 0.25396825396825395,</a:t>
            </a:r>
          </a:p>
          <a:p>
            <a:r>
              <a:t>            "recall": 0.39344262295081966,</a:t>
            </a:r>
          </a:p>
          <a:p>
            <a:r>
              <a:t>            "roc_auc": 0.7325308593902107,</a:t>
            </a:r>
          </a:p>
          <a:p>
            <a:r>
              <a:t>            "row_count": 964,</a:t>
            </a:r>
          </a:p>
          <a:p>
            <a:r>
              <a:t>            "threshold": 0.18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0.7912772585669782,</a:t>
            </a:r>
          </a:p>
          <a:p>
            <a:r>
              <a:t>            "auc_prc": 0.2319078278395175,</a:t>
            </a:r>
          </a:p>
          <a:p>
            <a:r>
              <a:t>            "average_precision": 0.2359865767097882,</a:t>
            </a:r>
          </a:p>
          <a:p>
            <a:r>
              <a:t>            "balanced_accuracy": 0.6559936423297785,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707,</a:t>
            </a:r>
          </a:p>
          <a:p>
            <a:r>
              <a:t>                141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60,</a:t>
            </a:r>
          </a:p>
          <a:p>
            <a:r>
              <a:t>                55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0.3536977491961414,</a:t>
            </a:r>
          </a:p>
          <a:p>
            <a:r>
              <a:t>            "positive_count": 115,</a:t>
            </a:r>
          </a:p>
          <a:p>
            <a:r>
              <a:t>            "positive_rate": 0.11941848390446522,</a:t>
            </a:r>
          </a:p>
          <a:p>
            <a:r>
              <a:t>            "precision": 0.28061224489795916,</a:t>
            </a:r>
          </a:p>
          <a:p>
            <a:r>
              <a:t>            "recall": 0.4782608695652174,</a:t>
            </a:r>
          </a:p>
          <a:p>
            <a:r>
              <a:t>            "roc_auc": 0.7496410992616899,</a:t>
            </a:r>
          </a:p>
          <a:p>
            <a:r>
              <a:t>            "row_count": 963,</a:t>
            </a:r>
          </a:p>
          <a:p>
            <a:r>
              <a:t>            "threshold": 0.18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0.12655601659751037,</a:t>
            </a:r>
          </a:p>
          <a:p>
            <a:r>
              <a:t>            "auc_prc": 0.21834314457634812,</a:t>
            </a:r>
          </a:p>
          <a:p>
            <a:r>
              <a:t>            "average_precision": 0.2216395556569301,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842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122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0.22467771639042355,</a:t>
            </a:r>
          </a:p>
          <a:p>
            <a:r>
              <a:t>            "positive_count": 122,</a:t>
            </a:r>
          </a:p>
          <a:p>
            <a:r>
              <a:t>            "positive_rate": 0.12655601659751037,</a:t>
            </a:r>
          </a:p>
          <a:p>
            <a:r>
              <a:t>            "precision": 0.12655601659751037,</a:t>
            </a:r>
          </a:p>
          <a:p>
            <a:r>
              <a:t>            "recall": 1.0,</a:t>
            </a:r>
          </a:p>
          <a:p>
            <a:r>
              <a:t>            "roc_auc": 0.7188436976753242,</a:t>
            </a:r>
          </a:p>
          <a:p>
            <a:r>
              <a:t>            "row_count": 964,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0.5020746887966805,</a:t>
            </a:r>
          </a:p>
          <a:p>
            <a:r>
              <a:t>            "auc_prc": 0.20604910500793833,</a:t>
            </a:r>
          </a:p>
          <a:p>
            <a:r>
              <a:t>            "average_precision": 0.21152763793464918,</a:t>
            </a:r>
          </a:p>
          <a:p>
            <a:r>
              <a:t>            "balanced_accuracy": 0.6553872512752619,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379,</a:t>
            </a:r>
          </a:p>
          <a:p>
            <a:r>
              <a:t>                463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17,</a:t>
            </a:r>
          </a:p>
          <a:p>
            <a:r>
              <a:t>                105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0.30434782608695654,</a:t>
            </a:r>
          </a:p>
          <a:p>
            <a:r>
              <a:t>            "positive_count": 122,</a:t>
            </a:r>
          </a:p>
          <a:p>
            <a:r>
              <a:t>            "positive_rate": 0.12655601659751037,</a:t>
            </a:r>
          </a:p>
          <a:p>
            <a:r>
              <a:t>            "precision": 0.18485915492957747,</a:t>
            </a:r>
          </a:p>
          <a:p>
            <a:r>
              <a:t>            "recall": 0.860655737704918,</a:t>
            </a:r>
          </a:p>
          <a:p>
            <a:r>
              <a:t>            "roc_auc": 0.6979284295782875,</a:t>
            </a:r>
          </a:p>
          <a:p>
            <a:r>
              <a:t>            "row_count": 964,</a:t>
            </a:r>
          </a:p>
          <a:p>
            <a:r>
              <a:t>            "threshold": 0.07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0.7468879668049793,</a:t>
            </a:r>
          </a:p>
          <a:p>
            <a:r>
              <a:t>            "auc_prc": 0.14292042703835028,</a:t>
            </a:r>
          </a:p>
          <a:p>
            <a:r>
              <a:t>            "average_precision": 0.1468052939149204,</a:t>
            </a:r>
          </a:p>
          <a:p>
            <a:r>
              <a:t>            "balanced_accuracy": 0.5291850005840893,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691,</a:t>
            </a:r>
          </a:p>
          <a:p>
            <a:r>
              <a:t>                151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93,</a:t>
            </a:r>
          </a:p>
          <a:p>
            <a:r>
              <a:t>                29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0.19205298013245034,</a:t>
            </a:r>
          </a:p>
          <a:p>
            <a:r>
              <a:t>            "positive_count": 122,</a:t>
            </a:r>
          </a:p>
          <a:p>
            <a:r>
              <a:t>            "positive_rate": 0.12655601659751037,</a:t>
            </a:r>
          </a:p>
          <a:p>
            <a:r>
              <a:t>            "precision": 0.16111111111111112,</a:t>
            </a:r>
          </a:p>
          <a:p>
            <a:r>
              <a:t>            "recall": 0.23770491803278687,</a:t>
            </a:r>
          </a:p>
          <a:p>
            <a:r>
              <a:t>            "roc_auc": 0.5202873719870722,</a:t>
            </a:r>
          </a:p>
          <a:p>
            <a:r>
              <a:t>            "row_count": 964,</a:t>
            </a:r>
          </a:p>
          <a:p>
            <a:r>
              <a:t>            "threshold": 0.71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20,</a:t>
            </a:r>
          </a:p>
          <a:p>
            <a:r>
              <a:t>      "old_validation": {</a:t>
            </a:r>
          </a:p>
          <a:p>
            <a:r>
              <a:t>        "project": "Hyperledger",</a:t>
            </a:r>
          </a:p>
          <a:p>
            <a:r>
              <a:t>        "level": 20,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"Tasks/task-summaries/validate-refactored-model-per-dataset-20260927-134055/artifacts/cluster-run/hyperledger/results/model/words_20/RF/refactored/metrics.json",</a:t>
            </a:r>
          </a:p>
          <a:p>
            <a:r>
              <a:t>        "blob_sha1": "c4623b9a80b55b9259217515e2cdd43875508304",</a:t>
            </a:r>
          </a:p>
          <a:p>
            <a:r>
              <a:t>        "sha256": "67d873abbb3e90e8406c1b8e4cb7f623e73d509d32ad8efefaea35ce3f2832e6",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0.7738589211618258,</a:t>
            </a:r>
          </a:p>
          <a:p>
            <a:r>
              <a:t>            "auc_prc": 0.22041267956815153,</a:t>
            </a:r>
          </a:p>
          <a:p>
            <a:r>
              <a:t>            "average_precision": 0.22372715809319532,</a:t>
            </a:r>
          </a:p>
          <a:p>
            <a:r>
              <a:t>            "balanced_accuracy": 0.627787558685446,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697,</a:t>
            </a:r>
          </a:p>
          <a:p>
            <a:r>
              <a:t>                155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63,</a:t>
            </a:r>
          </a:p>
          <a:p>
            <a:r>
              <a:t>                49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0.310126582278481,</a:t>
            </a:r>
          </a:p>
          <a:p>
            <a:r>
              <a:t>            "positive_count": 112,</a:t>
            </a:r>
          </a:p>
          <a:p>
            <a:r>
              <a:t>            "positive_rate": 0.11618257261410789,</a:t>
            </a:r>
          </a:p>
          <a:p>
            <a:r>
              <a:t>            "precision": 0.24019607843137256,</a:t>
            </a:r>
          </a:p>
          <a:p>
            <a:r>
              <a:t>            "recall": 0.4375,</a:t>
            </a:r>
          </a:p>
          <a:p>
            <a:r>
              <a:t>            "roc_auc": 0.7296225268276325,</a:t>
            </a:r>
          </a:p>
          <a:p>
            <a:r>
              <a:t>            "row_count": 964,</a:t>
            </a:r>
          </a:p>
          <a:p>
            <a:r>
              <a:t>            "threshold": 0.26999999999999996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0.7663551401869159,</a:t>
            </a:r>
          </a:p>
          <a:p>
            <a:r>
              <a:t>            "auc_prc": 0.24297494739971648,</a:t>
            </a:r>
          </a:p>
          <a:p>
            <a:r>
              <a:t>            "average_precision": 0.24782094138161614,</a:t>
            </a:r>
          </a:p>
          <a:p>
            <a:r>
              <a:t>            "balanced_accuracy": 0.6799339388934764,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682,</a:t>
            </a:r>
          </a:p>
          <a:p>
            <a:r>
              <a:t>                183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42,</a:t>
            </a:r>
          </a:p>
          <a:p>
            <a:r>
              <a:t>                56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0.3323442136498516,</a:t>
            </a:r>
          </a:p>
          <a:p>
            <a:r>
              <a:t>            "positive_count": 98,</a:t>
            </a:r>
          </a:p>
          <a:p>
            <a:r>
              <a:t>            "positive_rate": 0.10176531671858775,</a:t>
            </a:r>
          </a:p>
          <a:p>
            <a:r>
              <a:t>            "precision": 0.23430962343096234,</a:t>
            </a:r>
          </a:p>
          <a:p>
            <a:r>
              <a:t>            "recall": 0.5714285714285714,</a:t>
            </a:r>
          </a:p>
          <a:p>
            <a:r>
              <a:t>            "roc_auc": 0.7682729739294561,</a:t>
            </a:r>
          </a:p>
          <a:p>
            <a:r>
              <a:t>            "row_count": 963,</a:t>
            </a:r>
          </a:p>
          <a:p>
            <a:r>
              <a:t>            "threshold": 0.26999999999999996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"Hyperledger",</a:t>
            </a:r>
          </a:p>
          <a:p>
            <a:r>
              <a:t>        "level": 20,</a:t>
            </a:r>
          </a:p>
          <a:p>
            <a:r>
              <a:t>        "model": "NN",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"Tasks/task-summaries/validate-refactored-model-per-dataset-20260927-134055/artifacts/cluster-run/hyperledger/results/model/words_20/NN/baseline/metrics.json",</a:t>
            </a:r>
          </a:p>
          <a:p>
            <a:r>
              <a:t>        "blob_sha1": "5772247552630b3f29c20976900acf3119dcdfff",</a:t>
            </a:r>
          </a:p>
          <a:p>
            <a:r>
              <a:t>        "sha256": "a9fcfa929b3bcca081ee6fecdd455a722876373d01b74cdfb999c0b3922d6c8e",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0.774896265560166,</a:t>
            </a:r>
          </a:p>
          <a:p>
            <a:r>
              <a:t>            "auc_prc": 0.26276601152567575,</a:t>
            </a:r>
          </a:p>
          <a:p>
            <a:r>
              <a:t>            "average_precision": 0.26721475321749505,</a:t>
            </a:r>
          </a:p>
          <a:p>
            <a:r>
              <a:t>            "balanced_accuracy": 0.6400067069081153,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695,</a:t>
            </a:r>
          </a:p>
          <a:p>
            <a:r>
              <a:t>                157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60,</a:t>
            </a:r>
          </a:p>
          <a:p>
            <a:r>
              <a:t>                52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0.32398753894080995,</a:t>
            </a:r>
          </a:p>
          <a:p>
            <a:r>
              <a:t>            "positive_count": 112,</a:t>
            </a:r>
          </a:p>
          <a:p>
            <a:r>
              <a:t>            "positive_rate": 0.11618257261410789,</a:t>
            </a:r>
          </a:p>
          <a:p>
            <a:r>
              <a:t>            "precision": 0.24880382775119617,</a:t>
            </a:r>
          </a:p>
          <a:p>
            <a:r>
              <a:t>            "recall": 0.4642857142857143,</a:t>
            </a:r>
          </a:p>
          <a:p>
            <a:r>
              <a:t>            "roc_auc": 0.6950347920858484,</a:t>
            </a:r>
          </a:p>
          <a:p>
            <a:r>
              <a:t>            "row_count": 964,</a:t>
            </a:r>
          </a:p>
          <a:p>
            <a:r>
              <a:t>            "threshold": 0.15999999999999998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0.778816199376947,</a:t>
            </a:r>
          </a:p>
          <a:p>
            <a:r>
              <a:t>            "auc_prc": 0.16465653734247818,</a:t>
            </a:r>
          </a:p>
          <a:p>
            <a:r>
              <a:t>            "average_precision": 0.16802265110790726,</a:t>
            </a:r>
          </a:p>
          <a:p>
            <a:r>
              <a:t>            "balanced_accuracy": 0.6235342691990091,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708,</a:t>
            </a:r>
          </a:p>
          <a:p>
            <a:r>
              <a:t>                157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56,</a:t>
            </a:r>
          </a:p>
          <a:p>
            <a:r>
              <a:t>                42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0.2828282828282828,</a:t>
            </a:r>
          </a:p>
          <a:p>
            <a:r>
              <a:t>            "positive_count": 98,</a:t>
            </a:r>
          </a:p>
          <a:p>
            <a:r>
              <a:t>            "positive_rate": 0.10176531671858775,</a:t>
            </a:r>
          </a:p>
          <a:p>
            <a:r>
              <a:t>            "precision": 0.21105527638190955,</a:t>
            </a:r>
          </a:p>
          <a:p>
            <a:r>
              <a:t>            "recall": 0.42857142857142855,</a:t>
            </a:r>
          </a:p>
          <a:p>
            <a:r>
              <a:t>            "roc_auc": 0.6807714993511855,</a:t>
            </a:r>
          </a:p>
          <a:p>
            <a:r>
              <a:t>            "row_count": 963,</a:t>
            </a:r>
          </a:p>
          <a:p>
            <a:r>
              <a:t>            "threshold": 0.15999999999999998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"modernbert",</a:t>
            </a:r>
          </a:p>
          <a:p>
            <a:r>
              <a:t>          "test": {</a:t>
            </a:r>
          </a:p>
          <a:p>
            <a:r>
              <a:t>            "accuracy": 0.11618257261410789,</a:t>
            </a:r>
          </a:p>
          <a:p>
            <a:r>
              <a:t>            "auc_prc": 0.18166439014199798,</a:t>
            </a:r>
          </a:p>
          <a:p>
            <a:r>
              <a:t>            "average_precision": 0.18607202646719873,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852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112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0.20817843866171004,</a:t>
            </a:r>
          </a:p>
          <a:p>
            <a:r>
              <a:t>            "positive_count": 112,</a:t>
            </a:r>
          </a:p>
          <a:p>
            <a:r>
              <a:t>            "positive_rate": 0.11618257261410789,</a:t>
            </a:r>
          </a:p>
          <a:p>
            <a:r>
              <a:t>            "precision": 0.11618257261410789,</a:t>
            </a:r>
          </a:p>
          <a:p>
            <a:r>
              <a:t>            "recall": 1.0,</a:t>
            </a:r>
          </a:p>
          <a:p>
            <a:r>
              <a:t>            "roc_auc": 0.6867559523809523,</a:t>
            </a:r>
          </a:p>
          <a:p>
            <a:r>
              <a:t>            "row_count": 964,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0.766597510373444,</a:t>
            </a:r>
          </a:p>
          <a:p>
            <a:r>
              <a:t>            "auc_prc": 0.194133104340717,</a:t>
            </a:r>
          </a:p>
          <a:p>
            <a:r>
              <a:t>            "average_precision": 0.1988163987952452,</a:t>
            </a:r>
          </a:p>
          <a:p>
            <a:r>
              <a:t>            "balanced_accuracy": 0.5771504024144869,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702,</a:t>
            </a:r>
          </a:p>
          <a:p>
            <a:r>
              <a:t>                150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75,</a:t>
            </a:r>
          </a:p>
          <a:p>
            <a:r>
              <a:t>                37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0.24749163879598662,</a:t>
            </a:r>
          </a:p>
          <a:p>
            <a:r>
              <a:t>            "positive_count": 112,</a:t>
            </a:r>
          </a:p>
          <a:p>
            <a:r>
              <a:t>            "positive_rate": 0.11618257261410789,</a:t>
            </a:r>
          </a:p>
          <a:p>
            <a:r>
              <a:t>            "precision": 0.19786096256684493,</a:t>
            </a:r>
          </a:p>
          <a:p>
            <a:r>
              <a:t>            "recall": 0.33035714285714285,</a:t>
            </a:r>
          </a:p>
          <a:p>
            <a:r>
              <a:t>            "roc_auc": 0.6956216465459423,</a:t>
            </a:r>
          </a:p>
          <a:p>
            <a:r>
              <a:t>            "row_count": 964,</a:t>
            </a:r>
          </a:p>
          <a:p>
            <a:r>
              <a:t>            "threshold": 0.09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0.7800829875518672,</a:t>
            </a:r>
          </a:p>
          <a:p>
            <a:r>
              <a:t>            "auc_prc": 0.13349249925654305,</a:t>
            </a:r>
          </a:p>
          <a:p>
            <a:r>
              <a:t>            "average_precision": 0.1376080886084523,</a:t>
            </a:r>
          </a:p>
          <a:p>
            <a:r>
              <a:t>            "balanced_accuracy": 0.534372904091214,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728,</a:t>
            </a:r>
          </a:p>
          <a:p>
            <a:r>
              <a:t>                124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88,</a:t>
            </a:r>
          </a:p>
          <a:p>
            <a:r>
              <a:t>                24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0.1846153846153846,</a:t>
            </a:r>
          </a:p>
          <a:p>
            <a:r>
              <a:t>            "positive_count": 112,</a:t>
            </a:r>
          </a:p>
          <a:p>
            <a:r>
              <a:t>            "positive_rate": 0.11618257261410789,</a:t>
            </a:r>
          </a:p>
          <a:p>
            <a:r>
              <a:t>            "precision": 0.16216216216216217,</a:t>
            </a:r>
          </a:p>
          <a:p>
            <a:r>
              <a:t>            "recall": 0.21428571428571427,</a:t>
            </a:r>
          </a:p>
          <a:p>
            <a:r>
              <a:t>            "roc_auc": 0.5171235747820255,</a:t>
            </a:r>
          </a:p>
          <a:p>
            <a:r>
              <a:t>            "row_count": 964,</a:t>
            </a:r>
          </a:p>
          <a:p>
            <a:r>
              <a:t>            "threshold": 0.72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5,</a:t>
            </a:r>
          </a:p>
          <a:p>
            <a:r>
              <a:t>      "old_validation": {</a:t>
            </a:r>
          </a:p>
          <a:p>
            <a:r>
              <a:t>        "project": "IntelDAOS",</a:t>
            </a:r>
          </a:p>
          <a:p>
            <a:r>
              <a:t>        "level": 5,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"Tasks/task-summaries/validate-refactored-model-per-dataset-20260927-134055/artifacts/cluster-run/inteldaos/results/model/words_5/XGboost/baseline/metrics.json",</a:t>
            </a:r>
          </a:p>
          <a:p>
            <a:r>
              <a:t>        "blob_sha1": "d599aec72aa099f25ab617b2613f9ac48b4d0faf",</a:t>
            </a:r>
          </a:p>
          <a:p>
            <a:r>
              <a:t>        "sha256": "c646efd14e26bebb6e94f3b37a70a5a90c48c2b877f91affe074aa424ed70d18",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0.6347305389221557,</a:t>
            </a:r>
          </a:p>
          <a:p>
            <a:r>
              <a:t>            "auc_prc": 0.15016806535005314,</a:t>
            </a:r>
          </a:p>
          <a:p>
            <a:r>
              <a:t>            "average_precision": 0.16588169254737842,</a:t>
            </a:r>
          </a:p>
          <a:p>
            <a:r>
              <a:t>            "balanced_accuracy": 0.6024420529801324,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194,</a:t>
            </a:r>
          </a:p>
          <a:p>
            <a:r>
              <a:t>                108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14,</a:t>
            </a:r>
          </a:p>
          <a:p>
            <a:r>
              <a:t>                18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0.22784810126582278,</a:t>
            </a:r>
          </a:p>
          <a:p>
            <a:r>
              <a:t>            "positive_count": 32,</a:t>
            </a:r>
          </a:p>
          <a:p>
            <a:r>
              <a:t>            "positive_rate": 0.09580838323353294,</a:t>
            </a:r>
          </a:p>
          <a:p>
            <a:r>
              <a:t>            "precision": 0.14285714285714285,</a:t>
            </a:r>
          </a:p>
          <a:p>
            <a:r>
              <a:t>            "recall": 0.5625,</a:t>
            </a:r>
          </a:p>
          <a:p>
            <a:r>
              <a:t>            "roc_auc": 0.6580091059602649,</a:t>
            </a:r>
          </a:p>
          <a:p>
            <a:r>
              <a:t>            "row_count": 334,</a:t>
            </a:r>
          </a:p>
          <a:p>
            <a:r>
              <a:t>            "threshold": 0.27999999999999997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0.6066066066066066,</a:t>
            </a:r>
          </a:p>
          <a:p>
            <a:r>
              <a:t>            "auc_prc": 0.2013937877584027,</a:t>
            </a:r>
          </a:p>
          <a:p>
            <a:r>
              <a:t>            "average_precision": 0.20882157844968305,</a:t>
            </a:r>
          </a:p>
          <a:p>
            <a:r>
              <a:t>            "balanced_accuracy": 0.6336914864494936,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167,</a:t>
            </a:r>
          </a:p>
          <a:p>
            <a:r>
              <a:t>                114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17,</a:t>
            </a:r>
          </a:p>
          <a:p>
            <a:r>
              <a:t>                35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0.3482587064676617,</a:t>
            </a:r>
          </a:p>
          <a:p>
            <a:r>
              <a:t>            "positive_count": 52,</a:t>
            </a:r>
          </a:p>
          <a:p>
            <a:r>
              <a:t>            "positive_rate": 0.15615615615615616,</a:t>
            </a:r>
          </a:p>
          <a:p>
            <a:r>
              <a:t>            "precision": 0.2348993288590604,</a:t>
            </a:r>
          </a:p>
          <a:p>
            <a:r>
              <a:t>            "recall": 0.6730769230769231,</a:t>
            </a:r>
          </a:p>
          <a:p>
            <a:r>
              <a:t>            "roc_auc": 0.6143238434163701,</a:t>
            </a:r>
          </a:p>
          <a:p>
            <a:r>
              <a:t>            "row_count": 333,</a:t>
            </a:r>
          </a:p>
          <a:p>
            <a:r>
              <a:t>            "threshold": 0.27999999999999997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"IntelDAOS",</a:t>
            </a:r>
          </a:p>
          <a:p>
            <a:r>
              <a:t>        "level": 5,</a:t>
            </a:r>
          </a:p>
          <a:p>
            <a:r>
              <a:t>        "model": "NN",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"Tasks/task-summaries/validate-refactored-model-per-dataset-20260927-134055/artifacts/cluster-run/inteldaos/results/model/words_5/NN/refactored/metrics.json",</a:t>
            </a:r>
          </a:p>
          <a:p>
            <a:r>
              <a:t>        "blob_sha1": "023cfba4edfaf181c56fbad33ec968dd69fa52ec",</a:t>
            </a:r>
          </a:p>
          <a:p>
            <a:r>
              <a:t>        "sha256": "03e6cb7a8b048372a30718ded5903f35b55346130cfc9320943088775ea9a6b9",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0.6976047904191617,</a:t>
            </a:r>
          </a:p>
          <a:p>
            <a:r>
              <a:t>            "auc_prc": 0.3208883949720782,</a:t>
            </a:r>
          </a:p>
          <a:p>
            <a:r>
              <a:t>            "average_precision": 0.3320779015859781,</a:t>
            </a:r>
          </a:p>
          <a:p>
            <a:r>
              <a:t>            "balanced_accuracy": 0.6930877483443709,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211,</a:t>
            </a:r>
          </a:p>
          <a:p>
            <a:r>
              <a:t>                91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10,</a:t>
            </a:r>
          </a:p>
          <a:p>
            <a:r>
              <a:t>                22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0.30344827586206896,</a:t>
            </a:r>
          </a:p>
          <a:p>
            <a:r>
              <a:t>            "positive_count": 32,</a:t>
            </a:r>
          </a:p>
          <a:p>
            <a:r>
              <a:t>            "positive_rate": 0.09580838323353294,</a:t>
            </a:r>
          </a:p>
          <a:p>
            <a:r>
              <a:t>            "precision": 0.19469026548672566,</a:t>
            </a:r>
          </a:p>
          <a:p>
            <a:r>
              <a:t>            "recall": 0.6875,</a:t>
            </a:r>
          </a:p>
          <a:p>
            <a:r>
              <a:t>            "roc_auc": 0.7134726821192053,</a:t>
            </a:r>
          </a:p>
          <a:p>
            <a:r>
              <a:t>            "row_count": 334,</a:t>
            </a:r>
          </a:p>
          <a:p>
            <a:r>
              <a:t>            "threshold": 0.63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0.6366366366366366,</a:t>
            </a:r>
          </a:p>
          <a:p>
            <a:r>
              <a:t>            "auc_prc": 0.16079741831604244,</a:t>
            </a:r>
          </a:p>
          <a:p>
            <a:r>
              <a:t>            "average_precision": 0.1681689570128422,</a:t>
            </a:r>
          </a:p>
          <a:p>
            <a:r>
              <a:t>            "balanced_accuracy": 0.5339447029838489,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192,</a:t>
            </a:r>
          </a:p>
          <a:p>
            <a:r>
              <a:t>                89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32,</a:t>
            </a:r>
          </a:p>
          <a:p>
            <a:r>
              <a:t>                20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0.24844720496894412,</a:t>
            </a:r>
          </a:p>
          <a:p>
            <a:r>
              <a:t>            "positive_count": 52,</a:t>
            </a:r>
          </a:p>
          <a:p>
            <a:r>
              <a:t>            "positive_rate": 0.15615615615615616,</a:t>
            </a:r>
          </a:p>
          <a:p>
            <a:r>
              <a:t>            "precision": 0.1834862385321101,</a:t>
            </a:r>
          </a:p>
          <a:p>
            <a:r>
              <a:t>            "recall": 0.38461538461538464,</a:t>
            </a:r>
          </a:p>
          <a:p>
            <a:r>
              <a:t>            "roc_auc": 0.4514098001642486,</a:t>
            </a:r>
          </a:p>
          <a:p>
            <a:r>
              <a:t>            "row_count": 333,</a:t>
            </a:r>
          </a:p>
          <a:p>
            <a:r>
              <a:t>            "threshold": 0.63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0.7934131736526946,</a:t>
            </a:r>
          </a:p>
          <a:p>
            <a:r>
              <a:t>            "auc_prc": 0.27026694300575455,</a:t>
            </a:r>
          </a:p>
          <a:p>
            <a:r>
              <a:t>            "average_precision": 0.2887378003502482,</a:t>
            </a:r>
          </a:p>
          <a:p>
            <a:r>
              <a:t>            "balanced_accuracy": 0.6622516556291391,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249,</a:t>
            </a:r>
          </a:p>
          <a:p>
            <a:r>
              <a:t>                53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16,</a:t>
            </a:r>
          </a:p>
          <a:p>
            <a:r>
              <a:t>                16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0.31683168316831684,</a:t>
            </a:r>
          </a:p>
          <a:p>
            <a:r>
              <a:t>            "positive_count": 32,</a:t>
            </a:r>
          </a:p>
          <a:p>
            <a:r>
              <a:t>            "positive_rate": 0.09580838323353294,</a:t>
            </a:r>
          </a:p>
          <a:p>
            <a:r>
              <a:t>            "precision": 0.2318840579710145,</a:t>
            </a:r>
          </a:p>
          <a:p>
            <a:r>
              <a:t>            "recall": 0.5,</a:t>
            </a:r>
          </a:p>
          <a:p>
            <a:r>
              <a:t>            "roc_auc": 0.7228373344370861,</a:t>
            </a:r>
          </a:p>
          <a:p>
            <a:r>
              <a:t>            "row_count": 334,</a:t>
            </a:r>
          </a:p>
          <a:p>
            <a:r>
              <a:t>            "threshold": 0.27999999999999997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0.09580838323353294,</a:t>
            </a:r>
          </a:p>
          <a:p>
            <a:r>
              <a:t>            "auc_prc": 0.2845466757177093,</a:t>
            </a:r>
          </a:p>
          <a:p>
            <a:r>
              <a:t>            "average_precision": 0.29515032811853575,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302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32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0.17486338797814208,</a:t>
            </a:r>
          </a:p>
          <a:p>
            <a:r>
              <a:t>            "positive_count": 32,</a:t>
            </a:r>
          </a:p>
          <a:p>
            <a:r>
              <a:t>            "positive_rate": 0.09580838323353294,</a:t>
            </a:r>
          </a:p>
          <a:p>
            <a:r>
              <a:t>            "precision": 0.09580838323353294,</a:t>
            </a:r>
          </a:p>
          <a:p>
            <a:r>
              <a:t>            "recall": 1.0,</a:t>
            </a:r>
          </a:p>
          <a:p>
            <a:r>
              <a:t>            "roc_auc": 0.7195778145695364,</a:t>
            </a:r>
          </a:p>
          <a:p>
            <a:r>
              <a:t>            "row_count": 334,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0.09580838323353294,</a:t>
            </a:r>
          </a:p>
          <a:p>
            <a:r>
              <a:t>            "auc_prc": 0.06046026318588305,</a:t>
            </a:r>
          </a:p>
          <a:p>
            <a:r>
              <a:t>            "average_precision": 0.06364753768198407,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302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32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0.17486338797814208,</a:t>
            </a:r>
          </a:p>
          <a:p>
            <a:r>
              <a:t>            "positive_count": 32,</a:t>
            </a:r>
          </a:p>
          <a:p>
            <a:r>
              <a:t>            "positive_rate": 0.09580838323353294,</a:t>
            </a:r>
          </a:p>
          <a:p>
            <a:r>
              <a:t>            "precision": 0.09580838323353294,</a:t>
            </a:r>
          </a:p>
          <a:p>
            <a:r>
              <a:t>            "recall": 1.0,</a:t>
            </a:r>
          </a:p>
          <a:p>
            <a:r>
              <a:t>            "roc_auc": 0.2644867549668874,</a:t>
            </a:r>
          </a:p>
          <a:p>
            <a:r>
              <a:t>            "row_count": 334,</a:t>
            </a:r>
          </a:p>
          <a:p>
            <a:r>
              <a:t>            "threshold": 0.20999999999999996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10,</a:t>
            </a:r>
          </a:p>
          <a:p>
            <a:r>
              <a:t>      "old_validation": {</a:t>
            </a:r>
          </a:p>
          <a:p>
            <a:r>
              <a:t>        "project": "IntelDAOS",</a:t>
            </a:r>
          </a:p>
          <a:p>
            <a:r>
              <a:t>        "level": 10,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"Tasks/task-summaries/validate-refactored-model-per-dataset-20260927-134055/artifacts/cluster-run/inteldaos/results/model/words_10/XGboost/baseline/metrics.json",</a:t>
            </a:r>
          </a:p>
          <a:p>
            <a:r>
              <a:t>        "blob_sha1": "b40e70eee63bd1c9d5b50d48545b3140d74ed48a",</a:t>
            </a:r>
          </a:p>
          <a:p>
            <a:r>
              <a:t>        "sha256": "5bbcb5f787f332e00bb8949ea714f2bb4f641f93e776ceb72431c475a8d4e862",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0.6107784431137725,</a:t>
            </a:r>
          </a:p>
          <a:p>
            <a:r>
              <a:t>            "auc_prc": 0.2060907279754762,</a:t>
            </a:r>
          </a:p>
          <a:p>
            <a:r>
              <a:t>            "average_precision": 0.21563174885998476,</a:t>
            </a:r>
          </a:p>
          <a:p>
            <a:r>
              <a:t>            "balanced_accuracy": 0.6932730356133409,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181,</a:t>
            </a:r>
          </a:p>
          <a:p>
            <a:r>
              <a:t>                124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6,</a:t>
            </a:r>
          </a:p>
          <a:p>
            <a:r>
              <a:t>                23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0.2613636363636364,</a:t>
            </a:r>
          </a:p>
          <a:p>
            <a:r>
              <a:t>            "positive_count": 29,</a:t>
            </a:r>
          </a:p>
          <a:p>
            <a:r>
              <a:t>            "positive_rate": 0.08682634730538923,</a:t>
            </a:r>
          </a:p>
          <a:p>
            <a:r>
              <a:t>            "precision": 0.1564625850340136,</a:t>
            </a:r>
          </a:p>
          <a:p>
            <a:r>
              <a:t>            "recall": 0.7931034482758621,</a:t>
            </a:r>
          </a:p>
          <a:p>
            <a:r>
              <a:t>            "roc_auc": 0.7213114754098361,</a:t>
            </a:r>
          </a:p>
          <a:p>
            <a:r>
              <a:t>            "row_count": 334,</a:t>
            </a:r>
          </a:p>
          <a:p>
            <a:r>
              <a:t>            "threshold": 0.14999999999999997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0.4924924924924925,</a:t>
            </a:r>
          </a:p>
          <a:p>
            <a:r>
              <a:t>            "auc_prc": 0.1403252124030216,</a:t>
            </a:r>
          </a:p>
          <a:p>
            <a:r>
              <a:t>            "average_precision": 0.1462103006137821,</a:t>
            </a:r>
          </a:p>
          <a:p>
            <a:r>
              <a:t>            "balanced_accuracy": 0.5670103092783505,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136,</a:t>
            </a:r>
          </a:p>
          <a:p>
            <a:r>
              <a:t>                155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14,</a:t>
            </a:r>
          </a:p>
          <a:p>
            <a:r>
              <a:t>                28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0.24888888888888885,</a:t>
            </a:r>
          </a:p>
          <a:p>
            <a:r>
              <a:t>            "positive_count": 42,</a:t>
            </a:r>
          </a:p>
          <a:p>
            <a:r>
              <a:t>            "positive_rate": 0.12612612612612611,</a:t>
            </a:r>
          </a:p>
          <a:p>
            <a:r>
              <a:t>            "precision": 0.15300546448087432,</a:t>
            </a:r>
          </a:p>
          <a:p>
            <a:r>
              <a:t>            "recall": 0.6666666666666666,</a:t>
            </a:r>
          </a:p>
          <a:p>
            <a:r>
              <a:t>            "roc_auc": 0.5404189167075765,</a:t>
            </a:r>
          </a:p>
          <a:p>
            <a:r>
              <a:t>            "row_count": 333,</a:t>
            </a:r>
          </a:p>
          <a:p>
            <a:r>
              <a:t>            "threshold": 0.14999999999999997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"IntelDAOS",</a:t>
            </a:r>
          </a:p>
          <a:p>
            <a:r>
              <a:t>        "level": 10,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"Tasks/task-summaries/validate-refactored-model-per-dataset-20260927-134055/artifacts/cluster-run/inteldaos/results/model/words_10/XGboost/baseline/metrics.json",</a:t>
            </a:r>
          </a:p>
          <a:p>
            <a:r>
              <a:t>        "blob_sha1": "b40e70eee63bd1c9d5b50d48545b3140d74ed48a",</a:t>
            </a:r>
          </a:p>
          <a:p>
            <a:r>
              <a:t>        "sha256": "5bbcb5f787f332e00bb8949ea714f2bb4f641f93e776ceb72431c475a8d4e862",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0.6107784431137725,</a:t>
            </a:r>
          </a:p>
          <a:p>
            <a:r>
              <a:t>            "auc_prc": 0.2060907279754762,</a:t>
            </a:r>
          </a:p>
          <a:p>
            <a:r>
              <a:t>            "average_precision": 0.21563174885998476,</a:t>
            </a:r>
          </a:p>
          <a:p>
            <a:r>
              <a:t>            "balanced_accuracy": 0.6932730356133409,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181,</a:t>
            </a:r>
          </a:p>
          <a:p>
            <a:r>
              <a:t>                124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6,</a:t>
            </a:r>
          </a:p>
          <a:p>
            <a:r>
              <a:t>                23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0.2613636363636364,</a:t>
            </a:r>
          </a:p>
          <a:p>
            <a:r>
              <a:t>            "positive_count": 29,</a:t>
            </a:r>
          </a:p>
          <a:p>
            <a:r>
              <a:t>            "positive_rate": 0.08682634730538923,</a:t>
            </a:r>
          </a:p>
          <a:p>
            <a:r>
              <a:t>            "precision": 0.1564625850340136,</a:t>
            </a:r>
          </a:p>
          <a:p>
            <a:r>
              <a:t>            "recall": 0.7931034482758621,</a:t>
            </a:r>
          </a:p>
          <a:p>
            <a:r>
              <a:t>            "roc_auc": 0.7213114754098361,</a:t>
            </a:r>
          </a:p>
          <a:p>
            <a:r>
              <a:t>            "row_count": 334,</a:t>
            </a:r>
          </a:p>
          <a:p>
            <a:r>
              <a:t>            "threshold": 0.14999999999999997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0.4924924924924925,</a:t>
            </a:r>
          </a:p>
          <a:p>
            <a:r>
              <a:t>            "auc_prc": 0.1403252124030216,</a:t>
            </a:r>
          </a:p>
          <a:p>
            <a:r>
              <a:t>            "average_precision": 0.1462103006137821,</a:t>
            </a:r>
          </a:p>
          <a:p>
            <a:r>
              <a:t>            "balanced_accuracy": 0.5670103092783505,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136,</a:t>
            </a:r>
          </a:p>
          <a:p>
            <a:r>
              <a:t>                155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14,</a:t>
            </a:r>
          </a:p>
          <a:p>
            <a:r>
              <a:t>                28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0.24888888888888885,</a:t>
            </a:r>
          </a:p>
          <a:p>
            <a:r>
              <a:t>            "positive_count": 42,</a:t>
            </a:r>
          </a:p>
          <a:p>
            <a:r>
              <a:t>            "positive_rate": 0.12612612612612611,</a:t>
            </a:r>
          </a:p>
          <a:p>
            <a:r>
              <a:t>            "precision": 0.15300546448087432,</a:t>
            </a:r>
          </a:p>
          <a:p>
            <a:r>
              <a:t>            "recall": 0.6666666666666666,</a:t>
            </a:r>
          </a:p>
          <a:p>
            <a:r>
              <a:t>            "roc_auc": 0.5404189167075765,</a:t>
            </a:r>
          </a:p>
          <a:p>
            <a:r>
              <a:t>            "row_count": 333,</a:t>
            </a:r>
          </a:p>
          <a:p>
            <a:r>
              <a:t>            "threshold": 0.14999999999999997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0.6796407185628742,</a:t>
            </a:r>
          </a:p>
          <a:p>
            <a:r>
              <a:t>            "auc_prc": 0.09708720606675181,</a:t>
            </a:r>
          </a:p>
          <a:p>
            <a:r>
              <a:t>            "average_precision": 0.10328342338207525,</a:t>
            </a:r>
          </a:p>
          <a:p>
            <a:r>
              <a:t>            "balanced_accuracy": 0.5281514980214811,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217,</a:t>
            </a:r>
          </a:p>
          <a:p>
            <a:r>
              <a:t>                88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19,</a:t>
            </a:r>
          </a:p>
          <a:p>
            <a:r>
              <a:t>                10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0.15748031496062995,</a:t>
            </a:r>
          </a:p>
          <a:p>
            <a:r>
              <a:t>            "positive_count": 29,</a:t>
            </a:r>
          </a:p>
          <a:p>
            <a:r>
              <a:t>            "positive_rate": 0.08682634730538923,</a:t>
            </a:r>
          </a:p>
          <a:p>
            <a:r>
              <a:t>            "precision": 0.10204081632653061,</a:t>
            </a:r>
          </a:p>
          <a:p>
            <a:r>
              <a:t>            "recall": 0.3448275862068966,</a:t>
            </a:r>
          </a:p>
          <a:p>
            <a:r>
              <a:t>            "roc_auc": 0.5700395703787451,</a:t>
            </a:r>
          </a:p>
          <a:p>
            <a:r>
              <a:t>            "row_count": 334,</a:t>
            </a:r>
          </a:p>
          <a:p>
            <a:r>
              <a:t>            "threshold": 0.5199999999999999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0.6976047904191617,</a:t>
            </a:r>
          </a:p>
          <a:p>
            <a:r>
              <a:t>            "auc_prc": 0.17412466406904953,</a:t>
            </a:r>
          </a:p>
          <a:p>
            <a:r>
              <a:t>            "average_precision": 0.18792580520733687,</a:t>
            </a:r>
          </a:p>
          <a:p>
            <a:r>
              <a:t>            "balanced_accuracy": 0.5847936687394009,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220,</a:t>
            </a:r>
          </a:p>
          <a:p>
            <a:r>
              <a:t>                85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16,</a:t>
            </a:r>
          </a:p>
          <a:p>
            <a:r>
              <a:t>                13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0.2047244094488189,</a:t>
            </a:r>
          </a:p>
          <a:p>
            <a:r>
              <a:t>            "positive_count": 29,</a:t>
            </a:r>
          </a:p>
          <a:p>
            <a:r>
              <a:t>            "positive_rate": 0.08682634730538923,</a:t>
            </a:r>
          </a:p>
          <a:p>
            <a:r>
              <a:t>            "precision": 0.1326530612244898,</a:t>
            </a:r>
          </a:p>
          <a:p>
            <a:r>
              <a:t>            "recall": 0.4482758620689655,</a:t>
            </a:r>
          </a:p>
          <a:p>
            <a:r>
              <a:t>            "roc_auc": 0.6088185415488977,</a:t>
            </a:r>
          </a:p>
          <a:p>
            <a:r>
              <a:t>            "row_count": 334,</a:t>
            </a:r>
          </a:p>
          <a:p>
            <a:r>
              <a:t>            "threshold": 0.62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0.08982035928143713,</a:t>
            </a:r>
          </a:p>
          <a:p>
            <a:r>
              <a:t>            "auc_prc": 0.05647724970966195,</a:t>
            </a:r>
          </a:p>
          <a:p>
            <a:r>
              <a:t>            "average_precision": 0.059790604105071886,</a:t>
            </a:r>
          </a:p>
          <a:p>
            <a:r>
              <a:t>            "balanced_accuracy": 0.5016393442622951,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1,</a:t>
            </a:r>
          </a:p>
          <a:p>
            <a:r>
              <a:t>                304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29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0.16022099447513813,</a:t>
            </a:r>
          </a:p>
          <a:p>
            <a:r>
              <a:t>            "positive_count": 29,</a:t>
            </a:r>
          </a:p>
          <a:p>
            <a:r>
              <a:t>            "positive_rate": 0.08682634730538923,</a:t>
            </a:r>
          </a:p>
          <a:p>
            <a:r>
              <a:t>            "precision": 0.08708708708708708,</a:t>
            </a:r>
          </a:p>
          <a:p>
            <a:r>
              <a:t>            "recall": 1.0,</a:t>
            </a:r>
          </a:p>
          <a:p>
            <a:r>
              <a:t>            "roc_auc": 0.2896551724137931,</a:t>
            </a:r>
          </a:p>
          <a:p>
            <a:r>
              <a:t>            "row_count": 334,</a:t>
            </a:r>
          </a:p>
          <a:p>
            <a:r>
              <a:t>            "threshold": 0.25999999999999995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15,</a:t>
            </a:r>
          </a:p>
          <a:p>
            <a:r>
              <a:t>      "old_validation": {</a:t>
            </a:r>
          </a:p>
          <a:p>
            <a:r>
              <a:t>        "project": "IntelDAOS",</a:t>
            </a:r>
          </a:p>
          <a:p>
            <a:r>
              <a:t>        "level": 15,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"Tasks/task-summaries/validate-refactored-model-per-dataset-20260927-134055/artifacts/cluster-run/inteldaos/results/model/words_15/XGboost/baseline/metrics.json",</a:t>
            </a:r>
          </a:p>
          <a:p>
            <a:r>
              <a:t>        "blob_sha1": "c56083fe2e7906e338034091749b3a09d7bdf849",</a:t>
            </a:r>
          </a:p>
          <a:p>
            <a:r>
              <a:t>        "sha256": "bebb01039ce4f6c6cae8d58dc7082e4a63ac6c4209e0a3f6b056b17f68c04901",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0.8323353293413174,</a:t>
            </a:r>
          </a:p>
          <a:p>
            <a:r>
              <a:t>            "auc_prc": 0.24364200589496596,</a:t>
            </a:r>
          </a:p>
          <a:p>
            <a:r>
              <a:t>            "average_precision": 0.2524883734368554,</a:t>
            </a:r>
          </a:p>
          <a:p>
            <a:r>
              <a:t>            "balanced_accuracy": 0.6021505376344086,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270,</a:t>
            </a:r>
          </a:p>
          <a:p>
            <a:r>
              <a:t>                40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16,</a:t>
            </a:r>
          </a:p>
          <a:p>
            <a:r>
              <a:t>                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0.2222222222222222,</a:t>
            </a:r>
          </a:p>
          <a:p>
            <a:r>
              <a:t>            "positive_count": 24,</a:t>
            </a:r>
          </a:p>
          <a:p>
            <a:r>
              <a:t>            "positive_rate": 0.0718562874251497,</a:t>
            </a:r>
          </a:p>
          <a:p>
            <a:r>
              <a:t>            "precision": 0.16666666666666666,</a:t>
            </a:r>
          </a:p>
          <a:p>
            <a:r>
              <a:t>            "recall": 0.3333333333333333,</a:t>
            </a:r>
          </a:p>
          <a:p>
            <a:r>
              <a:t>            "roc_auc": 0.690994623655914,</a:t>
            </a:r>
          </a:p>
          <a:p>
            <a:r>
              <a:t>            "row_count": 334,</a:t>
            </a:r>
          </a:p>
          <a:p>
            <a:r>
              <a:t>            "threshold": 0.7499999999999999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0.7837837837837838,</a:t>
            </a:r>
          </a:p>
          <a:p>
            <a:r>
              <a:t>            "auc_prc": 0.11896043542941717,</a:t>
            </a:r>
          </a:p>
          <a:p>
            <a:r>
              <a:t>            "average_precision": 0.12507237987658784,</a:t>
            </a:r>
          </a:p>
          <a:p>
            <a:r>
              <a:t>            "balanced_accuracy": 0.5570026761819804,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251,</a:t>
            </a:r>
          </a:p>
          <a:p>
            <a:r>
              <a:t>                44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28,</a:t>
            </a:r>
          </a:p>
          <a:p>
            <a:r>
              <a:t>                10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0.21739130434782608,</a:t>
            </a:r>
          </a:p>
          <a:p>
            <a:r>
              <a:t>            "positive_count": 38,</a:t>
            </a:r>
          </a:p>
          <a:p>
            <a:r>
              <a:t>            "positive_rate": 0.11411411411411411,</a:t>
            </a:r>
          </a:p>
          <a:p>
            <a:r>
              <a:t>            "precision": 0.18518518518518517,</a:t>
            </a:r>
          </a:p>
          <a:p>
            <a:r>
              <a:t>            "recall": 0.2631578947368421,</a:t>
            </a:r>
          </a:p>
          <a:p>
            <a:r>
              <a:t>            "roc_auc": 0.4840321141837645,</a:t>
            </a:r>
          </a:p>
          <a:p>
            <a:r>
              <a:t>            "row_count": 333,</a:t>
            </a:r>
          </a:p>
          <a:p>
            <a:r>
              <a:t>            "threshold": 0.7499999999999999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"IntelDAOS",</a:t>
            </a:r>
          </a:p>
          <a:p>
            <a:r>
              <a:t>        "level": 15,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"Tasks/task-summaries/validate-refactored-model-per-dataset-20260927-134055/artifacts/cluster-run/inteldaos/results/model/words_15/XGboost/baseline/metrics.json",</a:t>
            </a:r>
          </a:p>
          <a:p>
            <a:r>
              <a:t>        "blob_sha1": "c56083fe2e7906e338034091749b3a09d7bdf849",</a:t>
            </a:r>
          </a:p>
          <a:p>
            <a:r>
              <a:t>        "sha256": "bebb01039ce4f6c6cae8d58dc7082e4a63ac6c4209e0a3f6b056b17f68c04901",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0.8323353293413174,</a:t>
            </a:r>
          </a:p>
          <a:p>
            <a:r>
              <a:t>            "auc_prc": 0.24364200589496596,</a:t>
            </a:r>
          </a:p>
          <a:p>
            <a:r>
              <a:t>            "average_precision": 0.2524883734368554,</a:t>
            </a:r>
          </a:p>
          <a:p>
            <a:r>
              <a:t>            "balanced_accuracy": 0.6021505376344086,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270,</a:t>
            </a:r>
          </a:p>
          <a:p>
            <a:r>
              <a:t>                40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16,</a:t>
            </a:r>
          </a:p>
          <a:p>
            <a:r>
              <a:t>                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0.2222222222222222,</a:t>
            </a:r>
          </a:p>
          <a:p>
            <a:r>
              <a:t>            "positive_count": 24,</a:t>
            </a:r>
          </a:p>
          <a:p>
            <a:r>
              <a:t>            "positive_rate": 0.0718562874251497,</a:t>
            </a:r>
          </a:p>
          <a:p>
            <a:r>
              <a:t>            "precision": 0.16666666666666666,</a:t>
            </a:r>
          </a:p>
          <a:p>
            <a:r>
              <a:t>            "recall": 0.3333333333333333,</a:t>
            </a:r>
          </a:p>
          <a:p>
            <a:r>
              <a:t>            "roc_auc": 0.690994623655914,</a:t>
            </a:r>
          </a:p>
          <a:p>
            <a:r>
              <a:t>            "row_count": 334,</a:t>
            </a:r>
          </a:p>
          <a:p>
            <a:r>
              <a:t>            "threshold": 0.7499999999999999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0.7837837837837838,</a:t>
            </a:r>
          </a:p>
          <a:p>
            <a:r>
              <a:t>            "auc_prc": 0.11896043542941717,</a:t>
            </a:r>
          </a:p>
          <a:p>
            <a:r>
              <a:t>            "average_precision": 0.12507237987658784,</a:t>
            </a:r>
          </a:p>
          <a:p>
            <a:r>
              <a:t>            "balanced_accuracy": 0.5570026761819804,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251,</a:t>
            </a:r>
          </a:p>
          <a:p>
            <a:r>
              <a:t>                44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28,</a:t>
            </a:r>
          </a:p>
          <a:p>
            <a:r>
              <a:t>                10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0.21739130434782608,</a:t>
            </a:r>
          </a:p>
          <a:p>
            <a:r>
              <a:t>            "positive_count": 38,</a:t>
            </a:r>
          </a:p>
          <a:p>
            <a:r>
              <a:t>            "positive_rate": 0.11411411411411411,</a:t>
            </a:r>
          </a:p>
          <a:p>
            <a:r>
              <a:t>            "precision": 0.18518518518518517,</a:t>
            </a:r>
          </a:p>
          <a:p>
            <a:r>
              <a:t>            "recall": 0.2631578947368421,</a:t>
            </a:r>
          </a:p>
          <a:p>
            <a:r>
              <a:t>            "roc_auc": 0.4840321141837645,</a:t>
            </a:r>
          </a:p>
          <a:p>
            <a:r>
              <a:t>            "row_count": 333,</a:t>
            </a:r>
          </a:p>
          <a:p>
            <a:r>
              <a:t>            "threshold": 0.7499999999999999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0.7904191616766467,</a:t>
            </a:r>
          </a:p>
          <a:p>
            <a:r>
              <a:t>            "auc_prc": 0.08825267951039667,</a:t>
            </a:r>
          </a:p>
          <a:p>
            <a:r>
              <a:t>            "average_precision": 0.09522466895436131,</a:t>
            </a:r>
          </a:p>
          <a:p>
            <a:r>
              <a:t>            "balanced_accuracy": 0.5219086021505376,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259,</a:t>
            </a:r>
          </a:p>
          <a:p>
            <a:r>
              <a:t>                51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19,</a:t>
            </a:r>
          </a:p>
          <a:p>
            <a:r>
              <a:t>                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0.125,</a:t>
            </a:r>
          </a:p>
          <a:p>
            <a:r>
              <a:t>            "positive_count": 24,</a:t>
            </a:r>
          </a:p>
          <a:p>
            <a:r>
              <a:t>            "positive_rate": 0.0718562874251497,</a:t>
            </a:r>
          </a:p>
          <a:p>
            <a:r>
              <a:t>            "precision": 0.08928571428571429,</a:t>
            </a:r>
          </a:p>
          <a:p>
            <a:r>
              <a:t>            "recall": 0.20833333333333334,</a:t>
            </a:r>
          </a:p>
          <a:p>
            <a:r>
              <a:t>            "roc_auc": 0.5790322580645161,</a:t>
            </a:r>
          </a:p>
          <a:p>
            <a:r>
              <a:t>            "row_count": 334,</a:t>
            </a:r>
          </a:p>
          <a:p>
            <a:r>
              <a:t>            "threshold": 0.62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0.47604790419161674,</a:t>
            </a:r>
          </a:p>
          <a:p>
            <a:r>
              <a:t>            "auc_prc": 0.24085473423536816,</a:t>
            </a:r>
          </a:p>
          <a:p>
            <a:r>
              <a:t>            "average_precision": 0.2535460629929718,</a:t>
            </a:r>
          </a:p>
          <a:p>
            <a:r>
              <a:t>            "balanced_accuracy": 0.6216397849462365,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140,</a:t>
            </a:r>
          </a:p>
          <a:p>
            <a:r>
              <a:t>                170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5,</a:t>
            </a:r>
          </a:p>
          <a:p>
            <a:r>
              <a:t>                19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0.17840375586854457,</a:t>
            </a:r>
          </a:p>
          <a:p>
            <a:r>
              <a:t>            "positive_count": 24,</a:t>
            </a:r>
          </a:p>
          <a:p>
            <a:r>
              <a:t>            "positive_rate": 0.0718562874251497,</a:t>
            </a:r>
          </a:p>
          <a:p>
            <a:r>
              <a:t>            "precision": 0.10052910052910052,</a:t>
            </a:r>
          </a:p>
          <a:p>
            <a:r>
              <a:t>            "recall": 0.7916666666666666,</a:t>
            </a:r>
          </a:p>
          <a:p>
            <a:r>
              <a:t>            "roc_auc": 0.7353494623655914,</a:t>
            </a:r>
          </a:p>
          <a:p>
            <a:r>
              <a:t>            "row_count": 334,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0.0748502994011976,</a:t>
            </a:r>
          </a:p>
          <a:p>
            <a:r>
              <a:t>            "auc_prc": 0.04391688228312646,</a:t>
            </a:r>
          </a:p>
          <a:p>
            <a:r>
              <a:t>            "average_precision": 0.04621492548233585,</a:t>
            </a:r>
          </a:p>
          <a:p>
            <a:r>
              <a:t>            "balanced_accuracy": 0.5016129032258064,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1,</a:t>
            </a:r>
          </a:p>
          <a:p>
            <a:r>
              <a:t>                309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24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0.13445378151260504,</a:t>
            </a:r>
          </a:p>
          <a:p>
            <a:r>
              <a:t>            "positive_count": 24,</a:t>
            </a:r>
          </a:p>
          <a:p>
            <a:r>
              <a:t>            "positive_rate": 0.0718562874251497,</a:t>
            </a:r>
          </a:p>
          <a:p>
            <a:r>
              <a:t>            "precision": 0.07207207207207207,</a:t>
            </a:r>
          </a:p>
          <a:p>
            <a:r>
              <a:t>            "recall": 1.0,</a:t>
            </a:r>
          </a:p>
          <a:p>
            <a:r>
              <a:t>            "roc_auc": 0.24744623655913978,</a:t>
            </a:r>
          </a:p>
          <a:p>
            <a:r>
              <a:t>            "row_count": 334,</a:t>
            </a:r>
          </a:p>
          <a:p>
            <a:r>
              <a:t>            "threshold": 0.3499999999999999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20,</a:t>
            </a:r>
          </a:p>
          <a:p>
            <a:r>
              <a:t>      "old_validation": {</a:t>
            </a:r>
          </a:p>
          <a:p>
            <a:r>
              <a:t>        "project": "IntelDAOS",</a:t>
            </a:r>
          </a:p>
          <a:p>
            <a:r>
              <a:t>        "level": 20,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"Tasks/task-summaries/validate-refactored-model-per-dataset-20260927-134055/artifacts/cluster-run/inteldaos/results/model/words_20/RF/baseline/metrics.json",</a:t>
            </a:r>
          </a:p>
          <a:p>
            <a:r>
              <a:t>        "blob_sha1": "7582dc95b7edd1c0b183e5cbdb1320d8b5499391",</a:t>
            </a:r>
          </a:p>
          <a:p>
            <a:r>
              <a:t>        "sha256": "708ba44db3835b32f740003820c69ee9e9255502c7af7095e164ded2eb40ed0e",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0.8293413173652695,</a:t>
            </a:r>
          </a:p>
          <a:p>
            <a:r>
              <a:t>            "auc_prc": 0.10267715858007523,</a:t>
            </a:r>
          </a:p>
          <a:p>
            <a:r>
              <a:t>            "average_precision": 0.12024835361654783,</a:t>
            </a:r>
          </a:p>
          <a:p>
            <a:r>
              <a:t>            "balanced_accuracy": 0.5284090909090909,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273,</a:t>
            </a:r>
          </a:p>
          <a:p>
            <a:r>
              <a:t>                39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18,</a:t>
            </a:r>
          </a:p>
          <a:p>
            <a:r>
              <a:t>                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0.12307692307692308,</a:t>
            </a:r>
          </a:p>
          <a:p>
            <a:r>
              <a:t>            "positive_count": 22,</a:t>
            </a:r>
          </a:p>
          <a:p>
            <a:r>
              <a:t>            "positive_rate": 0.0658682634730539,</a:t>
            </a:r>
          </a:p>
          <a:p>
            <a:r>
              <a:t>            "precision": 0.09302325581395349,</a:t>
            </a:r>
          </a:p>
          <a:p>
            <a:r>
              <a:t>            "recall": 0.18181818181818182,</a:t>
            </a:r>
          </a:p>
          <a:p>
            <a:r>
              <a:t>            "roc_auc": 0.6401515151515151,</a:t>
            </a:r>
          </a:p>
          <a:p>
            <a:r>
              <a:t>            "row_count": 334,</a:t>
            </a:r>
          </a:p>
          <a:p>
            <a:r>
              <a:t>            "threshold": 0.24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0.8168168168168168,</a:t>
            </a:r>
          </a:p>
          <a:p>
            <a:r>
              <a:t>            "auc_prc": 0.10197530076979065,</a:t>
            </a:r>
          </a:p>
          <a:p>
            <a:r>
              <a:t>            "average_precision": 0.10992895053578891,</a:t>
            </a:r>
          </a:p>
          <a:p>
            <a:r>
              <a:t>            "balanced_accuracy": 0.553960396039604,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265,</a:t>
            </a:r>
          </a:p>
          <a:p>
            <a:r>
              <a:t>                38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23,</a:t>
            </a:r>
          </a:p>
          <a:p>
            <a:r>
              <a:t>                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0.18666666666666668,</a:t>
            </a:r>
          </a:p>
          <a:p>
            <a:r>
              <a:t>            "positive_count": 30,</a:t>
            </a:r>
          </a:p>
          <a:p>
            <a:r>
              <a:t>            "positive_rate": 0.09009009009009009,</a:t>
            </a:r>
          </a:p>
          <a:p>
            <a:r>
              <a:t>            "precision": 0.15555555555555556,</a:t>
            </a:r>
          </a:p>
          <a:p>
            <a:r>
              <a:t>            "recall": 0.23333333333333334,</a:t>
            </a:r>
          </a:p>
          <a:p>
            <a:r>
              <a:t>            "roc_auc": 0.5012651265126513,</a:t>
            </a:r>
          </a:p>
          <a:p>
            <a:r>
              <a:t>            "row_count": 333,</a:t>
            </a:r>
          </a:p>
          <a:p>
            <a:r>
              <a:t>            "threshold": 0.24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"IntelDAOS",</a:t>
            </a:r>
          </a:p>
          <a:p>
            <a:r>
              <a:t>        "level": 20,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"Tasks/task-summaries/validate-refactored-model-per-dataset-20260927-134055/artifacts/cluster-run/inteldaos/results/model/words_20/XGboost/baseline/metrics.json",</a:t>
            </a:r>
          </a:p>
          <a:p>
            <a:r>
              <a:t>        "blob_sha1": "2e6688a70789554aab9930c43ed91fb8c7bab70a",</a:t>
            </a:r>
          </a:p>
          <a:p>
            <a:r>
              <a:t>        "sha256": "781dd67aa8af284c907c312ca170c80a913386ef194153ef53e729d22d74c3f9",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0.39221556886227543,</a:t>
            </a:r>
          </a:p>
          <a:p>
            <a:r>
              <a:t>            "auc_prc": 0.14383687240703827,</a:t>
            </a:r>
          </a:p>
          <a:p>
            <a:r>
              <a:t>            "average_precision": 0.16674232970151925,</a:t>
            </a:r>
          </a:p>
          <a:p>
            <a:r>
              <a:t>            "balanced_accuracy": 0.5479312354312355,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115,</a:t>
            </a:r>
          </a:p>
          <a:p>
            <a:r>
              <a:t>                197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6,</a:t>
            </a:r>
          </a:p>
          <a:p>
            <a:r>
              <a:t>                16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0.13617021276595745,</a:t>
            </a:r>
          </a:p>
          <a:p>
            <a:r>
              <a:t>            "positive_count": 22,</a:t>
            </a:r>
          </a:p>
          <a:p>
            <a:r>
              <a:t>            "positive_rate": 0.0658682634730539,</a:t>
            </a:r>
          </a:p>
          <a:p>
            <a:r>
              <a:t>            "precision": 0.07511737089201878,</a:t>
            </a:r>
          </a:p>
          <a:p>
            <a:r>
              <a:t>            "recall": 0.7272727272727273,</a:t>
            </a:r>
          </a:p>
          <a:p>
            <a:r>
              <a:t>            "roc_auc": 0.664918414918415,</a:t>
            </a:r>
          </a:p>
          <a:p>
            <a:r>
              <a:t>            "row_count": 334,</a:t>
            </a:r>
          </a:p>
          <a:p>
            <a:r>
              <a:t>            "threshold": 0.06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0.42342342342342343,</a:t>
            </a:r>
          </a:p>
          <a:p>
            <a:r>
              <a:t>            "auc_prc": 0.09684563339193936,</a:t>
            </a:r>
          </a:p>
          <a:p>
            <a:r>
              <a:t>            "average_precision": 0.10643066633232517,</a:t>
            </a:r>
          </a:p>
          <a:p>
            <a:r>
              <a:t>            "balanced_accuracy": 0.517986798679868,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122,</a:t>
            </a:r>
          </a:p>
          <a:p>
            <a:r>
              <a:t>                181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11,</a:t>
            </a:r>
          </a:p>
          <a:p>
            <a:r>
              <a:t>                19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0.16521739130434784,</a:t>
            </a:r>
          </a:p>
          <a:p>
            <a:r>
              <a:t>            "positive_count": 30,</a:t>
            </a:r>
          </a:p>
          <a:p>
            <a:r>
              <a:t>            "positive_rate": 0.09009009009009009,</a:t>
            </a:r>
          </a:p>
          <a:p>
            <a:r>
              <a:t>            "precision": 0.095,</a:t>
            </a:r>
          </a:p>
          <a:p>
            <a:r>
              <a:t>            "recall": 0.6333333333333333,</a:t>
            </a:r>
          </a:p>
          <a:p>
            <a:r>
              <a:t>            "roc_auc": 0.49587458745874585,</a:t>
            </a:r>
          </a:p>
          <a:p>
            <a:r>
              <a:t>            "row_count": 333,</a:t>
            </a:r>
          </a:p>
          <a:p>
            <a:r>
              <a:t>            "threshold": 0.06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0.9341317365269461,</a:t>
            </a:r>
          </a:p>
          <a:p>
            <a:r>
              <a:t>            "auc_prc": 0.11494928997175463,</a:t>
            </a:r>
          </a:p>
          <a:p>
            <a:r>
              <a:t>            "average_precision": 0.12334783891373455,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312,</a:t>
            </a:r>
          </a:p>
          <a:p>
            <a:r>
              <a:t>                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22,</a:t>
            </a:r>
          </a:p>
          <a:p>
            <a:r>
              <a:t>                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0.0,</a:t>
            </a:r>
          </a:p>
          <a:p>
            <a:r>
              <a:t>            "positive_count": 22,</a:t>
            </a:r>
          </a:p>
          <a:p>
            <a:r>
              <a:t>            "positive_rate": 0.0658682634730539,</a:t>
            </a:r>
          </a:p>
          <a:p>
            <a:r>
              <a:t>            "precision": 0.0,</a:t>
            </a:r>
          </a:p>
          <a:p>
            <a:r>
              <a:t>            "recall": 0.0,</a:t>
            </a:r>
          </a:p>
          <a:p>
            <a:r>
              <a:t>            "roc_auc": 0.6968240093240093,</a:t>
            </a:r>
          </a:p>
          <a:p>
            <a:r>
              <a:t>            "row_count": 334,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0.8473053892215568,</a:t>
            </a:r>
          </a:p>
          <a:p>
            <a:r>
              <a:t>            "auc_prc": 0.09170655130308569,</a:t>
            </a:r>
          </a:p>
          <a:p>
            <a:r>
              <a:t>            "average_precision": 0.10029835145415074,</a:t>
            </a:r>
          </a:p>
          <a:p>
            <a:r>
              <a:t>            "balanced_accuracy": 0.5380244755244755,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279,</a:t>
            </a:r>
          </a:p>
          <a:p>
            <a:r>
              <a:t>                33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18,</a:t>
            </a:r>
          </a:p>
          <a:p>
            <a:r>
              <a:t>                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0.13559322033898308,</a:t>
            </a:r>
          </a:p>
          <a:p>
            <a:r>
              <a:t>            "positive_count": 22,</a:t>
            </a:r>
          </a:p>
          <a:p>
            <a:r>
              <a:t>            "positive_rate": 0.0658682634730539,</a:t>
            </a:r>
          </a:p>
          <a:p>
            <a:r>
              <a:t>            "precision": 0.10810810810810811,</a:t>
            </a:r>
          </a:p>
          <a:p>
            <a:r>
              <a:t>            "recall": 0.18181818181818182,</a:t>
            </a:r>
          </a:p>
          <a:p>
            <a:r>
              <a:t>            "roc_auc": 0.6212121212121212,</a:t>
            </a:r>
          </a:p>
          <a:p>
            <a:r>
              <a:t>            "row_count": 334,</a:t>
            </a:r>
          </a:p>
          <a:p>
            <a:r>
              <a:t>            "threshold": 0.6599999999999999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0.0688622754491018,</a:t>
            </a:r>
          </a:p>
          <a:p>
            <a:r>
              <a:t>            "auc_prc": 0.038876296826924256,</a:t>
            </a:r>
          </a:p>
          <a:p>
            <a:r>
              <a:t>            "average_precision": 0.040892791478311374,</a:t>
            </a:r>
          </a:p>
          <a:p>
            <a:r>
              <a:t>            "balanced_accuracy": 0.5016025641025641,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1,</a:t>
            </a:r>
          </a:p>
          <a:p>
            <a:r>
              <a:t>                311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22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0.12394366197183097,</a:t>
            </a:r>
          </a:p>
          <a:p>
            <a:r>
              <a:t>            "positive_count": 22,</a:t>
            </a:r>
          </a:p>
          <a:p>
            <a:r>
              <a:t>            "positive_rate": 0.0658682634730539,</a:t>
            </a:r>
          </a:p>
          <a:p>
            <a:r>
              <a:t>            "precision": 0.06606606606606606,</a:t>
            </a:r>
          </a:p>
          <a:p>
            <a:r>
              <a:t>            "recall": 1.0,</a:t>
            </a:r>
          </a:p>
          <a:p>
            <a:r>
              <a:t>            "roc_auc": 0.20964452214452214,</a:t>
            </a:r>
          </a:p>
          <a:p>
            <a:r>
              <a:t>            "row_count": 334,</a:t>
            </a:r>
          </a:p>
          <a:p>
            <a:r>
              <a:t>            "threshold": 0.3499999999999999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5,</a:t>
            </a:r>
          </a:p>
          <a:p>
            <a:r>
              <a:t>      "old_validation": {</a:t>
            </a:r>
          </a:p>
          <a:p>
            <a:r>
              <a:t>        "project": "Jira",</a:t>
            </a:r>
          </a:p>
          <a:p>
            <a:r>
              <a:t>        "level": 5,</a:t>
            </a:r>
          </a:p>
          <a:p>
            <a:r>
              <a:t>        "model": "XGboost",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"Tasks/task-summaries/validate-refactored-model-per-dataset-20260927-134055/artifacts/cluster-run/jira/results/model/words_5/XGboost/refactored/metrics.json",</a:t>
            </a:r>
          </a:p>
          <a:p>
            <a:r>
              <a:t>        "blob_sha1": "45a2517b7d093936ffc7a76f5f084e09f270d15d",</a:t>
            </a:r>
          </a:p>
          <a:p>
            <a:r>
              <a:t>        "sha256": "be6e8b351aa23f3112f21b0224f454702a670caa6f5c36857c344665a2d69f29",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0.6613924050632911,</a:t>
            </a:r>
          </a:p>
          <a:p>
            <a:r>
              <a:t>            "auc_prc": 0.5753418831841499,</a:t>
            </a:r>
          </a:p>
          <a:p>
            <a:r>
              <a:t>            "average_precision": 0.5790822636139572,</a:t>
            </a:r>
          </a:p>
          <a:p>
            <a:r>
              <a:t>            "balanced_accuracy": 0.657252215954875,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88,</a:t>
            </a:r>
          </a:p>
          <a:p>
            <a:r>
              <a:t>                58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49,</a:t>
            </a:r>
          </a:p>
          <a:p>
            <a:r>
              <a:t>                121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0.6934097421203439,</a:t>
            </a:r>
          </a:p>
          <a:p>
            <a:r>
              <a:t>            "positive_count": 170,</a:t>
            </a:r>
          </a:p>
          <a:p>
            <a:r>
              <a:t>            "positive_rate": 0.5379746835443038,</a:t>
            </a:r>
          </a:p>
          <a:p>
            <a:r>
              <a:t>            "precision": 0.6759776536312849,</a:t>
            </a:r>
          </a:p>
          <a:p>
            <a:r>
              <a:t>            "recall": 0.711764705882353,</a:t>
            </a:r>
          </a:p>
          <a:p>
            <a:r>
              <a:t>            "roc_auc": 0.6402095084609186,</a:t>
            </a:r>
          </a:p>
          <a:p>
            <a:r>
              <a:t>            "row_count": 316,</a:t>
            </a:r>
          </a:p>
          <a:p>
            <a:r>
              <a:t>            "threshold": 0.3499999999999999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0.8471337579617835,</a:t>
            </a:r>
          </a:p>
          <a:p>
            <a:r>
              <a:t>            "auc_prc": 0.9235899542066995,</a:t>
            </a:r>
          </a:p>
          <a:p>
            <a:r>
              <a:t>            "average_precision": 0.9237801540784717,</a:t>
            </a:r>
          </a:p>
          <a:p>
            <a:r>
              <a:t>            "balanced_accuracy": 0.8469561688311689,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137,</a:t>
            </a:r>
          </a:p>
          <a:p>
            <a:r>
              <a:t>                23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25,</a:t>
            </a:r>
          </a:p>
          <a:p>
            <a:r>
              <a:t>                129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0.8431372549019608,</a:t>
            </a:r>
          </a:p>
          <a:p>
            <a:r>
              <a:t>            "positive_count": 154,</a:t>
            </a:r>
          </a:p>
          <a:p>
            <a:r>
              <a:t>            "positive_rate": 0.49044585987261147,</a:t>
            </a:r>
          </a:p>
          <a:p>
            <a:r>
              <a:t>            "precision": 0.8486842105263158,</a:t>
            </a:r>
          </a:p>
          <a:p>
            <a:r>
              <a:t>            "recall": 0.8376623376623377,</a:t>
            </a:r>
          </a:p>
          <a:p>
            <a:r>
              <a:t>            "roc_auc": 0.907224025974026,</a:t>
            </a:r>
          </a:p>
          <a:p>
            <a:r>
              <a:t>            "row_count": 314,</a:t>
            </a:r>
          </a:p>
          <a:p>
            <a:r>
              <a:t>            "threshold": 0.3499999999999999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"Jira",</a:t>
            </a:r>
          </a:p>
          <a:p>
            <a:r>
              <a:t>        "level": 5,</a:t>
            </a:r>
          </a:p>
          <a:p>
            <a:r>
              <a:t>        "model": "NN",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"Tasks/task-summaries/validate-refactored-model-per-dataset-20260927-134055/artifacts/cluster-run/jira/results/model/words_5/NN/refactored/metrics.json",</a:t>
            </a:r>
          </a:p>
          <a:p>
            <a:r>
              <a:t>        "blob_sha1": "8ca7b1e7163da9e46fec3a01351ff73c5897ba29",</a:t>
            </a:r>
          </a:p>
          <a:p>
            <a:r>
              <a:t>        "sha256": "a97052648a43ad6d9be1b379d9b431cfea89e1cf4634aea5dd1881ee92274cae",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0.6139240506329114,</a:t>
            </a:r>
          </a:p>
          <a:p>
            <a:r>
              <a:t>            "auc_prc": 0.5816971080657576,</a:t>
            </a:r>
          </a:p>
          <a:p>
            <a:r>
              <a:t>            "average_precision": 0.5852938338755023,</a:t>
            </a:r>
          </a:p>
          <a:p>
            <a:r>
              <a:t>            "balanced_accuracy": 0.6087832393231265,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79,</a:t>
            </a:r>
          </a:p>
          <a:p>
            <a:r>
              <a:t>                67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55,</a:t>
            </a:r>
          </a:p>
          <a:p>
            <a:r>
              <a:t>                115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0.6534090909090909,</a:t>
            </a:r>
          </a:p>
          <a:p>
            <a:r>
              <a:t>            "positive_count": 170,</a:t>
            </a:r>
          </a:p>
          <a:p>
            <a:r>
              <a:t>            "positive_rate": 0.5379746835443038,</a:t>
            </a:r>
          </a:p>
          <a:p>
            <a:r>
              <a:t>            "precision": 0.6318681318681318,</a:t>
            </a:r>
          </a:p>
          <a:p>
            <a:r>
              <a:t>            "recall": 0.6764705882352942,</a:t>
            </a:r>
          </a:p>
          <a:p>
            <a:r>
              <a:t>            "roc_auc": 0.6118855761482676,</a:t>
            </a:r>
          </a:p>
          <a:p>
            <a:r>
              <a:t>            "row_count": 316,</a:t>
            </a:r>
          </a:p>
          <a:p>
            <a:r>
              <a:t>            "threshold": 0.06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0.7898089171974523,</a:t>
            </a:r>
          </a:p>
          <a:p>
            <a:r>
              <a:t>            "auc_prc": 0.9000547166158699,</a:t>
            </a:r>
          </a:p>
          <a:p>
            <a:r>
              <a:t>            "average_precision": 0.9003306202027666,</a:t>
            </a:r>
          </a:p>
          <a:p>
            <a:r>
              <a:t>            "balanced_accuracy": 0.790340909090909,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122,</a:t>
            </a:r>
          </a:p>
          <a:p>
            <a:r>
              <a:t>                38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28,</a:t>
            </a:r>
          </a:p>
          <a:p>
            <a:r>
              <a:t>                126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0.7924528301886793,</a:t>
            </a:r>
          </a:p>
          <a:p>
            <a:r>
              <a:t>            "positive_count": 154,</a:t>
            </a:r>
          </a:p>
          <a:p>
            <a:r>
              <a:t>            "positive_rate": 0.49044585987261147,</a:t>
            </a:r>
          </a:p>
          <a:p>
            <a:r>
              <a:t>            "precision": 0.7682926829268293,</a:t>
            </a:r>
          </a:p>
          <a:p>
            <a:r>
              <a:t>            "recall": 0.8181818181818182,</a:t>
            </a:r>
          </a:p>
          <a:p>
            <a:r>
              <a:t>            "roc_auc": 0.8744318181818181,</a:t>
            </a:r>
          </a:p>
          <a:p>
            <a:r>
              <a:t>            "row_count": 314,</a:t>
            </a:r>
          </a:p>
          <a:p>
            <a:r>
              <a:t>            "threshold": 0.06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0.569620253164557,</a:t>
            </a:r>
          </a:p>
          <a:p>
            <a:r>
              <a:t>            "auc_prc": 0.5645963940223742,</a:t>
            </a:r>
          </a:p>
          <a:p>
            <a:r>
              <a:t>            "average_precision": 0.5680404912933061,</a:t>
            </a:r>
          </a:p>
          <a:p>
            <a:r>
              <a:t>            "balanced_accuracy": 0.5763094278807414,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97,</a:t>
            </a:r>
          </a:p>
          <a:p>
            <a:r>
              <a:t>                49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87,</a:t>
            </a:r>
          </a:p>
          <a:p>
            <a:r>
              <a:t>                83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0.5496688741721855,</a:t>
            </a:r>
          </a:p>
          <a:p>
            <a:r>
              <a:t>            "positive_count": 170,</a:t>
            </a:r>
          </a:p>
          <a:p>
            <a:r>
              <a:t>            "positive_rate": 0.5379746835443038,</a:t>
            </a:r>
          </a:p>
          <a:p>
            <a:r>
              <a:t>            "precision": 0.6287878787878788,</a:t>
            </a:r>
          </a:p>
          <a:p>
            <a:r>
              <a:t>            "recall": 0.48823529411764705,</a:t>
            </a:r>
          </a:p>
          <a:p>
            <a:r>
              <a:t>            "roc_auc": 0.6177276390008059,</a:t>
            </a:r>
          </a:p>
          <a:p>
            <a:r>
              <a:t>            "row_count": 316,</a:t>
            </a:r>
          </a:p>
          <a:p>
            <a:r>
              <a:t>            "threshold": 0.15999999999999998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0.4525316455696203,</a:t>
            </a:r>
          </a:p>
          <a:p>
            <a:r>
              <a:t>            "auc_prc": 0.5642034792673198,</a:t>
            </a:r>
          </a:p>
          <a:p>
            <a:r>
              <a:t>            "average_precision": 0.5676999374237698,</a:t>
            </a:r>
          </a:p>
          <a:p>
            <a:r>
              <a:t>            "balanced_accuracy": 0.4742546333601934,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111,</a:t>
            </a:r>
          </a:p>
          <a:p>
            <a:r>
              <a:t>                35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138,</a:t>
            </a:r>
          </a:p>
          <a:p>
            <a:r>
              <a:t>                32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0.270042194092827,</a:t>
            </a:r>
          </a:p>
          <a:p>
            <a:r>
              <a:t>            "positive_count": 170,</a:t>
            </a:r>
          </a:p>
          <a:p>
            <a:r>
              <a:t>            "positive_rate": 0.5379746835443038,</a:t>
            </a:r>
          </a:p>
          <a:p>
            <a:r>
              <a:t>            "precision": 0.47761194029850745,</a:t>
            </a:r>
          </a:p>
          <a:p>
            <a:r>
              <a:t>            "recall": 0.18823529411764706,</a:t>
            </a:r>
          </a:p>
          <a:p>
            <a:r>
              <a:t>            "roc_auc": 0.6155922643029814,</a:t>
            </a:r>
          </a:p>
          <a:p>
            <a:r>
              <a:t>            "row_count": 316,</a:t>
            </a:r>
          </a:p>
          <a:p>
            <a:r>
              <a:t>            "threshold": 0.33999999999999997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0.5379746835443038,</a:t>
            </a:r>
          </a:p>
          <a:p>
            <a:r>
              <a:t>            "auc_prc": 0.458049610834202,</a:t>
            </a:r>
          </a:p>
          <a:p>
            <a:r>
              <a:t>            "average_precision": 0.4616950937815898,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146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170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0.6995884773662552,</a:t>
            </a:r>
          </a:p>
          <a:p>
            <a:r>
              <a:t>            "positive_count": 170,</a:t>
            </a:r>
          </a:p>
          <a:p>
            <a:r>
              <a:t>            "positive_rate": 0.5379746835443038,</a:t>
            </a:r>
          </a:p>
          <a:p>
            <a:r>
              <a:t>            "precision": 0.5379746835443038,</a:t>
            </a:r>
          </a:p>
          <a:p>
            <a:r>
              <a:t>            "recall": 1.0,</a:t>
            </a:r>
          </a:p>
          <a:p>
            <a:r>
              <a:t>            "roc_auc": 0.3581788879935536,</a:t>
            </a:r>
          </a:p>
          <a:p>
            <a:r>
              <a:t>            "row_count": 316,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10,</a:t>
            </a:r>
          </a:p>
          <a:p>
            <a:r>
              <a:t>      "old_validation": {</a:t>
            </a:r>
          </a:p>
          <a:p>
            <a:r>
              <a:t>        "project": "Jira",</a:t>
            </a:r>
          </a:p>
          <a:p>
            <a:r>
              <a:t>        "level": 10,</a:t>
            </a:r>
          </a:p>
          <a:p>
            <a:r>
              <a:t>        "model": "XGboost",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"Tasks/task-summaries/validate-refactored-model-per-dataset-20260927-134055/artifacts/cluster-run/jira/results/model/words_10/XGboost/refactored/metrics.json",</a:t>
            </a:r>
          </a:p>
          <a:p>
            <a:r>
              <a:t>        "blob_sha1": "72dcc95b5b2cc382682eb5cc948604e937a5d74e",</a:t>
            </a:r>
          </a:p>
          <a:p>
            <a:r>
              <a:t>        "sha256": "a6a9a9b963d253a4a76550da47d45f8929366118a7f270b69a9d20fe1313f057",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0.7436708860759493,</a:t>
            </a:r>
          </a:p>
          <a:p>
            <a:r>
              <a:t>            "auc_prc": 0.5661166448407884,</a:t>
            </a:r>
          </a:p>
          <a:p>
            <a:r>
              <a:t>            "average_precision": 0.5759045306249805,</a:t>
            </a:r>
          </a:p>
          <a:p>
            <a:r>
              <a:t>            "balanced_accuracy": 0.7383664955070603,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91,</a:t>
            </a:r>
          </a:p>
          <a:p>
            <a:r>
              <a:t>                61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20,</a:t>
            </a:r>
          </a:p>
          <a:p>
            <a:r>
              <a:t>                144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0.7804878048780488,</a:t>
            </a:r>
          </a:p>
          <a:p>
            <a:r>
              <a:t>            "positive_count": 164,</a:t>
            </a:r>
          </a:p>
          <a:p>
            <a:r>
              <a:t>            "positive_rate": 0.5189873417721519,</a:t>
            </a:r>
          </a:p>
          <a:p>
            <a:r>
              <a:t>            "precision": 0.7024390243902439,</a:t>
            </a:r>
          </a:p>
          <a:p>
            <a:r>
              <a:t>            "recall": 0.8780487804878049,</a:t>
            </a:r>
          </a:p>
          <a:p>
            <a:r>
              <a:t>            "roc_auc": 0.6604621309370988,</a:t>
            </a:r>
          </a:p>
          <a:p>
            <a:r>
              <a:t>            "row_count": 316,</a:t>
            </a:r>
          </a:p>
          <a:p>
            <a:r>
              <a:t>            "threshold": 0.31999999999999995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0.8694267515923567,</a:t>
            </a:r>
          </a:p>
          <a:p>
            <a:r>
              <a:t>            "auc_prc": 0.9258057267313121,</a:t>
            </a:r>
          </a:p>
          <a:p>
            <a:r>
              <a:t>            "average_precision": 0.9260769786502197,</a:t>
            </a:r>
          </a:p>
          <a:p>
            <a:r>
              <a:t>            "balanced_accuracy": 0.8710201429499675,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133,</a:t>
            </a:r>
          </a:p>
          <a:p>
            <a:r>
              <a:t>                29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12,</a:t>
            </a:r>
          </a:p>
          <a:p>
            <a:r>
              <a:t>                140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0.8722741433021807,</a:t>
            </a:r>
          </a:p>
          <a:p>
            <a:r>
              <a:t>            "positive_count": 152,</a:t>
            </a:r>
          </a:p>
          <a:p>
            <a:r>
              <a:t>            "positive_rate": 0.4840764331210191,</a:t>
            </a:r>
          </a:p>
          <a:p>
            <a:r>
              <a:t>            "precision": 0.8284023668639053,</a:t>
            </a:r>
          </a:p>
          <a:p>
            <a:r>
              <a:t>            "recall": 0.9210526315789473,</a:t>
            </a:r>
          </a:p>
          <a:p>
            <a:r>
              <a:t>            "roc_auc": 0.9151234567901234,</a:t>
            </a:r>
          </a:p>
          <a:p>
            <a:r>
              <a:t>            "row_count": 314,</a:t>
            </a:r>
          </a:p>
          <a:p>
            <a:r>
              <a:t>            "threshold": 0.31999999999999995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"Jira",</a:t>
            </a:r>
          </a:p>
          <a:p>
            <a:r>
              <a:t>        "level": 10,</a:t>
            </a:r>
          </a:p>
          <a:p>
            <a:r>
              <a:t>        "model": "NN",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"Tasks/task-summaries/validate-refactored-model-per-dataset-20260927-134055/artifacts/cluster-run/jira/results/model/words_10/NN/refactored/metrics.json",</a:t>
            </a:r>
          </a:p>
          <a:p>
            <a:r>
              <a:t>        "blob_sha1": "b24526c148a31c98ffc99ff58c45c1ba900a0619",</a:t>
            </a:r>
          </a:p>
          <a:p>
            <a:r>
              <a:t>        "sha256": "a3a583e130dbe4313f5f6a5df5da7cdb552950a94218399a781f08e48ef83e07",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0.6107594936708861,</a:t>
            </a:r>
          </a:p>
          <a:p>
            <a:r>
              <a:t>            "auc_prc": 0.6035949461196317,</a:t>
            </a:r>
          </a:p>
          <a:p>
            <a:r>
              <a:t>            "average_precision": 0.6072351544996657,</a:t>
            </a:r>
          </a:p>
          <a:p>
            <a:r>
              <a:t>            "balanced_accuracy": 0.6122432605905006,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99,</a:t>
            </a:r>
          </a:p>
          <a:p>
            <a:r>
              <a:t>                53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70,</a:t>
            </a:r>
          </a:p>
          <a:p>
            <a:r>
              <a:t>                94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0.6045016077170419,</a:t>
            </a:r>
          </a:p>
          <a:p>
            <a:r>
              <a:t>            "positive_count": 164,</a:t>
            </a:r>
          </a:p>
          <a:p>
            <a:r>
              <a:t>            "positive_rate": 0.5189873417721519,</a:t>
            </a:r>
          </a:p>
          <a:p>
            <a:r>
              <a:t>            "precision": 0.6394557823129252,</a:t>
            </a:r>
          </a:p>
          <a:p>
            <a:r>
              <a:t>            "recall": 0.573170731707317,</a:t>
            </a:r>
          </a:p>
          <a:p>
            <a:r>
              <a:t>            "roc_auc": 0.6732991014120667,</a:t>
            </a:r>
          </a:p>
          <a:p>
            <a:r>
              <a:t>            "row_count": 316,</a:t>
            </a:r>
          </a:p>
          <a:p>
            <a:r>
              <a:t>            "threshold": 0.5399999999999999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0.8535031847133758,</a:t>
            </a:r>
          </a:p>
          <a:p>
            <a:r>
              <a:t>            "auc_prc": 0.9130902151973606,</a:t>
            </a:r>
          </a:p>
          <a:p>
            <a:r>
              <a:t>            "average_precision": 0.9133713050390566,</a:t>
            </a:r>
          </a:p>
          <a:p>
            <a:r>
              <a:t>            "balanced_accuracy": 0.8515269655620532,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148,</a:t>
            </a:r>
          </a:p>
          <a:p>
            <a:r>
              <a:t>                14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32,</a:t>
            </a:r>
          </a:p>
          <a:p>
            <a:r>
              <a:t>                120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0.8391608391608391,</a:t>
            </a:r>
          </a:p>
          <a:p>
            <a:r>
              <a:t>            "positive_count": 152,</a:t>
            </a:r>
          </a:p>
          <a:p>
            <a:r>
              <a:t>            "positive_rate": 0.4840764331210191,</a:t>
            </a:r>
          </a:p>
          <a:p>
            <a:r>
              <a:t>            "precision": 0.8955223880597015,</a:t>
            </a:r>
          </a:p>
          <a:p>
            <a:r>
              <a:t>            "recall": 0.7894736842105263,</a:t>
            </a:r>
          </a:p>
          <a:p>
            <a:r>
              <a:t>            "roc_auc": 0.8995695256660169,</a:t>
            </a:r>
          </a:p>
          <a:p>
            <a:r>
              <a:t>            "row_count": 314,</a:t>
            </a:r>
          </a:p>
          <a:p>
            <a:r>
              <a:t>            "threshold": 0.5399999999999999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0.5854430379746836,</a:t>
            </a:r>
          </a:p>
          <a:p>
            <a:r>
              <a:t>            "auc_prc": 0.562723736183248,</a:t>
            </a:r>
          </a:p>
          <a:p>
            <a:r>
              <a:t>            "average_precision": 0.566368823511834,</a:t>
            </a:r>
          </a:p>
          <a:p>
            <a:r>
              <a:t>            "balanced_accuracy": 0.5873716302952503,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97,</a:t>
            </a:r>
          </a:p>
          <a:p>
            <a:r>
              <a:t>                55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76,</a:t>
            </a:r>
          </a:p>
          <a:p>
            <a:r>
              <a:t>                88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0.5732899022801303,</a:t>
            </a:r>
          </a:p>
          <a:p>
            <a:r>
              <a:t>            "positive_count": 164,</a:t>
            </a:r>
          </a:p>
          <a:p>
            <a:r>
              <a:t>            "positive_rate": 0.5189873417721519,</a:t>
            </a:r>
          </a:p>
          <a:p>
            <a:r>
              <a:t>            "precision": 0.6153846153846154,</a:t>
            </a:r>
          </a:p>
          <a:p>
            <a:r>
              <a:t>            "recall": 0.5365853658536586,</a:t>
            </a:r>
          </a:p>
          <a:p>
            <a:r>
              <a:t>            "roc_auc": 0.6426107188703466,</a:t>
            </a:r>
          </a:p>
          <a:p>
            <a:r>
              <a:t>            "row_count": 316,</a:t>
            </a:r>
          </a:p>
          <a:p>
            <a:r>
              <a:t>            "threshold": 0.29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0.6139240506329114,</a:t>
            </a:r>
          </a:p>
          <a:p>
            <a:r>
              <a:t>            "auc_prc": 0.5636069096405443,</a:t>
            </a:r>
          </a:p>
          <a:p>
            <a:r>
              <a:t>            "average_precision": 0.5672895566813578,</a:t>
            </a:r>
          </a:p>
          <a:p>
            <a:r>
              <a:t>            "balanced_accuracy": 0.6138478818998716,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93,</a:t>
            </a:r>
          </a:p>
          <a:p>
            <a:r>
              <a:t>                59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63,</a:t>
            </a:r>
          </a:p>
          <a:p>
            <a:r>
              <a:t>                101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0.6234567901234568,</a:t>
            </a:r>
          </a:p>
          <a:p>
            <a:r>
              <a:t>            "positive_count": 164,</a:t>
            </a:r>
          </a:p>
          <a:p>
            <a:r>
              <a:t>            "positive_rate": 0.5189873417721519,</a:t>
            </a:r>
          </a:p>
          <a:p>
            <a:r>
              <a:t>            "precision": 0.63125,</a:t>
            </a:r>
          </a:p>
          <a:p>
            <a:r>
              <a:t>            "recall": 0.6158536585365854,</a:t>
            </a:r>
          </a:p>
          <a:p>
            <a:r>
              <a:t>            "roc_auc": 0.6417281771501926,</a:t>
            </a:r>
          </a:p>
          <a:p>
            <a:r>
              <a:t>            "row_count": 316,</a:t>
            </a:r>
          </a:p>
          <a:p>
            <a:r>
              <a:t>            "threshold": 0.22999999999999998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0.5189873417721519,</a:t>
            </a:r>
          </a:p>
          <a:p>
            <a:r>
              <a:t>            "auc_prc": 0.4291190926200664,</a:t>
            </a:r>
          </a:p>
          <a:p>
            <a:r>
              <a:t>            "average_precision": 0.4327914492197392,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152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164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0.6833333333333332,</a:t>
            </a:r>
          </a:p>
          <a:p>
            <a:r>
              <a:t>            "positive_count": 164,</a:t>
            </a:r>
          </a:p>
          <a:p>
            <a:r>
              <a:t>            "positive_rate": 0.5189873417721519,</a:t>
            </a:r>
          </a:p>
          <a:p>
            <a:r>
              <a:t>            "precision": 0.5189873417721519,</a:t>
            </a:r>
          </a:p>
          <a:p>
            <a:r>
              <a:t>            "recall": 1.0,</a:t>
            </a:r>
          </a:p>
          <a:p>
            <a:r>
              <a:t>            "roc_auc": 0.34038029525032093,</a:t>
            </a:r>
          </a:p>
          <a:p>
            <a:r>
              <a:t>            "row_count": 316,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15,</a:t>
            </a:r>
          </a:p>
          <a:p>
            <a:r>
              <a:t>      "old_validation": {</a:t>
            </a:r>
          </a:p>
          <a:p>
            <a:r>
              <a:t>        "project": "Jira",</a:t>
            </a:r>
          </a:p>
          <a:p>
            <a:r>
              <a:t>        "level": 15,</a:t>
            </a:r>
          </a:p>
          <a:p>
            <a:r>
              <a:t>        "model": "XGboost",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"Tasks/task-summaries/validate-refactored-model-per-dataset-20260927-134055/artifacts/cluster-run/jira/results/model/words_15/XGboost/refactored/metrics.json",</a:t>
            </a:r>
          </a:p>
          <a:p>
            <a:r>
              <a:t>        "blob_sha1": "0913a87e24b47034f6c1d91b5ae402b4245ad91f",</a:t>
            </a:r>
          </a:p>
          <a:p>
            <a:r>
              <a:t>        "sha256": "66f3c842f5ef6fb3da76e709c6e57a476611cf919a40823f0190e3bf20428b75",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0.7088607594936709,</a:t>
            </a:r>
          </a:p>
          <a:p>
            <a:r>
              <a:t>            "auc_prc": 0.5472892979370305,</a:t>
            </a:r>
          </a:p>
          <a:p>
            <a:r>
              <a:t>            "average_precision": 0.5521474289143389,</a:t>
            </a:r>
          </a:p>
          <a:p>
            <a:r>
              <a:t>            "balanced_accuracy": 0.7071314102564102,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89,</a:t>
            </a:r>
          </a:p>
          <a:p>
            <a:r>
              <a:t>                67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25,</a:t>
            </a:r>
          </a:p>
          <a:p>
            <a:r>
              <a:t>                135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0.7458563535911602,</a:t>
            </a:r>
          </a:p>
          <a:p>
            <a:r>
              <a:t>            "positive_count": 160,</a:t>
            </a:r>
          </a:p>
          <a:p>
            <a:r>
              <a:t>            "positive_rate": 0.5063291139240507,</a:t>
            </a:r>
          </a:p>
          <a:p>
            <a:r>
              <a:t>            "precision": 0.6683168316831684,</a:t>
            </a:r>
          </a:p>
          <a:p>
            <a:r>
              <a:t>            "recall": 0.84375,</a:t>
            </a:r>
          </a:p>
          <a:p>
            <a:r>
              <a:t>            "roc_auc": 0.6557892628205129,</a:t>
            </a:r>
          </a:p>
          <a:p>
            <a:r>
              <a:t>            "row_count": 316,</a:t>
            </a:r>
          </a:p>
          <a:p>
            <a:r>
              <a:t>            "threshold": 0.20999999999999996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0.8535031847133758,</a:t>
            </a:r>
          </a:p>
          <a:p>
            <a:r>
              <a:t>            "auc_prc": 0.9222958445024516,</a:t>
            </a:r>
          </a:p>
          <a:p>
            <a:r>
              <a:t>            "average_precision": 0.9226736818655735,</a:t>
            </a:r>
          </a:p>
          <a:p>
            <a:r>
              <a:t>            "balanced_accuracy": 0.8580542264752791,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138,</a:t>
            </a:r>
          </a:p>
          <a:p>
            <a:r>
              <a:t>                33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13,</a:t>
            </a:r>
          </a:p>
          <a:p>
            <a:r>
              <a:t>                130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0.8496732026143791,</a:t>
            </a:r>
          </a:p>
          <a:p>
            <a:r>
              <a:t>            "positive_count": 143,</a:t>
            </a:r>
          </a:p>
          <a:p>
            <a:r>
              <a:t>            "positive_rate": 0.4554140127388535,</a:t>
            </a:r>
          </a:p>
          <a:p>
            <a:r>
              <a:t>            "precision": 0.7975460122699386,</a:t>
            </a:r>
          </a:p>
          <a:p>
            <a:r>
              <a:t>            "recall": 0.9090909090909091,</a:t>
            </a:r>
          </a:p>
          <a:p>
            <a:r>
              <a:t>            "roc_auc": 0.9195190774138142,</a:t>
            </a:r>
          </a:p>
          <a:p>
            <a:r>
              <a:t>            "row_count": 314,</a:t>
            </a:r>
          </a:p>
          <a:p>
            <a:r>
              <a:t>            "threshold": 0.20999999999999996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"Jira",</a:t>
            </a:r>
          </a:p>
          <a:p>
            <a:r>
              <a:t>        "level": 15,</a:t>
            </a:r>
          </a:p>
          <a:p>
            <a:r>
              <a:t>        "model": "NN",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"Tasks/task-summaries/validate-refactored-model-per-dataset-20260927-134055/artifacts/cluster-run/jira/results/model/words_15/NN/refactored/metrics.json",</a:t>
            </a:r>
          </a:p>
          <a:p>
            <a:r>
              <a:t>        "blob_sha1": "2ea42b260302839c366556cdbfb37de03b3888fe",</a:t>
            </a:r>
          </a:p>
          <a:p>
            <a:r>
              <a:t>        "sha256": "229b0c73c613855ceb6df94f53aecdd4c34a121ece28584908dbcb161d65c018",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0.6582278481012658,</a:t>
            </a:r>
          </a:p>
          <a:p>
            <a:r>
              <a:t>            "auc_prc": 0.6023896140602406,</a:t>
            </a:r>
          </a:p>
          <a:p>
            <a:r>
              <a:t>            "average_precision": 0.6061305330283797,</a:t>
            </a:r>
          </a:p>
          <a:p>
            <a:r>
              <a:t>            "balanced_accuracy": 0.6578525641025641,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98,</a:t>
            </a:r>
          </a:p>
          <a:p>
            <a:r>
              <a:t>                58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50,</a:t>
            </a:r>
          </a:p>
          <a:p>
            <a:r>
              <a:t>                110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0.6707317073170732,</a:t>
            </a:r>
          </a:p>
          <a:p>
            <a:r>
              <a:t>            "positive_count": 160,</a:t>
            </a:r>
          </a:p>
          <a:p>
            <a:r>
              <a:t>            "positive_rate": 0.5063291139240507,</a:t>
            </a:r>
          </a:p>
          <a:p>
            <a:r>
              <a:t>            "precision": 0.6547619047619048,</a:t>
            </a:r>
          </a:p>
          <a:p>
            <a:r>
              <a:t>            "recall": 0.6875,</a:t>
            </a:r>
          </a:p>
          <a:p>
            <a:r>
              <a:t>            "roc_auc": 0.6807291666666667,</a:t>
            </a:r>
          </a:p>
          <a:p>
            <a:r>
              <a:t>            "row_count": 316,</a:t>
            </a:r>
          </a:p>
          <a:p>
            <a:r>
              <a:t>            "threshold": 0.05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0.8662420382165605,</a:t>
            </a:r>
          </a:p>
          <a:p>
            <a:r>
              <a:t>            "auc_prc": 0.8887705538024393,</a:t>
            </a:r>
          </a:p>
          <a:p>
            <a:r>
              <a:t>            "average_precision": 0.8896802184012125,</a:t>
            </a:r>
          </a:p>
          <a:p>
            <a:r>
              <a:t>            "balanced_accuracy": 0.8668874984664459,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147,</a:t>
            </a:r>
          </a:p>
          <a:p>
            <a:r>
              <a:t>                24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18,</a:t>
            </a:r>
          </a:p>
          <a:p>
            <a:r>
              <a:t>                125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0.8561643835616438,</a:t>
            </a:r>
          </a:p>
          <a:p>
            <a:r>
              <a:t>            "positive_count": 143,</a:t>
            </a:r>
          </a:p>
          <a:p>
            <a:r>
              <a:t>            "positive_rate": 0.4554140127388535,</a:t>
            </a:r>
          </a:p>
          <a:p>
            <a:r>
              <a:t>            "precision": 0.8389261744966443,</a:t>
            </a:r>
          </a:p>
          <a:p>
            <a:r>
              <a:t>            "recall": 0.8741258741258742,</a:t>
            </a:r>
          </a:p>
          <a:p>
            <a:r>
              <a:t>            "roc_auc": 0.9064327485380117,</a:t>
            </a:r>
          </a:p>
          <a:p>
            <a:r>
              <a:t>            "row_count": 314,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0.509493670886076,</a:t>
            </a:r>
          </a:p>
          <a:p>
            <a:r>
              <a:t>            "auc_prc": 0.5402581361162972,</a:t>
            </a:r>
          </a:p>
          <a:p>
            <a:r>
              <a:t>            "average_precision": 0.543939097345407,</a:t>
            </a:r>
          </a:p>
          <a:p>
            <a:r>
              <a:t>            "balanced_accuracy": 0.5120192307692308,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111,</a:t>
            </a:r>
          </a:p>
          <a:p>
            <a:r>
              <a:t>                45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110,</a:t>
            </a:r>
          </a:p>
          <a:p>
            <a:r>
              <a:t>                50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0.39215686274509803,</a:t>
            </a:r>
          </a:p>
          <a:p>
            <a:r>
              <a:t>            "positive_count": 160,</a:t>
            </a:r>
          </a:p>
          <a:p>
            <a:r>
              <a:t>            "positive_rate": 0.5063291139240507,</a:t>
            </a:r>
          </a:p>
          <a:p>
            <a:r>
              <a:t>            "precision": 0.5263157894736842,</a:t>
            </a:r>
          </a:p>
          <a:p>
            <a:r>
              <a:t>            "recall": 0.3125,</a:t>
            </a:r>
          </a:p>
          <a:p>
            <a:r>
              <a:t>            "roc_auc": 0.6260817307692308,</a:t>
            </a:r>
          </a:p>
          <a:p>
            <a:r>
              <a:t>            "row_count": 316,</a:t>
            </a:r>
          </a:p>
          <a:p>
            <a:r>
              <a:t>            "threshold": 0.24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0.4620253164556962,</a:t>
            </a:r>
          </a:p>
          <a:p>
            <a:r>
              <a:t>            "auc_prc": 0.5385807099594677,</a:t>
            </a:r>
          </a:p>
          <a:p>
            <a:r>
              <a:t>            "average_precision": 0.5422738831057338,</a:t>
            </a:r>
          </a:p>
          <a:p>
            <a:r>
              <a:t>            "balanced_accuracy": 0.4657051282051282,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118,</a:t>
            </a:r>
          </a:p>
          <a:p>
            <a:r>
              <a:t>                38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132,</a:t>
            </a:r>
          </a:p>
          <a:p>
            <a:r>
              <a:t>                28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0.247787610619469,</a:t>
            </a:r>
          </a:p>
          <a:p>
            <a:r>
              <a:t>            "positive_count": 160,</a:t>
            </a:r>
          </a:p>
          <a:p>
            <a:r>
              <a:t>            "positive_rate": 0.5063291139240507,</a:t>
            </a:r>
          </a:p>
          <a:p>
            <a:r>
              <a:t>            "precision": 0.42424242424242425,</a:t>
            </a:r>
          </a:p>
          <a:p>
            <a:r>
              <a:t>            "recall": 0.175,</a:t>
            </a:r>
          </a:p>
          <a:p>
            <a:r>
              <a:t>            "roc_auc": 0.6212339743589743,</a:t>
            </a:r>
          </a:p>
          <a:p>
            <a:r>
              <a:t>            "row_count": 316,</a:t>
            </a:r>
          </a:p>
          <a:p>
            <a:r>
              <a:t>            "threshold": 0.6599999999999999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0.5063291139240507,</a:t>
            </a:r>
          </a:p>
          <a:p>
            <a:r>
              <a:t>            "auc_prc": 0.41747310104816704,</a:t>
            </a:r>
          </a:p>
          <a:p>
            <a:r>
              <a:t>            "average_precision": 0.4212000122222804,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156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160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0.6722689075630253,</a:t>
            </a:r>
          </a:p>
          <a:p>
            <a:r>
              <a:t>            "positive_count": 160,</a:t>
            </a:r>
          </a:p>
          <a:p>
            <a:r>
              <a:t>            "positive_rate": 0.5063291139240507,</a:t>
            </a:r>
          </a:p>
          <a:p>
            <a:r>
              <a:t>            "precision": 0.5063291139240507,</a:t>
            </a:r>
          </a:p>
          <a:p>
            <a:r>
              <a:t>            "recall": 1.0,</a:t>
            </a:r>
          </a:p>
          <a:p>
            <a:r>
              <a:t>            "roc_auc": 0.3392227564102564,</a:t>
            </a:r>
          </a:p>
          <a:p>
            <a:r>
              <a:t>            "row_count": 316,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20,</a:t>
            </a:r>
          </a:p>
          <a:p>
            <a:r>
              <a:t>      "old_validation": {</a:t>
            </a:r>
          </a:p>
          <a:p>
            <a:r>
              <a:t>        "project": "Jira",</a:t>
            </a:r>
          </a:p>
          <a:p>
            <a:r>
              <a:t>        "level": 20,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"Tasks/task-summaries/validate-refactored-model-per-dataset-20260927-134055/artifacts/cluster-run/jira/results/model/words_20/RF/baseline/metrics.json",</a:t>
            </a:r>
          </a:p>
          <a:p>
            <a:r>
              <a:t>        "blob_sha1": "70ed48857759eef3194f2c10d6e1589ef3890de8",</a:t>
            </a:r>
          </a:p>
          <a:p>
            <a:r>
              <a:t>        "sha256": "f415599a826e56f615f08409350f5b1a123c830ec7e57beda4081e5e0ca52d4c",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0.7215189873417721,</a:t>
            </a:r>
          </a:p>
          <a:p>
            <a:r>
              <a:t>            "auc_prc": 0.19499981723367565,</a:t>
            </a:r>
          </a:p>
          <a:p>
            <a:r>
              <a:t>            "average_precision": 0.2075819328647004,</a:t>
            </a:r>
          </a:p>
          <a:p>
            <a:r>
              <a:t>            "balanced_accuracy": 0.57019955654102,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213,</a:t>
            </a:r>
          </a:p>
          <a:p>
            <a:r>
              <a:t>                62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26,</a:t>
            </a:r>
          </a:p>
          <a:p>
            <a:r>
              <a:t>                15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0.2542372881355932,</a:t>
            </a:r>
          </a:p>
          <a:p>
            <a:r>
              <a:t>            "positive_count": 41,</a:t>
            </a:r>
          </a:p>
          <a:p>
            <a:r>
              <a:t>            "positive_rate": 0.12974683544303797,</a:t>
            </a:r>
          </a:p>
          <a:p>
            <a:r>
              <a:t>            "precision": 0.19480519480519481,</a:t>
            </a:r>
          </a:p>
          <a:p>
            <a:r>
              <a:t>            "recall": 0.36585365853658536,</a:t>
            </a:r>
          </a:p>
          <a:p>
            <a:r>
              <a:t>            "roc_auc": 0.5887361419068736,</a:t>
            </a:r>
          </a:p>
          <a:p>
            <a:r>
              <a:t>            "row_count": 316,</a:t>
            </a:r>
          </a:p>
          <a:p>
            <a:r>
              <a:t>            "threshold": 0.15999999999999998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0.8375796178343949,</a:t>
            </a:r>
          </a:p>
          <a:p>
            <a:r>
              <a:t>            "auc_prc": 0.1546501417566886,</a:t>
            </a:r>
          </a:p>
          <a:p>
            <a:r>
              <a:t>            "average_precision": 0.1622829570687164,</a:t>
            </a:r>
          </a:p>
          <a:p>
            <a:r>
              <a:t>            "balanced_accuracy": 0.667350579839429,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254,</a:t>
            </a:r>
          </a:p>
          <a:p>
            <a:r>
              <a:t>                41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10,</a:t>
            </a:r>
          </a:p>
          <a:p>
            <a:r>
              <a:t>                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0.2608695652173913,</a:t>
            </a:r>
          </a:p>
          <a:p>
            <a:r>
              <a:t>            "positive_count": 19,</a:t>
            </a:r>
          </a:p>
          <a:p>
            <a:r>
              <a:t>            "positive_rate": 0.06050955414012739,</a:t>
            </a:r>
          </a:p>
          <a:p>
            <a:r>
              <a:t>            "precision": 0.18,</a:t>
            </a:r>
          </a:p>
          <a:p>
            <a:r>
              <a:t>            "recall": 0.47368421052631576,</a:t>
            </a:r>
          </a:p>
          <a:p>
            <a:r>
              <a:t>            "roc_auc": 0.6333630686886709,</a:t>
            </a:r>
          </a:p>
          <a:p>
            <a:r>
              <a:t>            "row_count": 314,</a:t>
            </a:r>
          </a:p>
          <a:p>
            <a:r>
              <a:t>            "threshold": 0.15999999999999998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"Jira",</a:t>
            </a:r>
          </a:p>
          <a:p>
            <a:r>
              <a:t>        "level": 20,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"Tasks/task-summaries/validate-refactored-model-per-dataset-20260927-134055/artifacts/cluster-run/jira/results/model/words_20/XGboost/baseline/metrics.json",</a:t>
            </a:r>
          </a:p>
          <a:p>
            <a:r>
              <a:t>        "blob_sha1": "d2aa60ef629cce13adf5332064f093301388b918",</a:t>
            </a:r>
          </a:p>
          <a:p>
            <a:r>
              <a:t>        "sha256": "2f2b49f16a4a8185edc4e235c8c60f3b3a955ba2bbd2b78bc14b489a3fdc0856",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0.8386075949367089,</a:t>
            </a:r>
          </a:p>
          <a:p>
            <a:r>
              <a:t>            "auc_prc": 0.27391727051659276,</a:t>
            </a:r>
          </a:p>
          <a:p>
            <a:r>
              <a:t>            "average_precision": 0.28341467658064823,</a:t>
            </a:r>
          </a:p>
          <a:p>
            <a:r>
              <a:t>            "balanced_accuracy": 0.5855875831485587,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255,</a:t>
            </a:r>
          </a:p>
          <a:p>
            <a:r>
              <a:t>                20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31,</a:t>
            </a:r>
          </a:p>
          <a:p>
            <a:r>
              <a:t>                10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0.28169014084507044,</a:t>
            </a:r>
          </a:p>
          <a:p>
            <a:r>
              <a:t>            "positive_count": 41,</a:t>
            </a:r>
          </a:p>
          <a:p>
            <a:r>
              <a:t>            "positive_rate": 0.12974683544303797,</a:t>
            </a:r>
          </a:p>
          <a:p>
            <a:r>
              <a:t>            "precision": 0.3333333333333333,</a:t>
            </a:r>
          </a:p>
          <a:p>
            <a:r>
              <a:t>            "recall": 0.24390243902439024,</a:t>
            </a:r>
          </a:p>
          <a:p>
            <a:r>
              <a:t>            "roc_auc": 0.5960975609756097,</a:t>
            </a:r>
          </a:p>
          <a:p>
            <a:r>
              <a:t>            "row_count": 316,</a:t>
            </a:r>
          </a:p>
          <a:p>
            <a:r>
              <a:t>            "threshold": 0.25999999999999995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0.9331210191082803,</a:t>
            </a:r>
          </a:p>
          <a:p>
            <a:r>
              <a:t>            "auc_prc": 0.12307707890496646,</a:t>
            </a:r>
          </a:p>
          <a:p>
            <a:r>
              <a:t>            "average_precision": 0.14275379577372868,</a:t>
            </a:r>
          </a:p>
          <a:p>
            <a:r>
              <a:t>            "balanced_accuracy": 0.5704727921498662,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290,</a:t>
            </a:r>
          </a:p>
          <a:p>
            <a:r>
              <a:t>                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16,</a:t>
            </a:r>
          </a:p>
          <a:p>
            <a:r>
              <a:t>                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0.22222222222222218,</a:t>
            </a:r>
          </a:p>
          <a:p>
            <a:r>
              <a:t>            "positive_count": 19,</a:t>
            </a:r>
          </a:p>
          <a:p>
            <a:r>
              <a:t>            "positive_rate": 0.06050955414012739,</a:t>
            </a:r>
          </a:p>
          <a:p>
            <a:r>
              <a:t>            "precision": 0.375,</a:t>
            </a:r>
          </a:p>
          <a:p>
            <a:r>
              <a:t>            "recall": 0.15789473684210525,</a:t>
            </a:r>
          </a:p>
          <a:p>
            <a:r>
              <a:t>            "roc_auc": 0.6161462979482605,</a:t>
            </a:r>
          </a:p>
          <a:p>
            <a:r>
              <a:t>            "row_count": 314,</a:t>
            </a:r>
          </a:p>
          <a:p>
            <a:r>
              <a:t>            "threshold": 0.25999999999999995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"modernbert",</a:t>
            </a:r>
          </a:p>
          <a:p>
            <a:r>
              <a:t>          "test": {</a:t>
            </a:r>
          </a:p>
          <a:p>
            <a:r>
              <a:t>            "accuracy": 0.7689873417721519,</a:t>
            </a:r>
          </a:p>
          <a:p>
            <a:r>
              <a:t>            "auc_prc": 0.2440756527180699,</a:t>
            </a:r>
          </a:p>
          <a:p>
            <a:r>
              <a:t>            "average_precision": 0.2509927972478988,</a:t>
            </a:r>
          </a:p>
          <a:p>
            <a:r>
              <a:t>            "balanced_accuracy": 0.5974722838137472,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228,</a:t>
            </a:r>
          </a:p>
          <a:p>
            <a:r>
              <a:t>                47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26,</a:t>
            </a:r>
          </a:p>
          <a:p>
            <a:r>
              <a:t>                15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0.29126213592233013,</a:t>
            </a:r>
          </a:p>
          <a:p>
            <a:r>
              <a:t>            "positive_count": 41,</a:t>
            </a:r>
          </a:p>
          <a:p>
            <a:r>
              <a:t>            "positive_rate": 0.12974683544303797,</a:t>
            </a:r>
          </a:p>
          <a:p>
            <a:r>
              <a:t>            "precision": 0.24193548387096775,</a:t>
            </a:r>
          </a:p>
          <a:p>
            <a:r>
              <a:t>            "recall": 0.36585365853658536,</a:t>
            </a:r>
          </a:p>
          <a:p>
            <a:r>
              <a:t>            "roc_auc": 0.5882926829268292,</a:t>
            </a:r>
          </a:p>
          <a:p>
            <a:r>
              <a:t>            "row_count": 316,</a:t>
            </a:r>
          </a:p>
          <a:p>
            <a:r>
              <a:t>            "threshold": 0.41999999999999993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0.8575949367088608,</a:t>
            </a:r>
          </a:p>
          <a:p>
            <a:r>
              <a:t>            "auc_prc": 0.24489448032560635,</a:t>
            </a:r>
          </a:p>
          <a:p>
            <a:r>
              <a:t>            "average_precision": 0.2519276328644493,</a:t>
            </a:r>
          </a:p>
          <a:p>
            <a:r>
              <a:t>            "balanced_accuracy": 0.5446119733924613,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266,</a:t>
            </a:r>
          </a:p>
          <a:p>
            <a:r>
              <a:t>                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36,</a:t>
            </a:r>
          </a:p>
          <a:p>
            <a:r>
              <a:t>                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0.18181818181818182,</a:t>
            </a:r>
          </a:p>
          <a:p>
            <a:r>
              <a:t>            "positive_count": 41,</a:t>
            </a:r>
          </a:p>
          <a:p>
            <a:r>
              <a:t>            "positive_rate": 0.12974683544303797,</a:t>
            </a:r>
          </a:p>
          <a:p>
            <a:r>
              <a:t>            "precision": 0.35714285714285715,</a:t>
            </a:r>
          </a:p>
          <a:p>
            <a:r>
              <a:t>            "recall": 0.12195121951219512,</a:t>
            </a:r>
          </a:p>
          <a:p>
            <a:r>
              <a:t>            "roc_auc": 0.5848337028824834,</a:t>
            </a:r>
          </a:p>
          <a:p>
            <a:r>
              <a:t>            "row_count": 316,</a:t>
            </a:r>
          </a:p>
          <a:p>
            <a:r>
              <a:t>            "threshold": 0.6699999999999999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0.8607594936708861,</a:t>
            </a:r>
          </a:p>
          <a:p>
            <a:r>
              <a:t>            "auc_prc": 0.18974994546924107,</a:t>
            </a:r>
          </a:p>
          <a:p>
            <a:r>
              <a:t>            "average_precision": 0.1971837769741158,</a:t>
            </a:r>
          </a:p>
          <a:p>
            <a:r>
              <a:t>            "balanced_accuracy": 0.5152993348115299,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270,</a:t>
            </a:r>
          </a:p>
          <a:p>
            <a:r>
              <a:t>                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39,</a:t>
            </a:r>
          </a:p>
          <a:p>
            <a:r>
              <a:t>                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0.08333333333333334,</a:t>
            </a:r>
          </a:p>
          <a:p>
            <a:r>
              <a:t>            "positive_count": 41,</a:t>
            </a:r>
          </a:p>
          <a:p>
            <a:r>
              <a:t>            "positive_rate": 0.12974683544303797,</a:t>
            </a:r>
          </a:p>
          <a:p>
            <a:r>
              <a:t>            "precision": 0.2857142857142857,</a:t>
            </a:r>
          </a:p>
          <a:p>
            <a:r>
              <a:t>            "recall": 0.04878048780487805,</a:t>
            </a:r>
          </a:p>
          <a:p>
            <a:r>
              <a:t>            "roc_auc": 0.5462527716186253,</a:t>
            </a:r>
          </a:p>
          <a:p>
            <a:r>
              <a:t>            "row_count": 316,</a:t>
            </a:r>
          </a:p>
          <a:p>
            <a:r>
              <a:t>            "threshold": 0.7599999999999999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5,</a:t>
            </a:r>
          </a:p>
          <a:p>
            <a:r>
              <a:t>      "old_validation": {</a:t>
            </a:r>
          </a:p>
          <a:p>
            <a:r>
              <a:t>        "project": "MariaDB",</a:t>
            </a:r>
          </a:p>
          <a:p>
            <a:r>
              <a:t>        "level": 5,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"Tasks/task-summaries/validate-refactored-model-per-dataset-20260927-134055/artifacts/cluster-run/mariadb/results/model/words_5/RF/baseline/metrics.json",</a:t>
            </a:r>
          </a:p>
          <a:p>
            <a:r>
              <a:t>        "blob_sha1": "08a7c9d4b98a18369c1274b8805313daed85793c",</a:t>
            </a:r>
          </a:p>
          <a:p>
            <a:r>
              <a:t>        "sha256": "923463c8459830c7aa48ad2a922ce777f3f07bcc5ac7c58c55c9b003a001e04c",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0.678391959798995,</a:t>
            </a:r>
          </a:p>
          <a:p>
            <a:r>
              <a:t>            "auc_prc": 0.19484574838475716,</a:t>
            </a:r>
          </a:p>
          <a:p>
            <a:r>
              <a:t>            "average_precision": 0.20505354435535234,</a:t>
            </a:r>
          </a:p>
          <a:p>
            <a:r>
              <a:t>            "balanced_accuracy": 0.5147151821763876,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253,</a:t>
            </a:r>
          </a:p>
          <a:p>
            <a:r>
              <a:t>                84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44,</a:t>
            </a:r>
          </a:p>
          <a:p>
            <a:r>
              <a:t>                17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0.20987654320987653,</a:t>
            </a:r>
          </a:p>
          <a:p>
            <a:r>
              <a:t>            "positive_count": 61,</a:t>
            </a:r>
          </a:p>
          <a:p>
            <a:r>
              <a:t>            "positive_rate": 0.15326633165829145,</a:t>
            </a:r>
          </a:p>
          <a:p>
            <a:r>
              <a:t>            "precision": 0.16831683168316833,</a:t>
            </a:r>
          </a:p>
          <a:p>
            <a:r>
              <a:t>            "recall": 0.2786885245901639,</a:t>
            </a:r>
          </a:p>
          <a:p>
            <a:r>
              <a:t>            "roc_auc": 0.5828914724911223,</a:t>
            </a:r>
          </a:p>
          <a:p>
            <a:r>
              <a:t>            "row_count": 398,</a:t>
            </a:r>
          </a:p>
          <a:p>
            <a:r>
              <a:t>            "threshold": 0.10999999999999999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0.803030303030303,</a:t>
            </a:r>
          </a:p>
          <a:p>
            <a:r>
              <a:t>            "auc_prc": 0.18610022287925548,</a:t>
            </a:r>
          </a:p>
          <a:p>
            <a:r>
              <a:t>            "average_precision": 0.1944331270997479,</a:t>
            </a:r>
          </a:p>
          <a:p>
            <a:r>
              <a:t>            "balanced_accuracy": 0.7158004158004159,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302,</a:t>
            </a:r>
          </a:p>
          <a:p>
            <a:r>
              <a:t>                68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10,</a:t>
            </a:r>
          </a:p>
          <a:p>
            <a:r>
              <a:t>                16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0.2909090909090909,</a:t>
            </a:r>
          </a:p>
          <a:p>
            <a:r>
              <a:t>            "positive_count": 26,</a:t>
            </a:r>
          </a:p>
          <a:p>
            <a:r>
              <a:t>            "positive_rate": 0.06565656565656566,</a:t>
            </a:r>
          </a:p>
          <a:p>
            <a:r>
              <a:t>            "precision": 0.19047619047619047,</a:t>
            </a:r>
          </a:p>
          <a:p>
            <a:r>
              <a:t>            "recall": 0.6153846153846154,</a:t>
            </a:r>
          </a:p>
          <a:p>
            <a:r>
              <a:t>            "roc_auc": 0.7521829521829522,</a:t>
            </a:r>
          </a:p>
          <a:p>
            <a:r>
              <a:t>            "row_count": 396,</a:t>
            </a:r>
          </a:p>
          <a:p>
            <a:r>
              <a:t>            "threshold": 0.10999999999999999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"MariaDB",</a:t>
            </a:r>
          </a:p>
          <a:p>
            <a:r>
              <a:t>        "level": 5,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"Tasks/task-summaries/validate-refactored-model-per-dataset-20260927-134055/artifacts/cluster-run/mariadb/results/model/words_5/XGboost/baseline/metrics.json",</a:t>
            </a:r>
          </a:p>
          <a:p>
            <a:r>
              <a:t>        "blob_sha1": "114c777f3e7e8cbc3a9fef8814f031c4b954bb05",</a:t>
            </a:r>
          </a:p>
          <a:p>
            <a:r>
              <a:t>        "sha256": "49d5cf92b314b139a8efd7b9fc4a58e1360a9eee8f30e8932b7096f29da7dd7b",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0.6708542713567839,</a:t>
            </a:r>
          </a:p>
          <a:p>
            <a:r>
              <a:t>            "auc_prc": 0.23518746644414634,</a:t>
            </a:r>
          </a:p>
          <a:p>
            <a:r>
              <a:t>            "average_precision": 0.24002194325247667,</a:t>
            </a:r>
          </a:p>
          <a:p>
            <a:r>
              <a:t>            "balanced_accuracy": 0.5236902271732257,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248,</a:t>
            </a:r>
          </a:p>
          <a:p>
            <a:r>
              <a:t>                89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42,</a:t>
            </a:r>
          </a:p>
          <a:p>
            <a:r>
              <a:t>                19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0.22485207100591717,</a:t>
            </a:r>
          </a:p>
          <a:p>
            <a:r>
              <a:t>            "positive_count": 61,</a:t>
            </a:r>
          </a:p>
          <a:p>
            <a:r>
              <a:t>            "positive_rate": 0.15326633165829145,</a:t>
            </a:r>
          </a:p>
          <a:p>
            <a:r>
              <a:t>            "precision": 0.17592592592592593,</a:t>
            </a:r>
          </a:p>
          <a:p>
            <a:r>
              <a:t>            "recall": 0.3114754098360656,</a:t>
            </a:r>
          </a:p>
          <a:p>
            <a:r>
              <a:t>            "roc_auc": 0.5697086150702924,</a:t>
            </a:r>
          </a:p>
          <a:p>
            <a:r>
              <a:t>            "row_count": 398,</a:t>
            </a:r>
          </a:p>
          <a:p>
            <a:r>
              <a:t>            "threshold": 0.06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0.7954545454545454,</a:t>
            </a:r>
          </a:p>
          <a:p>
            <a:r>
              <a:t>            "auc_prc": 0.11353102631691736,</a:t>
            </a:r>
          </a:p>
          <a:p>
            <a:r>
              <a:t>            "average_precision": 0.1283771439518253,</a:t>
            </a:r>
          </a:p>
          <a:p>
            <a:r>
              <a:t>            "balanced_accuracy": 0.6223492723492724,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304,</a:t>
            </a:r>
          </a:p>
          <a:p>
            <a:r>
              <a:t>                66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15,</a:t>
            </a:r>
          </a:p>
          <a:p>
            <a:r>
              <a:t>                11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0.21359223300970873,</a:t>
            </a:r>
          </a:p>
          <a:p>
            <a:r>
              <a:t>            "positive_count": 26,</a:t>
            </a:r>
          </a:p>
          <a:p>
            <a:r>
              <a:t>            "positive_rate": 0.06565656565656566,</a:t>
            </a:r>
          </a:p>
          <a:p>
            <a:r>
              <a:t>            "precision": 0.14285714285714285,</a:t>
            </a:r>
          </a:p>
          <a:p>
            <a:r>
              <a:t>            "recall": 0.4230769230769231,</a:t>
            </a:r>
          </a:p>
          <a:p>
            <a:r>
              <a:t>            "roc_auc": 0.6790540540540541,</a:t>
            </a:r>
          </a:p>
          <a:p>
            <a:r>
              <a:t>            "row_count": 396,</a:t>
            </a:r>
          </a:p>
          <a:p>
            <a:r>
              <a:t>            "threshold": 0.06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0.7386934673366834,</a:t>
            </a:r>
          </a:p>
          <a:p>
            <a:r>
              <a:t>            "auc_prc": 0.17224802731147648,</a:t>
            </a:r>
          </a:p>
          <a:p>
            <a:r>
              <a:t>            "average_precision": 0.17898146033852855,</a:t>
            </a:r>
          </a:p>
          <a:p>
            <a:r>
              <a:t>            "balanced_accuracy": 0.49661915649170596,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285,</a:t>
            </a:r>
          </a:p>
          <a:p>
            <a:r>
              <a:t>                52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52,</a:t>
            </a:r>
          </a:p>
          <a:p>
            <a:r>
              <a:t>                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0.14754098360655737,</a:t>
            </a:r>
          </a:p>
          <a:p>
            <a:r>
              <a:t>            "positive_count": 61,</a:t>
            </a:r>
          </a:p>
          <a:p>
            <a:r>
              <a:t>            "positive_rate": 0.15326633165829145,</a:t>
            </a:r>
          </a:p>
          <a:p>
            <a:r>
              <a:t>            "precision": 0.14754098360655737,</a:t>
            </a:r>
          </a:p>
          <a:p>
            <a:r>
              <a:t>            "recall": 0.14754098360655737,</a:t>
            </a:r>
          </a:p>
          <a:p>
            <a:r>
              <a:t>            "roc_auc": 0.542151092085421,</a:t>
            </a:r>
          </a:p>
          <a:p>
            <a:r>
              <a:t>            "row_count": 398,</a:t>
            </a:r>
          </a:p>
          <a:p>
            <a:r>
              <a:t>            "threshold": 0.48999999999999994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"gemma",</a:t>
            </a:r>
          </a:p>
          <a:p>
            <a:r>
              <a:t>          "test": {</a:t>
            </a:r>
          </a:p>
          <a:p>
            <a:r>
              <a:t>            "accuracy": 0.8140703517587939,</a:t>
            </a:r>
          </a:p>
          <a:p>
            <a:r>
              <a:t>            "auc_prc": 0.20475874873738037,</a:t>
            </a:r>
          </a:p>
          <a:p>
            <a:r>
              <a:t>            "average_precision": 0.2147691094589405,</a:t>
            </a:r>
          </a:p>
          <a:p>
            <a:r>
              <a:t>            "balanced_accuracy": 0.520990416889624,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318,</a:t>
            </a:r>
          </a:p>
          <a:p>
            <a:r>
              <a:t>                19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55,</a:t>
            </a:r>
          </a:p>
          <a:p>
            <a:r>
              <a:t>                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0.13953488372093023,</a:t>
            </a:r>
          </a:p>
          <a:p>
            <a:r>
              <a:t>            "positive_count": 61,</a:t>
            </a:r>
          </a:p>
          <a:p>
            <a:r>
              <a:t>            "positive_rate": 0.15326633165829145,</a:t>
            </a:r>
          </a:p>
          <a:p>
            <a:r>
              <a:t>            "precision": 0.24,</a:t>
            </a:r>
          </a:p>
          <a:p>
            <a:r>
              <a:t>            "recall": 0.09836065573770492,</a:t>
            </a:r>
          </a:p>
          <a:p>
            <a:r>
              <a:t>            "roc_auc": 0.6164810040375541,</a:t>
            </a:r>
          </a:p>
          <a:p>
            <a:r>
              <a:t>            "row_count": 398,</a:t>
            </a:r>
          </a:p>
          <a:p>
            <a:r>
              <a:t>            "threshold": 0.6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0.7864321608040201,</a:t>
            </a:r>
          </a:p>
          <a:p>
            <a:r>
              <a:t>            "auc_prc": 0.21156378503910642,</a:t>
            </a:r>
          </a:p>
          <a:p>
            <a:r>
              <a:t>            "average_precision": 0.21787566804194683,</a:t>
            </a:r>
          </a:p>
          <a:p>
            <a:r>
              <a:t>            "balanced_accuracy": 0.5113829838984287,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306,</a:t>
            </a:r>
          </a:p>
          <a:p>
            <a:r>
              <a:t>                31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54,</a:t>
            </a:r>
          </a:p>
          <a:p>
            <a:r>
              <a:t>                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0.1414141414141414,</a:t>
            </a:r>
          </a:p>
          <a:p>
            <a:r>
              <a:t>            "positive_count": 61,</a:t>
            </a:r>
          </a:p>
          <a:p>
            <a:r>
              <a:t>            "positive_rate": 0.15326633165829145,</a:t>
            </a:r>
          </a:p>
          <a:p>
            <a:r>
              <a:t>            "precision": 0.18421052631578946,</a:t>
            </a:r>
          </a:p>
          <a:p>
            <a:r>
              <a:t>            "recall": 0.11475409836065574,</a:t>
            </a:r>
          </a:p>
          <a:p>
            <a:r>
              <a:t>            "roc_auc": 0.5267548766843411,</a:t>
            </a:r>
          </a:p>
          <a:p>
            <a:r>
              <a:t>            "row_count": 398,</a:t>
            </a:r>
          </a:p>
          <a:p>
            <a:r>
              <a:t>            "threshold": 0.74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10,</a:t>
            </a:r>
          </a:p>
          <a:p>
            <a:r>
              <a:t>      "old_validation": {</a:t>
            </a:r>
          </a:p>
          <a:p>
            <a:r>
              <a:t>        "project": "MariaDB",</a:t>
            </a:r>
          </a:p>
          <a:p>
            <a:r>
              <a:t>        "level": 10,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"Tasks/task-summaries/validate-refactored-model-per-dataset-20260927-134055/artifacts/cluster-run/mariadb/results/model/words_10/RF/baseline/metrics.json",</a:t>
            </a:r>
          </a:p>
          <a:p>
            <a:r>
              <a:t>        "blob_sha1": "3d20db1502513997e31cbc5fdb278f21ae2f0b9f",</a:t>
            </a:r>
          </a:p>
          <a:p>
            <a:r>
              <a:t>        "sha256": "e8fe24215451c2988996f14e82787e2d5458386bd873b29897f9fd27ae8ad077",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0.7864321608040201,</a:t>
            </a:r>
          </a:p>
          <a:p>
            <a:r>
              <a:t>            "auc_prc": 0.155084524931062,</a:t>
            </a:r>
          </a:p>
          <a:p>
            <a:r>
              <a:t>            "average_precision": 0.16548126800780694,</a:t>
            </a:r>
          </a:p>
          <a:p>
            <a:r>
              <a:t>            "balanced_accuracy": 0.511748844375963,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306,</a:t>
            </a:r>
          </a:p>
          <a:p>
            <a:r>
              <a:t>                48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37,</a:t>
            </a:r>
          </a:p>
          <a:p>
            <a:r>
              <a:t>                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0.1414141414141414,</a:t>
            </a:r>
          </a:p>
          <a:p>
            <a:r>
              <a:t>            "positive_count": 44,</a:t>
            </a:r>
          </a:p>
          <a:p>
            <a:r>
              <a:t>            "positive_rate": 0.11055276381909548,</a:t>
            </a:r>
          </a:p>
          <a:p>
            <a:r>
              <a:t>            "precision": 0.12727272727272726,</a:t>
            </a:r>
          </a:p>
          <a:p>
            <a:r>
              <a:t>            "recall": 0.1590909090909091,</a:t>
            </a:r>
          </a:p>
          <a:p>
            <a:r>
              <a:t>            "roc_auc": 0.6271828454031844,</a:t>
            </a:r>
          </a:p>
          <a:p>
            <a:r>
              <a:t>            "row_count": 398,</a:t>
            </a:r>
          </a:p>
          <a:p>
            <a:r>
              <a:t>            "threshold": 0.12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0.9040404040404041,</a:t>
            </a:r>
          </a:p>
          <a:p>
            <a:r>
              <a:t>            "auc_prc": 0.21691554245809694,</a:t>
            </a:r>
          </a:p>
          <a:p>
            <a:r>
              <a:t>            "average_precision": 0.22772906050004368,</a:t>
            </a:r>
          </a:p>
          <a:p>
            <a:r>
              <a:t>            "balanced_accuracy": 0.7116402116402116,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349,</a:t>
            </a:r>
          </a:p>
          <a:p>
            <a:r>
              <a:t>                29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9,</a:t>
            </a:r>
          </a:p>
          <a:p>
            <a:r>
              <a:t>                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0.32142857142857145,</a:t>
            </a:r>
          </a:p>
          <a:p>
            <a:r>
              <a:t>            "positive_count": 18,</a:t>
            </a:r>
          </a:p>
          <a:p>
            <a:r>
              <a:t>            "positive_rate": 0.045454545454545456,</a:t>
            </a:r>
          </a:p>
          <a:p>
            <a:r>
              <a:t>            "precision": 0.23684210526315788,</a:t>
            </a:r>
          </a:p>
          <a:p>
            <a:r>
              <a:t>            "recall": 0.5,</a:t>
            </a:r>
          </a:p>
          <a:p>
            <a:r>
              <a:t>            "roc_auc": 0.8578777189888301,</a:t>
            </a:r>
          </a:p>
          <a:p>
            <a:r>
              <a:t>            "row_count": 396,</a:t>
            </a:r>
          </a:p>
          <a:p>
            <a:r>
              <a:t>            "threshold": 0.12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"MariaDB",</a:t>
            </a:r>
          </a:p>
          <a:p>
            <a:r>
              <a:t>        "level": 10,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"Tasks/task-summaries/validate-refactored-model-per-dataset-20260927-134055/artifacts/cluster-run/mariadb/results/model/words_10/XGboost/baseline/metrics.json",</a:t>
            </a:r>
          </a:p>
          <a:p>
            <a:r>
              <a:t>        "blob_sha1": "3d3dd9ae2376f3f60c14be0cc5fc6acafa163ffc",</a:t>
            </a:r>
          </a:p>
          <a:p>
            <a:r>
              <a:t>        "sha256": "c823c13c44ad8ae1ae84013ae8f07fbc242f059e7ea191c16d7b4ef30431cb23",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0.6959798994974874,</a:t>
            </a:r>
          </a:p>
          <a:p>
            <a:r>
              <a:t>            "auc_prc": 0.16832806629788405,</a:t>
            </a:r>
          </a:p>
          <a:p>
            <a:r>
              <a:t>            "average_precision": 0.17426389739235815,</a:t>
            </a:r>
          </a:p>
          <a:p>
            <a:r>
              <a:t>            "balanced_accuracy": 0.5106574216743709,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265,</a:t>
            </a:r>
          </a:p>
          <a:p>
            <a:r>
              <a:t>                89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32,</a:t>
            </a:r>
          </a:p>
          <a:p>
            <a:r>
              <a:t>                12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0.16551724137931034,</a:t>
            </a:r>
          </a:p>
          <a:p>
            <a:r>
              <a:t>            "positive_count": 44,</a:t>
            </a:r>
          </a:p>
          <a:p>
            <a:r>
              <a:t>            "positive_rate": 0.11055276381909548,</a:t>
            </a:r>
          </a:p>
          <a:p>
            <a:r>
              <a:t>            "precision": 0.1188118811881188,</a:t>
            </a:r>
          </a:p>
          <a:p>
            <a:r>
              <a:t>            "recall": 0.2727272727272727,</a:t>
            </a:r>
          </a:p>
          <a:p>
            <a:r>
              <a:t>            "roc_auc": 0.5871212121212122,</a:t>
            </a:r>
          </a:p>
          <a:p>
            <a:r>
              <a:t>            "row_count": 398,</a:t>
            </a:r>
          </a:p>
          <a:p>
            <a:r>
              <a:t>            "threshold": 0.05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0.803030303030303,</a:t>
            </a:r>
          </a:p>
          <a:p>
            <a:r>
              <a:t>            "auc_prc": 0.14421101291658234,</a:t>
            </a:r>
          </a:p>
          <a:p>
            <a:r>
              <a:t>            "average_precision": 0.14939194705792155,</a:t>
            </a:r>
          </a:p>
          <a:p>
            <a:r>
              <a:t>            "balanced_accuracy": 0.6851851851851851,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308,</a:t>
            </a:r>
          </a:p>
          <a:p>
            <a:r>
              <a:t>                70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8,</a:t>
            </a:r>
          </a:p>
          <a:p>
            <a:r>
              <a:t>                10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0.20408163265306123,</a:t>
            </a:r>
          </a:p>
          <a:p>
            <a:r>
              <a:t>            "positive_count": 18,</a:t>
            </a:r>
          </a:p>
          <a:p>
            <a:r>
              <a:t>            "positive_rate": 0.045454545454545456,</a:t>
            </a:r>
          </a:p>
          <a:p>
            <a:r>
              <a:t>            "precision": 0.125,</a:t>
            </a:r>
          </a:p>
          <a:p>
            <a:r>
              <a:t>            "recall": 0.5555555555555556,</a:t>
            </a:r>
          </a:p>
          <a:p>
            <a:r>
              <a:t>            "roc_auc": 0.7710905349794238,</a:t>
            </a:r>
          </a:p>
          <a:p>
            <a:r>
              <a:t>            "row_count": 396,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0.8442211055276382,</a:t>
            </a:r>
          </a:p>
          <a:p>
            <a:r>
              <a:t>            "auc_prc": 0.1973851461124036,</a:t>
            </a:r>
          </a:p>
          <a:p>
            <a:r>
              <a:t>            "average_precision": 0.20288695245090116,</a:t>
            </a:r>
          </a:p>
          <a:p>
            <a:r>
              <a:t>            "balanced_accuracy": 0.48452747817154596,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335,</a:t>
            </a:r>
          </a:p>
          <a:p>
            <a:r>
              <a:t>                19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43,</a:t>
            </a:r>
          </a:p>
          <a:p>
            <a:r>
              <a:t>                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0.03125000000000001,</a:t>
            </a:r>
          </a:p>
          <a:p>
            <a:r>
              <a:t>            "positive_count": 44,</a:t>
            </a:r>
          </a:p>
          <a:p>
            <a:r>
              <a:t>            "positive_rate": 0.11055276381909548,</a:t>
            </a:r>
          </a:p>
          <a:p>
            <a:r>
              <a:t>            "precision": 0.05,</a:t>
            </a:r>
          </a:p>
          <a:p>
            <a:r>
              <a:t>            "recall": 0.022727272727272728,</a:t>
            </a:r>
          </a:p>
          <a:p>
            <a:r>
              <a:t>            "roc_auc": 0.6836800205444273,</a:t>
            </a:r>
          </a:p>
          <a:p>
            <a:r>
              <a:t>            "row_count": 398,</a:t>
            </a:r>
          </a:p>
          <a:p>
            <a:r>
              <a:t>            "threshold": 0.06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0.871859296482412,</a:t>
            </a:r>
          </a:p>
          <a:p>
            <a:r>
              <a:t>            "auc_prc": 0.18392399131539444,</a:t>
            </a:r>
          </a:p>
          <a:p>
            <a:r>
              <a:t>            "average_precision": 0.19508599983535763,</a:t>
            </a:r>
          </a:p>
          <a:p>
            <a:r>
              <a:t>            "balanced_accuracy": 0.5199666153055984,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344,</a:t>
            </a:r>
          </a:p>
          <a:p>
            <a:r>
              <a:t>                10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41,</a:t>
            </a:r>
          </a:p>
          <a:p>
            <a:r>
              <a:t>                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0.10526315789473682,</a:t>
            </a:r>
          </a:p>
          <a:p>
            <a:r>
              <a:t>            "positive_count": 44,</a:t>
            </a:r>
          </a:p>
          <a:p>
            <a:r>
              <a:t>            "positive_rate": 0.11055276381909548,</a:t>
            </a:r>
          </a:p>
          <a:p>
            <a:r>
              <a:t>            "precision": 0.23076923076923078,</a:t>
            </a:r>
          </a:p>
          <a:p>
            <a:r>
              <a:t>            "recall": 0.06818181818181818,</a:t>
            </a:r>
          </a:p>
          <a:p>
            <a:r>
              <a:t>            "roc_auc": 0.667116076014381,</a:t>
            </a:r>
          </a:p>
          <a:p>
            <a:r>
              <a:t>            "row_count": 398,</a:t>
            </a:r>
          </a:p>
          <a:p>
            <a:r>
              <a:t>            "threshold": 0.13999999999999999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0.6834170854271356,</a:t>
            </a:r>
          </a:p>
          <a:p>
            <a:r>
              <a:t>            "auc_prc": 0.13886344964419028,</a:t>
            </a:r>
          </a:p>
          <a:p>
            <a:r>
              <a:t>            "average_precision": 0.1430750851895887,</a:t>
            </a:r>
          </a:p>
          <a:p>
            <a:r>
              <a:t>            "balanced_accuracy": 0.5533513097072419,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255,</a:t>
            </a:r>
          </a:p>
          <a:p>
            <a:r>
              <a:t>                99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27,</a:t>
            </a:r>
          </a:p>
          <a:p>
            <a:r>
              <a:t>                17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0.2125,</a:t>
            </a:r>
          </a:p>
          <a:p>
            <a:r>
              <a:t>            "positive_count": 44,</a:t>
            </a:r>
          </a:p>
          <a:p>
            <a:r>
              <a:t>            "positive_rate": 0.11055276381909548,</a:t>
            </a:r>
          </a:p>
          <a:p>
            <a:r>
              <a:t>            "precision": 0.14655172413793102,</a:t>
            </a:r>
          </a:p>
          <a:p>
            <a:r>
              <a:t>            "recall": 0.38636363636363635,</a:t>
            </a:r>
          </a:p>
          <a:p>
            <a:r>
              <a:t>            "roc_auc": 0.5112994350282486,</a:t>
            </a:r>
          </a:p>
          <a:p>
            <a:r>
              <a:t>            "row_count": 398,</a:t>
            </a:r>
          </a:p>
          <a:p>
            <a:r>
              <a:t>            "threshold": 0.69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15,</a:t>
            </a:r>
          </a:p>
          <a:p>
            <a:r>
              <a:t>      "old_validation": {</a:t>
            </a:r>
          </a:p>
          <a:p>
            <a:r>
              <a:t>        "project": "MariaDB",</a:t>
            </a:r>
          </a:p>
          <a:p>
            <a:r>
              <a:t>        "level": 15,</a:t>
            </a:r>
          </a:p>
          <a:p>
            <a:r>
              <a:t>        "model": "NN",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"Tasks/task-summaries/validate-refactored-model-per-dataset-20260927-134055/artifacts/cluster-run/mariadb/results/model/words_15/NN/baseline/metrics.json",</a:t>
            </a:r>
          </a:p>
          <a:p>
            <a:r>
              <a:t>        "blob_sha1": "f4cb3f90658acbaae8e08c674451ac208235435b",</a:t>
            </a:r>
          </a:p>
          <a:p>
            <a:r>
              <a:t>        "sha256": "a33e18882986d96c57115fbe78f6312159c1bcc12e89f47ee5df20aaad1626f5",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0.7989949748743719,</a:t>
            </a:r>
          </a:p>
          <a:p>
            <a:r>
              <a:t>            "auc_prc": 0.10881496705402251,</a:t>
            </a:r>
          </a:p>
          <a:p>
            <a:r>
              <a:t>            "average_precision": 0.11289825475418147,</a:t>
            </a:r>
          </a:p>
          <a:p>
            <a:r>
              <a:t>            "balanced_accuracy": 0.504524699045247,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313,</a:t>
            </a:r>
          </a:p>
          <a:p>
            <a:r>
              <a:t>                52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28,</a:t>
            </a:r>
          </a:p>
          <a:p>
            <a:r>
              <a:t>                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0.1111111111111111,</a:t>
            </a:r>
          </a:p>
          <a:p>
            <a:r>
              <a:t>            "positive_count": 33,</a:t>
            </a:r>
          </a:p>
          <a:p>
            <a:r>
              <a:t>            "positive_rate": 0.0829145728643216,</a:t>
            </a:r>
          </a:p>
          <a:p>
            <a:r>
              <a:t>            "precision": 0.08771929824561403,</a:t>
            </a:r>
          </a:p>
          <a:p>
            <a:r>
              <a:t>            "recall": 0.15151515151515152,</a:t>
            </a:r>
          </a:p>
          <a:p>
            <a:r>
              <a:t>            "roc_auc": 0.4899128268991283,</a:t>
            </a:r>
          </a:p>
          <a:p>
            <a:r>
              <a:t>            "row_count": 398,</a:t>
            </a:r>
          </a:p>
          <a:p>
            <a:r>
              <a:t>            "threshold": 0.18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0.9065656565656566,</a:t>
            </a:r>
          </a:p>
          <a:p>
            <a:r>
              <a:t>            "auc_prc": 0.2130947181410214,</a:t>
            </a:r>
          </a:p>
          <a:p>
            <a:r>
              <a:t>            "average_precision": 0.22762180527543316,</a:t>
            </a:r>
          </a:p>
          <a:p>
            <a:r>
              <a:t>            "balanced_accuracy": 0.7118421052631578,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351,</a:t>
            </a:r>
          </a:p>
          <a:p>
            <a:r>
              <a:t>                29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8,</a:t>
            </a:r>
          </a:p>
          <a:p>
            <a:r>
              <a:t>                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0.3018867924528302,</a:t>
            </a:r>
          </a:p>
          <a:p>
            <a:r>
              <a:t>            "positive_count": 16,</a:t>
            </a:r>
          </a:p>
          <a:p>
            <a:r>
              <a:t>            "positive_rate": 0.04040404040404041,</a:t>
            </a:r>
          </a:p>
          <a:p>
            <a:r>
              <a:t>            "precision": 0.21621621621621623,</a:t>
            </a:r>
          </a:p>
          <a:p>
            <a:r>
              <a:t>            "recall": 0.5,</a:t>
            </a:r>
          </a:p>
          <a:p>
            <a:r>
              <a:t>            "roc_auc": 0.7577302631578947,</a:t>
            </a:r>
          </a:p>
          <a:p>
            <a:r>
              <a:t>            "row_count": 396,</a:t>
            </a:r>
          </a:p>
          <a:p>
            <a:r>
              <a:t>            "threshold": 0.18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"MariaDB",</a:t>
            </a:r>
          </a:p>
          <a:p>
            <a:r>
              <a:t>        "level": 15,</a:t>
            </a:r>
          </a:p>
          <a:p>
            <a:r>
              <a:t>        "model": "XGboost",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"Tasks/task-summaries/validate-refactored-model-per-dataset-20260927-134055/artifacts/cluster-run/mariadb/results/model/words_15/XGboost/refactored/metrics.json",</a:t>
            </a:r>
          </a:p>
          <a:p>
            <a:r>
              <a:t>        "blob_sha1": "f117a15f6fb0971d389b9cca44698e6545c5ec75",</a:t>
            </a:r>
          </a:p>
          <a:p>
            <a:r>
              <a:t>        "sha256": "30c76a92184a1c53feb70c59ad8a67e0dd46389fc40f397050f754ad5e4374bf",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0.821608040201005,</a:t>
            </a:r>
          </a:p>
          <a:p>
            <a:r>
              <a:t>            "auc_prc": 0.14992490501659775,</a:t>
            </a:r>
          </a:p>
          <a:p>
            <a:r>
              <a:t>            "average_precision": 0.162225800346665,</a:t>
            </a:r>
          </a:p>
          <a:p>
            <a:r>
              <a:t>            "balanced_accuracy": 0.5444167704441677,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320,</a:t>
            </a:r>
          </a:p>
          <a:p>
            <a:r>
              <a:t>                45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26,</a:t>
            </a:r>
          </a:p>
          <a:p>
            <a:r>
              <a:t>                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0.16470588235294117,</a:t>
            </a:r>
          </a:p>
          <a:p>
            <a:r>
              <a:t>            "positive_count": 33,</a:t>
            </a:r>
          </a:p>
          <a:p>
            <a:r>
              <a:t>            "positive_rate": 0.0829145728643216,</a:t>
            </a:r>
          </a:p>
          <a:p>
            <a:r>
              <a:t>            "precision": 0.1346153846153846,</a:t>
            </a:r>
          </a:p>
          <a:p>
            <a:r>
              <a:t>            "recall": 0.21212121212121213,</a:t>
            </a:r>
          </a:p>
          <a:p>
            <a:r>
              <a:t>            "roc_auc": 0.710170195101702,</a:t>
            </a:r>
          </a:p>
          <a:p>
            <a:r>
              <a:t>            "row_count": 398,</a:t>
            </a:r>
          </a:p>
          <a:p>
            <a:r>
              <a:t>            "threshold": 0.3999999999999999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0.9090909090909091,</a:t>
            </a:r>
          </a:p>
          <a:p>
            <a:r>
              <a:t>            "auc_prc": 0.12344944513879302,</a:t>
            </a:r>
          </a:p>
          <a:p>
            <a:r>
              <a:t>            "average_precision": 0.1473979169928029,</a:t>
            </a:r>
          </a:p>
          <a:p>
            <a:r>
              <a:t>            "balanced_accuracy": 0.6832236842105264,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353,</a:t>
            </a:r>
          </a:p>
          <a:p>
            <a:r>
              <a:t>                27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9,</a:t>
            </a:r>
          </a:p>
          <a:p>
            <a:r>
              <a:t>                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0.28,</a:t>
            </a:r>
          </a:p>
          <a:p>
            <a:r>
              <a:t>            "positive_count": 16,</a:t>
            </a:r>
          </a:p>
          <a:p>
            <a:r>
              <a:t>            "positive_rate": 0.04040404040404041,</a:t>
            </a:r>
          </a:p>
          <a:p>
            <a:r>
              <a:t>            "precision": 0.20588235294117646,</a:t>
            </a:r>
          </a:p>
          <a:p>
            <a:r>
              <a:t>            "recall": 0.4375,</a:t>
            </a:r>
          </a:p>
          <a:p>
            <a:r>
              <a:t>            "roc_auc": 0.8046875,</a:t>
            </a:r>
          </a:p>
          <a:p>
            <a:r>
              <a:t>            "row_count": 396,</a:t>
            </a:r>
          </a:p>
          <a:p>
            <a:r>
              <a:t>            "threshold": 0.3999999999999999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0.6809045226130653,</a:t>
            </a:r>
          </a:p>
          <a:p>
            <a:r>
              <a:t>            "auc_prc": 0.13460626189726138,</a:t>
            </a:r>
          </a:p>
          <a:p>
            <a:r>
              <a:t>            "average_precision": 0.1462048489230392,</a:t>
            </a:r>
          </a:p>
          <a:p>
            <a:r>
              <a:t>            "balanced_accuracy": 0.6330842673308428,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252,</a:t>
            </a:r>
          </a:p>
          <a:p>
            <a:r>
              <a:t>                113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14,</a:t>
            </a:r>
          </a:p>
          <a:p>
            <a:r>
              <a:t>                19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0.23030303030303034,</a:t>
            </a:r>
          </a:p>
          <a:p>
            <a:r>
              <a:t>            "positive_count": 33,</a:t>
            </a:r>
          </a:p>
          <a:p>
            <a:r>
              <a:t>            "positive_rate": 0.0829145728643216,</a:t>
            </a:r>
          </a:p>
          <a:p>
            <a:r>
              <a:t>            "precision": 0.14393939393939395,</a:t>
            </a:r>
          </a:p>
          <a:p>
            <a:r>
              <a:t>            "recall": 0.5757575757575758,</a:t>
            </a:r>
          </a:p>
          <a:p>
            <a:r>
              <a:t>            "roc_auc": 0.6503113325031133,</a:t>
            </a:r>
          </a:p>
          <a:p>
            <a:r>
              <a:t>            "row_count": 398,</a:t>
            </a:r>
          </a:p>
          <a:p>
            <a:r>
              <a:t>            "threshold": 0.22999999999999998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0.914572864321608,</a:t>
            </a:r>
          </a:p>
          <a:p>
            <a:r>
              <a:t>            "auc_prc": 0.16397397811568482,</a:t>
            </a:r>
          </a:p>
          <a:p>
            <a:r>
              <a:t>            "average_precision": 0.1755219110322162,</a:t>
            </a:r>
          </a:p>
          <a:p>
            <a:r>
              <a:t>            "balanced_accuracy": 0.4986301369863014,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364,</a:t>
            </a:r>
          </a:p>
          <a:p>
            <a:r>
              <a:t>                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33,</a:t>
            </a:r>
          </a:p>
          <a:p>
            <a:r>
              <a:t>                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0.0,</a:t>
            </a:r>
          </a:p>
          <a:p>
            <a:r>
              <a:t>            "positive_count": 33,</a:t>
            </a:r>
          </a:p>
          <a:p>
            <a:r>
              <a:t>            "positive_rate": 0.0829145728643216,</a:t>
            </a:r>
          </a:p>
          <a:p>
            <a:r>
              <a:t>            "precision": 0.0,</a:t>
            </a:r>
          </a:p>
          <a:p>
            <a:r>
              <a:t>            "recall": 0.0,</a:t>
            </a:r>
          </a:p>
          <a:p>
            <a:r>
              <a:t>            "roc_auc": 0.733582399335824,</a:t>
            </a:r>
          </a:p>
          <a:p>
            <a:r>
              <a:t>            "row_count": 398,</a:t>
            </a:r>
          </a:p>
          <a:p>
            <a:r>
              <a:t>            "threshold": 0.09999999999999999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0.12814070351758794,</a:t>
            </a:r>
          </a:p>
          <a:p>
            <a:r>
              <a:t>            "auc_prc": 0.09945798364392973,</a:t>
            </a:r>
          </a:p>
          <a:p>
            <a:r>
              <a:t>            "average_precision": 0.11154237278799807,</a:t>
            </a:r>
          </a:p>
          <a:p>
            <a:r>
              <a:t>            "balanced_accuracy": 0.45574927355749273,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23,</a:t>
            </a:r>
          </a:p>
          <a:p>
            <a:r>
              <a:t>                342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5,</a:t>
            </a:r>
          </a:p>
          <a:p>
            <a:r>
              <a:t>                28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0.13895781637717122,</a:t>
            </a:r>
          </a:p>
          <a:p>
            <a:r>
              <a:t>            "positive_count": 33,</a:t>
            </a:r>
          </a:p>
          <a:p>
            <a:r>
              <a:t>            "positive_rate": 0.0829145728643216,</a:t>
            </a:r>
          </a:p>
          <a:p>
            <a:r>
              <a:t>            "precision": 0.07567567567567568,</a:t>
            </a:r>
          </a:p>
          <a:p>
            <a:r>
              <a:t>            "recall": 0.8484848484848485,</a:t>
            </a:r>
          </a:p>
          <a:p>
            <a:r>
              <a:t>            "roc_auc": 0.5206309672063096,</a:t>
            </a:r>
          </a:p>
          <a:p>
            <a:r>
              <a:t>            "row_count": 398,</a:t>
            </a:r>
          </a:p>
          <a:p>
            <a:r>
              <a:t>            "threshold": 0.5499999999999999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20,</a:t>
            </a:r>
          </a:p>
          <a:p>
            <a:r>
              <a:t>      "old_validation": {</a:t>
            </a:r>
          </a:p>
          <a:p>
            <a:r>
              <a:t>        "project": "MariaDB",</a:t>
            </a:r>
          </a:p>
          <a:p>
            <a:r>
              <a:t>        "level": 20,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"Tasks/task-summaries/validate-refactored-model-per-dataset-20260927-134055/artifacts/cluster-run/mariadb/results/model/words_20/RF/refactored/metrics.json",</a:t>
            </a:r>
          </a:p>
          <a:p>
            <a:r>
              <a:t>        "blob_sha1": "1535f6499ab9e7fd6b417da6d4d3dc66776adf39",</a:t>
            </a:r>
          </a:p>
          <a:p>
            <a:r>
              <a:t>        "sha256": "50c95fb6f4f601949c8bcb7296d5ba182a2b25c5c313f266132bb09400cd1fe9",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0.9120603015075377,</a:t>
            </a:r>
          </a:p>
          <a:p>
            <a:r>
              <a:t>            "auc_prc": 0.12182267085738707,</a:t>
            </a:r>
          </a:p>
          <a:p>
            <a:r>
              <a:t>            "average_precision": 0.133107696306499,</a:t>
            </a:r>
          </a:p>
          <a:p>
            <a:r>
              <a:t>            "balanced_accuracy": 0.5235521235521235,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361,</a:t>
            </a:r>
          </a:p>
          <a:p>
            <a:r>
              <a:t>                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26,</a:t>
            </a:r>
          </a:p>
          <a:p>
            <a:r>
              <a:t>                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0.10256410256410255,</a:t>
            </a:r>
          </a:p>
          <a:p>
            <a:r>
              <a:t>            "positive_count": 28,</a:t>
            </a:r>
          </a:p>
          <a:p>
            <a:r>
              <a:t>            "positive_rate": 0.07035175879396985,</a:t>
            </a:r>
          </a:p>
          <a:p>
            <a:r>
              <a:t>            "precision": 0.18181818181818182,</a:t>
            </a:r>
          </a:p>
          <a:p>
            <a:r>
              <a:t>            "recall": 0.07142857142857142,</a:t>
            </a:r>
          </a:p>
          <a:p>
            <a:r>
              <a:t>            "roc_auc": 0.6720559845559846,</a:t>
            </a:r>
          </a:p>
          <a:p>
            <a:r>
              <a:t>            "row_count": 398,</a:t>
            </a:r>
          </a:p>
          <a:p>
            <a:r>
              <a:t>            "threshold": 0.37999999999999995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0.952020202020202,</a:t>
            </a:r>
          </a:p>
          <a:p>
            <a:r>
              <a:t>            "auc_prc": 0.22412258237119118,</a:t>
            </a:r>
          </a:p>
          <a:p>
            <a:r>
              <a:t>            "average_precision": 0.24011691408327485,</a:t>
            </a:r>
          </a:p>
          <a:p>
            <a:r>
              <a:t>            "balanced_accuracy": 0.65234375,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373,</a:t>
            </a:r>
          </a:p>
          <a:p>
            <a:r>
              <a:t>                11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8,</a:t>
            </a:r>
          </a:p>
          <a:p>
            <a:r>
              <a:t>                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0.2962962962962963,</a:t>
            </a:r>
          </a:p>
          <a:p>
            <a:r>
              <a:t>            "positive_count": 12,</a:t>
            </a:r>
          </a:p>
          <a:p>
            <a:r>
              <a:t>            "positive_rate": 0.030303030303030304,</a:t>
            </a:r>
          </a:p>
          <a:p>
            <a:r>
              <a:t>            "precision": 0.26666666666666666,</a:t>
            </a:r>
          </a:p>
          <a:p>
            <a:r>
              <a:t>            "recall": 0.3333333333333333,</a:t>
            </a:r>
          </a:p>
          <a:p>
            <a:r>
              <a:t>            "roc_auc": 0.8717447916666666,</a:t>
            </a:r>
          </a:p>
          <a:p>
            <a:r>
              <a:t>            "row_count": 396,</a:t>
            </a:r>
          </a:p>
          <a:p>
            <a:r>
              <a:t>            "threshold": 0.37999999999999995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"MariaDB",</a:t>
            </a:r>
          </a:p>
          <a:p>
            <a:r>
              <a:t>        "level": 20,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"Tasks/task-summaries/validate-refactored-model-per-dataset-20260927-134055/artifacts/cluster-run/mariadb/results/model/words_20/XGboost/baseline/metrics.json",</a:t>
            </a:r>
          </a:p>
          <a:p>
            <a:r>
              <a:t>        "blob_sha1": "877369b3a0c4ff2e597878b6b28d73af4ff4c366",</a:t>
            </a:r>
          </a:p>
          <a:p>
            <a:r>
              <a:t>        "sha256": "1e11ba3e8f0ace57e526d7879e76164a3fb3ca88972c69e299f1fbdf57c685b1",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0.9296482412060302,</a:t>
            </a:r>
          </a:p>
          <a:p>
            <a:r>
              <a:t>            "auc_prc": 0.1356996843181867,</a:t>
            </a:r>
          </a:p>
          <a:p>
            <a:r>
              <a:t>            "average_precision": 0.1419245718525536,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370,</a:t>
            </a:r>
          </a:p>
          <a:p>
            <a:r>
              <a:t>                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28,</a:t>
            </a:r>
          </a:p>
          <a:p>
            <a:r>
              <a:t>                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0.0,</a:t>
            </a:r>
          </a:p>
          <a:p>
            <a:r>
              <a:t>            "positive_count": 28,</a:t>
            </a:r>
          </a:p>
          <a:p>
            <a:r>
              <a:t>            "positive_rate": 0.07035175879396985,</a:t>
            </a:r>
          </a:p>
          <a:p>
            <a:r>
              <a:t>            "precision": 0.0,</a:t>
            </a:r>
          </a:p>
          <a:p>
            <a:r>
              <a:t>            "recall": 0.0,</a:t>
            </a:r>
          </a:p>
          <a:p>
            <a:r>
              <a:t>            "roc_auc": 0.6566119691119691,</a:t>
            </a:r>
          </a:p>
          <a:p>
            <a:r>
              <a:t>            "row_count": 398,</a:t>
            </a:r>
          </a:p>
          <a:p>
            <a:r>
              <a:t>            "threshold": 0.42999999999999994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0.9722222222222222,</a:t>
            </a:r>
          </a:p>
          <a:p>
            <a:r>
              <a:t>            "auc_prc": 0.15454815293767588,</a:t>
            </a:r>
          </a:p>
          <a:p>
            <a:r>
              <a:t>            "average_precision": 0.16059182772673744,</a:t>
            </a:r>
          </a:p>
          <a:p>
            <a:r>
              <a:t>            "balanced_accuracy": 0.5416666666666666,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384,</a:t>
            </a:r>
          </a:p>
          <a:p>
            <a:r>
              <a:t>                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11,</a:t>
            </a:r>
          </a:p>
          <a:p>
            <a:r>
              <a:t>                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0.15384615384615385,</a:t>
            </a:r>
          </a:p>
          <a:p>
            <a:r>
              <a:t>            "positive_count": 12,</a:t>
            </a:r>
          </a:p>
          <a:p>
            <a:r>
              <a:t>            "positive_rate": 0.030303030303030304,</a:t>
            </a:r>
          </a:p>
          <a:p>
            <a:r>
              <a:t>            "precision": 1.0,</a:t>
            </a:r>
          </a:p>
          <a:p>
            <a:r>
              <a:t>            "recall": 0.08333333333333333,</a:t>
            </a:r>
          </a:p>
          <a:p>
            <a:r>
              <a:t>            "roc_auc": 0.8249782986111112,</a:t>
            </a:r>
          </a:p>
          <a:p>
            <a:r>
              <a:t>            "row_count": 396,</a:t>
            </a:r>
          </a:p>
          <a:p>
            <a:r>
              <a:t>            "threshold": 0.42999999999999994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0.7914572864321608,</a:t>
            </a:r>
          </a:p>
          <a:p>
            <a:r>
              <a:t>            "auc_prc": 0.1833078226395442,</a:t>
            </a:r>
          </a:p>
          <a:p>
            <a:r>
              <a:t>            "average_precision": 0.20318727651072696,</a:t>
            </a:r>
          </a:p>
          <a:p>
            <a:r>
              <a:t>            "balanced_accuracy": 0.5907335907335908,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305,</a:t>
            </a:r>
          </a:p>
          <a:p>
            <a:r>
              <a:t>                65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18,</a:t>
            </a:r>
          </a:p>
          <a:p>
            <a:r>
              <a:t>                10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0.19417475728155337,</a:t>
            </a:r>
          </a:p>
          <a:p>
            <a:r>
              <a:t>            "positive_count": 28,</a:t>
            </a:r>
          </a:p>
          <a:p>
            <a:r>
              <a:t>            "positive_rate": 0.07035175879396985,</a:t>
            </a:r>
          </a:p>
          <a:p>
            <a:r>
              <a:t>            "precision": 0.13333333333333333,</a:t>
            </a:r>
          </a:p>
          <a:p>
            <a:r>
              <a:t>            "recall": 0.35714285714285715,</a:t>
            </a:r>
          </a:p>
          <a:p>
            <a:r>
              <a:t>            "roc_auc": 0.7377413127413127,</a:t>
            </a:r>
          </a:p>
          <a:p>
            <a:r>
              <a:t>            "row_count": 398,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"gemma",</a:t>
            </a:r>
          </a:p>
          <a:p>
            <a:r>
              <a:t>          "test": {</a:t>
            </a:r>
          </a:p>
          <a:p>
            <a:r>
              <a:t>            "accuracy": 0.8065326633165829,</a:t>
            </a:r>
          </a:p>
          <a:p>
            <a:r>
              <a:t>            "auc_prc": 0.17551260575664268,</a:t>
            </a:r>
          </a:p>
          <a:p>
            <a:r>
              <a:t>            "average_precision": 0.19476409426439395,</a:t>
            </a:r>
          </a:p>
          <a:p>
            <a:r>
              <a:t>            "balanced_accuracy": 0.5823359073359073,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312,</a:t>
            </a:r>
          </a:p>
          <a:p>
            <a:r>
              <a:t>                58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19,</a:t>
            </a:r>
          </a:p>
          <a:p>
            <a:r>
              <a:t>                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0.18947368421052632,</a:t>
            </a:r>
          </a:p>
          <a:p>
            <a:r>
              <a:t>            "positive_count": 28,</a:t>
            </a:r>
          </a:p>
          <a:p>
            <a:r>
              <a:t>            "positive_rate": 0.07035175879396985,</a:t>
            </a:r>
          </a:p>
          <a:p>
            <a:r>
              <a:t>            "precision": 0.13432835820895522,</a:t>
            </a:r>
          </a:p>
          <a:p>
            <a:r>
              <a:t>            "recall": 0.32142857142857145,</a:t>
            </a:r>
          </a:p>
          <a:p>
            <a:r>
              <a:t>            "roc_auc": 0.7206563706563707,</a:t>
            </a:r>
          </a:p>
          <a:p>
            <a:r>
              <a:t>            "row_count": 398,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0.12311557788944724,</a:t>
            </a:r>
          </a:p>
          <a:p>
            <a:r>
              <a:t>            "auc_prc": 0.11910423238136872,</a:t>
            </a:r>
          </a:p>
          <a:p>
            <a:r>
              <a:t>            "average_precision": 0.12383001801219107,</a:t>
            </a:r>
          </a:p>
          <a:p>
            <a:r>
              <a:t>            "balanced_accuracy": 0.4953667953667954,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23,</a:t>
            </a:r>
          </a:p>
          <a:p>
            <a:r>
              <a:t>                347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2,</a:t>
            </a:r>
          </a:p>
          <a:p>
            <a:r>
              <a:t>                26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0.12967581047381546,</a:t>
            </a:r>
          </a:p>
          <a:p>
            <a:r>
              <a:t>            "positive_count": 28,</a:t>
            </a:r>
          </a:p>
          <a:p>
            <a:r>
              <a:t>            "positive_rate": 0.07035175879396985,</a:t>
            </a:r>
          </a:p>
          <a:p>
            <a:r>
              <a:t>            "precision": 0.06970509383378017,</a:t>
            </a:r>
          </a:p>
          <a:p>
            <a:r>
              <a:t>            "recall": 0.9285714285714286,</a:t>
            </a:r>
          </a:p>
          <a:p>
            <a:r>
              <a:t>            "roc_auc": 0.5557915057915058,</a:t>
            </a:r>
          </a:p>
          <a:p>
            <a:r>
              <a:t>            "row_count": 398,</a:t>
            </a:r>
          </a:p>
          <a:p>
            <a:r>
              <a:t>            "threshold": 0.5399999999999999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5,</a:t>
            </a:r>
          </a:p>
          <a:p>
            <a:r>
              <a:t>      "old_validation": {</a:t>
            </a:r>
          </a:p>
          <a:p>
            <a:r>
              <a:t>        "project": "Qt",</a:t>
            </a:r>
          </a:p>
          <a:p>
            <a:r>
              <a:t>        "level": 5,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"Tasks/task-summaries/validate-refactored-model-per-dataset-20260927-134055/artifacts/cluster-run/qt/results/model/words_5/XGboost/baseline/metrics.json",</a:t>
            </a:r>
          </a:p>
          <a:p>
            <a:r>
              <a:t>        "blob_sha1": "a12ea61e0f656d7c9871c8e7d262c31558bf30a7",</a:t>
            </a:r>
          </a:p>
          <a:p>
            <a:r>
              <a:t>        "sha256": "c3c495804df5922030be573cba6eafd89485629c6ba99c0d2e8b9f5bf7927a8e",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0.848732624693377,</a:t>
            </a:r>
          </a:p>
          <a:p>
            <a:r>
              <a:t>            "auc_prc": 0.18974342862675092,</a:t>
            </a:r>
          </a:p>
          <a:p>
            <a:r>
              <a:t>            "average_precision": 0.1949165780791524,</a:t>
            </a:r>
          </a:p>
          <a:p>
            <a:r>
              <a:t>            "balanced_accuracy": 0.560518444666002,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1014,</a:t>
            </a:r>
          </a:p>
          <a:p>
            <a:r>
              <a:t>                91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94,</a:t>
            </a:r>
          </a:p>
          <a:p>
            <a:r>
              <a:t>                24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0.2060085836909871,</a:t>
            </a:r>
          </a:p>
          <a:p>
            <a:r>
              <a:t>            "positive_count": 118,</a:t>
            </a:r>
          </a:p>
          <a:p>
            <a:r>
              <a:t>            "positive_rate": 0.0964840556009812,</a:t>
            </a:r>
          </a:p>
          <a:p>
            <a:r>
              <a:t>            "precision": 0.20869565217391303,</a:t>
            </a:r>
          </a:p>
          <a:p>
            <a:r>
              <a:t>            "recall": 0.2033898305084746,</a:t>
            </a:r>
          </a:p>
          <a:p>
            <a:r>
              <a:t>            "roc_auc": 0.689911036122402,</a:t>
            </a:r>
          </a:p>
          <a:p>
            <a:r>
              <a:t>            "row_count": 1223,</a:t>
            </a:r>
          </a:p>
          <a:p>
            <a:r>
              <a:t>            "threshold": 0.14999999999999997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0.8584288052373159,</a:t>
            </a:r>
          </a:p>
          <a:p>
            <a:r>
              <a:t>            "auc_prc": 0.12648264954253227,</a:t>
            </a:r>
          </a:p>
          <a:p>
            <a:r>
              <a:t>            "average_precision": 0.13200656223996762,</a:t>
            </a:r>
          </a:p>
          <a:p>
            <a:r>
              <a:t>            "balanced_accuracy": 0.5711565821407649,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1029,</a:t>
            </a:r>
          </a:p>
          <a:p>
            <a:r>
              <a:t>                109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64,</a:t>
            </a:r>
          </a:p>
          <a:p>
            <a:r>
              <a:t>                20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0.18779342723004694,</a:t>
            </a:r>
          </a:p>
          <a:p>
            <a:r>
              <a:t>            "positive_count": 84,</a:t>
            </a:r>
          </a:p>
          <a:p>
            <a:r>
              <a:t>            "positive_rate": 0.06873977086743044,</a:t>
            </a:r>
          </a:p>
          <a:p>
            <a:r>
              <a:t>            "precision": 0.15503875968992248,</a:t>
            </a:r>
          </a:p>
          <a:p>
            <a:r>
              <a:t>            "recall": 0.23809523809523808,</a:t>
            </a:r>
          </a:p>
          <a:p>
            <a:r>
              <a:t>            "roc_auc": 0.6624979077747092,</a:t>
            </a:r>
          </a:p>
          <a:p>
            <a:r>
              <a:t>            "row_count": 1222,</a:t>
            </a:r>
          </a:p>
          <a:p>
            <a:r>
              <a:t>            "threshold": 0.14999999999999997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"Qt",</a:t>
            </a:r>
          </a:p>
          <a:p>
            <a:r>
              <a:t>        "level": 5,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"Tasks/task-summaries/validate-refactored-model-per-dataset-20260927-134055/artifacts/cluster-run/qt/results/model/words_5/RF/refactored/metrics.json",</a:t>
            </a:r>
          </a:p>
          <a:p>
            <a:r>
              <a:t>        "blob_sha1": "359b95f349d73e9a2d431ea519ddc139310b4a00",</a:t>
            </a:r>
          </a:p>
          <a:p>
            <a:r>
              <a:t>        "sha256": "f69e124b6249af259362762373735cba4f9832d128a2b7809d81e8898a595b0b",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0.5715453802125919,</a:t>
            </a:r>
          </a:p>
          <a:p>
            <a:r>
              <a:t>            "auc_prc": 0.23260937765432635,</a:t>
            </a:r>
          </a:p>
          <a:p>
            <a:r>
              <a:t>            "average_precision": 0.23922089722935824,</a:t>
            </a:r>
          </a:p>
          <a:p>
            <a:r>
              <a:t>            "balanced_accuracy": 0.6304279469284455,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616,</a:t>
            </a:r>
          </a:p>
          <a:p>
            <a:r>
              <a:t>                489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35,</a:t>
            </a:r>
          </a:p>
          <a:p>
            <a:r>
              <a:t>                83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0.24057971014492754,</a:t>
            </a:r>
          </a:p>
          <a:p>
            <a:r>
              <a:t>            "positive_count": 118,</a:t>
            </a:r>
          </a:p>
          <a:p>
            <a:r>
              <a:t>            "positive_rate": 0.0964840556009812,</a:t>
            </a:r>
          </a:p>
          <a:p>
            <a:r>
              <a:t>            "precision": 0.1451048951048951,</a:t>
            </a:r>
          </a:p>
          <a:p>
            <a:r>
              <a:t>            "recall": 0.7033898305084746,</a:t>
            </a:r>
          </a:p>
          <a:p>
            <a:r>
              <a:t>            "roc_auc": 0.713375258838868,</a:t>
            </a:r>
          </a:p>
          <a:p>
            <a:r>
              <a:t>            "row_count": 1223,</a:t>
            </a:r>
          </a:p>
          <a:p>
            <a:r>
              <a:t>            "threshold": 0.16999999999999998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0.5859247135842881,</a:t>
            </a:r>
          </a:p>
          <a:p>
            <a:r>
              <a:t>            "auc_prc": 0.11241554752940851,</a:t>
            </a:r>
          </a:p>
          <a:p>
            <a:r>
              <a:t>            "average_precision": 0.11766834357112571,</a:t>
            </a:r>
          </a:p>
          <a:p>
            <a:r>
              <a:t>            "balanced_accuracy": 0.6288287722821994,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659,</a:t>
            </a:r>
          </a:p>
          <a:p>
            <a:r>
              <a:t>                479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27,</a:t>
            </a:r>
          </a:p>
          <a:p>
            <a:r>
              <a:t>                57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0.1838709677419355,</a:t>
            </a:r>
          </a:p>
          <a:p>
            <a:r>
              <a:t>            "positive_count": 84,</a:t>
            </a:r>
          </a:p>
          <a:p>
            <a:r>
              <a:t>            "positive_rate": 0.06873977086743044,</a:t>
            </a:r>
          </a:p>
          <a:p>
            <a:r>
              <a:t>            "precision": 0.10634328358208955,</a:t>
            </a:r>
          </a:p>
          <a:p>
            <a:r>
              <a:t>            "recall": 0.6785714285714286,</a:t>
            </a:r>
          </a:p>
          <a:p>
            <a:r>
              <a:t>            "roc_auc": 0.6681782994392836,</a:t>
            </a:r>
          </a:p>
          <a:p>
            <a:r>
              <a:t>            "row_count": 1222,</a:t>
            </a:r>
          </a:p>
          <a:p>
            <a:r>
              <a:t>            "threshold": 0.16999999999999998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"modernbert",</a:t>
            </a:r>
          </a:p>
          <a:p>
            <a:r>
              <a:t>          "test": {</a:t>
            </a:r>
          </a:p>
          <a:p>
            <a:r>
              <a:t>            "accuracy": 0.7072771872444807,</a:t>
            </a:r>
          </a:p>
          <a:p>
            <a:r>
              <a:t>            "auc_prc": 0.2304647670912897,</a:t>
            </a:r>
          </a:p>
          <a:p>
            <a:r>
              <a:t>            "average_precision": 0.23591981132571813,</a:t>
            </a:r>
          </a:p>
          <a:p>
            <a:r>
              <a:t>            "balanced_accuracy": 0.6033514840095099,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809,</a:t>
            </a:r>
          </a:p>
          <a:p>
            <a:r>
              <a:t>                296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62,</a:t>
            </a:r>
          </a:p>
          <a:p>
            <a:r>
              <a:t>                56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0.23829787234042552,</a:t>
            </a:r>
          </a:p>
          <a:p>
            <a:r>
              <a:t>            "positive_count": 118,</a:t>
            </a:r>
          </a:p>
          <a:p>
            <a:r>
              <a:t>            "positive_rate": 0.0964840556009812,</a:t>
            </a:r>
          </a:p>
          <a:p>
            <a:r>
              <a:t>            "precision": 0.1590909090909091,</a:t>
            </a:r>
          </a:p>
          <a:p>
            <a:r>
              <a:t>            "recall": 0.4745762711864407,</a:t>
            </a:r>
          </a:p>
          <a:p>
            <a:r>
              <a:t>            "roc_auc": 0.6875910729350411,</a:t>
            </a:r>
          </a:p>
          <a:p>
            <a:r>
              <a:t>            "row_count": 1223,</a:t>
            </a:r>
          </a:p>
          <a:p>
            <a:r>
              <a:t>            "threshold": 0.5099999999999999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0.9043336058871627,</a:t>
            </a:r>
          </a:p>
          <a:p>
            <a:r>
              <a:t>            "auc_prc": 0.24149256439731454,</a:t>
            </a:r>
          </a:p>
          <a:p>
            <a:r>
              <a:t>            "average_precision": 0.24447724069381285,</a:t>
            </a:r>
          </a:p>
          <a:p>
            <a:r>
              <a:t>            "balanced_accuracy": 0.5420852826136974,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1095,</a:t>
            </a:r>
          </a:p>
          <a:p>
            <a:r>
              <a:t>                10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107,</a:t>
            </a:r>
          </a:p>
          <a:p>
            <a:r>
              <a:t>                11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0.15827338129496404,</a:t>
            </a:r>
          </a:p>
          <a:p>
            <a:r>
              <a:t>            "positive_count": 118,</a:t>
            </a:r>
          </a:p>
          <a:p>
            <a:r>
              <a:t>            "positive_rate": 0.0964840556009812,</a:t>
            </a:r>
          </a:p>
          <a:p>
            <a:r>
              <a:t>            "precision": 0.5238095238095238,</a:t>
            </a:r>
          </a:p>
          <a:p>
            <a:r>
              <a:t>            "recall": 0.09322033898305085,</a:t>
            </a:r>
          </a:p>
          <a:p>
            <a:r>
              <a:t>            "roc_auc": 0.6946621673441215,</a:t>
            </a:r>
          </a:p>
          <a:p>
            <a:r>
              <a:t>            "row_count": 1223,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0.5437448896156991,</a:t>
            </a:r>
          </a:p>
          <a:p>
            <a:r>
              <a:t>            "auc_prc": 0.10000997433645634,</a:t>
            </a:r>
          </a:p>
          <a:p>
            <a:r>
              <a:t>            "average_precision": 0.10287793791234684,</a:t>
            </a:r>
          </a:p>
          <a:p>
            <a:r>
              <a:t>            "balanced_accuracy": 0.49392974921389676,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614,</a:t>
            </a:r>
          </a:p>
          <a:p>
            <a:r>
              <a:t>                491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67,</a:t>
            </a:r>
          </a:p>
          <a:p>
            <a:r>
              <a:t>                51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0.15454545454545457,</a:t>
            </a:r>
          </a:p>
          <a:p>
            <a:r>
              <a:t>            "positive_count": 118,</a:t>
            </a:r>
          </a:p>
          <a:p>
            <a:r>
              <a:t>            "positive_rate": 0.0964840556009812,</a:t>
            </a:r>
          </a:p>
          <a:p>
            <a:r>
              <a:t>            "precision": 0.0940959409594096,</a:t>
            </a:r>
          </a:p>
          <a:p>
            <a:r>
              <a:t>            "recall": 0.4322033898305085,</a:t>
            </a:r>
          </a:p>
          <a:p>
            <a:r>
              <a:t>            "roc_auc": 0.5048815093181992,</a:t>
            </a:r>
          </a:p>
          <a:p>
            <a:r>
              <a:t>            "row_count": 1223,</a:t>
            </a:r>
          </a:p>
          <a:p>
            <a:r>
              <a:t>            "threshold": 0.6599999999999999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10,</a:t>
            </a:r>
          </a:p>
          <a:p>
            <a:r>
              <a:t>      "old_validation": {</a:t>
            </a:r>
          </a:p>
          <a:p>
            <a:r>
              <a:t>        "project": "Qt",</a:t>
            </a:r>
          </a:p>
          <a:p>
            <a:r>
              <a:t>        "level": 10,</a:t>
            </a:r>
          </a:p>
          <a:p>
            <a:r>
              <a:t>        "model": "XGboost",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"Tasks/task-summaries/validate-refactored-model-per-dataset-20260927-134055/artifacts/cluster-run/qt/results/model/words_10/XGboost/refactored/metrics.json",</a:t>
            </a:r>
          </a:p>
          <a:p>
            <a:r>
              <a:t>        "blob_sha1": "3d621f8dffef5fe56aec97d4e86127db68526ce0",</a:t>
            </a:r>
          </a:p>
          <a:p>
            <a:r>
              <a:t>        "sha256": "90173e219a8ad92c0be64ce809b8f0a55eed4f074df1f26ac64602fac5106858",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0.9051512673753066,</a:t>
            </a:r>
          </a:p>
          <a:p>
            <a:r>
              <a:t>            "auc_prc": 0.17394196940901607,</a:t>
            </a:r>
          </a:p>
          <a:p>
            <a:r>
              <a:t>            "average_precision": 0.1784419161306906,</a:t>
            </a:r>
          </a:p>
          <a:p>
            <a:r>
              <a:t>            "balanced_accuracy": 0.594475494411006,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1092,</a:t>
            </a:r>
          </a:p>
          <a:p>
            <a:r>
              <a:t>                71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45,</a:t>
            </a:r>
          </a:p>
          <a:p>
            <a:r>
              <a:t>                15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0.20547945205479454,</a:t>
            </a:r>
          </a:p>
          <a:p>
            <a:r>
              <a:t>            "positive_count": 60,</a:t>
            </a:r>
          </a:p>
          <a:p>
            <a:r>
              <a:t>            "positive_rate": 0.04905968928863451,</a:t>
            </a:r>
          </a:p>
          <a:p>
            <a:r>
              <a:t>            "precision": 0.1744186046511628,</a:t>
            </a:r>
          </a:p>
          <a:p>
            <a:r>
              <a:t>            "recall": 0.25,</a:t>
            </a:r>
          </a:p>
          <a:p>
            <a:r>
              <a:t>            "roc_auc": 0.7276153625680711,</a:t>
            </a:r>
          </a:p>
          <a:p>
            <a:r>
              <a:t>            "row_count": 1223,</a:t>
            </a:r>
          </a:p>
          <a:p>
            <a:r>
              <a:t>            "threshold": 0.6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0.8797054009819967,</a:t>
            </a:r>
          </a:p>
          <a:p>
            <a:r>
              <a:t>            "auc_prc": 0.12029227907071678,</a:t>
            </a:r>
          </a:p>
          <a:p>
            <a:r>
              <a:t>            "average_precision": 0.12878535045257875,</a:t>
            </a:r>
          </a:p>
          <a:p>
            <a:r>
              <a:t>            "balanced_accuracy": 0.5751788026195055,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1059,</a:t>
            </a:r>
          </a:p>
          <a:p>
            <a:r>
              <a:t>                94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53,</a:t>
            </a:r>
          </a:p>
          <a:p>
            <a:r>
              <a:t>                16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0.1787709497206704,</a:t>
            </a:r>
          </a:p>
          <a:p>
            <a:r>
              <a:t>            "positive_count": 69,</a:t>
            </a:r>
          </a:p>
          <a:p>
            <a:r>
              <a:t>            "positive_rate": 0.05646481178396072,</a:t>
            </a:r>
          </a:p>
          <a:p>
            <a:r>
              <a:t>            "precision": 0.14545454545454545,</a:t>
            </a:r>
          </a:p>
          <a:p>
            <a:r>
              <a:t>            "recall": 0.2318840579710145,</a:t>
            </a:r>
          </a:p>
          <a:p>
            <a:r>
              <a:t>            "roc_auc": 0.6537639679726486,</a:t>
            </a:r>
          </a:p>
          <a:p>
            <a:r>
              <a:t>            "row_count": 1222,</a:t>
            </a:r>
          </a:p>
          <a:p>
            <a:r>
              <a:t>            "threshold": 0.6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"Qt",</a:t>
            </a:r>
          </a:p>
          <a:p>
            <a:r>
              <a:t>        "level": 10,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"Tasks/task-summaries/validate-refactored-model-per-dataset-20260927-134055/artifacts/cluster-run/qt/results/model/words_10/RF/baseline/metrics.json",</a:t>
            </a:r>
          </a:p>
          <a:p>
            <a:r>
              <a:t>        "blob_sha1": "a7395514881fbff5ebba03289b4c681de2040a6a",</a:t>
            </a:r>
          </a:p>
          <a:p>
            <a:r>
              <a:t>        "sha256": "75271fc921a4af416792abecbaed997bba00901d19c37d4aa5d2df1b8eeab7fb",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0.8740801308258381,</a:t>
            </a:r>
          </a:p>
          <a:p>
            <a:r>
              <a:t>            "auc_prc": 0.18825621033997086,</a:t>
            </a:r>
          </a:p>
          <a:p>
            <a:r>
              <a:t>            "average_precision": 0.19331191830116592,</a:t>
            </a:r>
          </a:p>
          <a:p>
            <a:r>
              <a:t>            "balanced_accuracy": 0.6571725422757237,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1044,</a:t>
            </a:r>
          </a:p>
          <a:p>
            <a:r>
              <a:t>                119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35,</a:t>
            </a:r>
          </a:p>
          <a:p>
            <a:r>
              <a:t>                25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0.24509803921568626,</a:t>
            </a:r>
          </a:p>
          <a:p>
            <a:r>
              <a:t>            "positive_count": 60,</a:t>
            </a:r>
          </a:p>
          <a:p>
            <a:r>
              <a:t>            "positive_rate": 0.04905968928863451,</a:t>
            </a:r>
          </a:p>
          <a:p>
            <a:r>
              <a:t>            "precision": 0.1736111111111111,</a:t>
            </a:r>
          </a:p>
          <a:p>
            <a:r>
              <a:t>            "recall": 0.4166666666666667,</a:t>
            </a:r>
          </a:p>
          <a:p>
            <a:r>
              <a:t>            "roc_auc": 0.7778016623674405,</a:t>
            </a:r>
          </a:p>
          <a:p>
            <a:r>
              <a:t>            "row_count": 1223,</a:t>
            </a:r>
          </a:p>
          <a:p>
            <a:r>
              <a:t>            "threshold": 0.13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0.837152209492635,</a:t>
            </a:r>
          </a:p>
          <a:p>
            <a:r>
              <a:t>            "auc_prc": 0.11547142833016022,</a:t>
            </a:r>
          </a:p>
          <a:p>
            <a:r>
              <a:t>            "average_precision": 0.1214920824540674,</a:t>
            </a:r>
          </a:p>
          <a:p>
            <a:r>
              <a:t>            "balanced_accuracy": 0.600318010985834,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1000,</a:t>
            </a:r>
          </a:p>
          <a:p>
            <a:r>
              <a:t>                153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46,</a:t>
            </a:r>
          </a:p>
          <a:p>
            <a:r>
              <a:t>                23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0.18775510204081633,</a:t>
            </a:r>
          </a:p>
          <a:p>
            <a:r>
              <a:t>            "positive_count": 69,</a:t>
            </a:r>
          </a:p>
          <a:p>
            <a:r>
              <a:t>            "positive_rate": 0.05646481178396072,</a:t>
            </a:r>
          </a:p>
          <a:p>
            <a:r>
              <a:t>            "precision": 0.13068181818181818,</a:t>
            </a:r>
          </a:p>
          <a:p>
            <a:r>
              <a:t>            "recall": 0.3333333333333333,</a:t>
            </a:r>
          </a:p>
          <a:p>
            <a:r>
              <a:t>            "roc_auc": 0.6918121598350868,</a:t>
            </a:r>
          </a:p>
          <a:p>
            <a:r>
              <a:t>            "row_count": 1222,</a:t>
            </a:r>
          </a:p>
          <a:p>
            <a:r>
              <a:t>            "threshold": 0.13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0.8798037612428454,</a:t>
            </a:r>
          </a:p>
          <a:p>
            <a:r>
              <a:t>            "auc_prc": 0.17808884719141882,</a:t>
            </a:r>
          </a:p>
          <a:p>
            <a:r>
              <a:t>            "average_precision": 0.18428668296360734,</a:t>
            </a:r>
          </a:p>
          <a:p>
            <a:r>
              <a:t>            "balanced_accuracy": 0.6364717684150186,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1054,</a:t>
            </a:r>
          </a:p>
          <a:p>
            <a:r>
              <a:t>                109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38,</a:t>
            </a:r>
          </a:p>
          <a:p>
            <a:r>
              <a:t>                22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0.23036649214659685,</a:t>
            </a:r>
          </a:p>
          <a:p>
            <a:r>
              <a:t>            "positive_count": 60,</a:t>
            </a:r>
          </a:p>
          <a:p>
            <a:r>
              <a:t>            "positive_rate": 0.04905968928863451,</a:t>
            </a:r>
          </a:p>
          <a:p>
            <a:r>
              <a:t>            "precision": 0.16793893129770993,</a:t>
            </a:r>
          </a:p>
          <a:p>
            <a:r>
              <a:t>            "recall": 0.36666666666666664,</a:t>
            </a:r>
          </a:p>
          <a:p>
            <a:r>
              <a:t>            "roc_auc": 0.7483018056749785,</a:t>
            </a:r>
          </a:p>
          <a:p>
            <a:r>
              <a:t>            "row_count": 1223,</a:t>
            </a:r>
          </a:p>
          <a:p>
            <a:r>
              <a:t>            "threshold": 0.13999999999999999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0.901880621422731,</a:t>
            </a:r>
          </a:p>
          <a:p>
            <a:r>
              <a:t>            "auc_prc": 0.2199520118047271,</a:t>
            </a:r>
          </a:p>
          <a:p>
            <a:r>
              <a:t>            "average_precision": 0.223768772197747,</a:t>
            </a:r>
          </a:p>
          <a:p>
            <a:r>
              <a:t>            "balanced_accuracy": 0.6322728575523072,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1083,</a:t>
            </a:r>
          </a:p>
          <a:p>
            <a:r>
              <a:t>                80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40,</a:t>
            </a:r>
          </a:p>
          <a:p>
            <a:r>
              <a:t>                20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0.25,</a:t>
            </a:r>
          </a:p>
          <a:p>
            <a:r>
              <a:t>            "positive_count": 60,</a:t>
            </a:r>
          </a:p>
          <a:p>
            <a:r>
              <a:t>            "positive_rate": 0.04905968928863451,</a:t>
            </a:r>
          </a:p>
          <a:p>
            <a:r>
              <a:t>            "precision": 0.2,</a:t>
            </a:r>
          </a:p>
          <a:p>
            <a:r>
              <a:t>            "recall": 0.3333333333333333,</a:t>
            </a:r>
          </a:p>
          <a:p>
            <a:r>
              <a:t>            "roc_auc": 0.7205503009458297,</a:t>
            </a:r>
          </a:p>
          <a:p>
            <a:r>
              <a:t>            "row_count": 1223,</a:t>
            </a:r>
          </a:p>
          <a:p>
            <a:r>
              <a:t>            "threshold": 0.06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0.5813573180703189,</a:t>
            </a:r>
          </a:p>
          <a:p>
            <a:r>
              <a:t>            "auc_prc": 0.05269515140897159,</a:t>
            </a:r>
          </a:p>
          <a:p>
            <a:r>
              <a:t>            "average_precision": 0.05673176685876176,</a:t>
            </a:r>
          </a:p>
          <a:p>
            <a:r>
              <a:t>            "balanced_accuracy": 0.49535683576956147,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687,</a:t>
            </a:r>
          </a:p>
          <a:p>
            <a:r>
              <a:t>                476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36,</a:t>
            </a:r>
          </a:p>
          <a:p>
            <a:r>
              <a:t>                24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0.08571428571428572,</a:t>
            </a:r>
          </a:p>
          <a:p>
            <a:r>
              <a:t>            "positive_count": 60,</a:t>
            </a:r>
          </a:p>
          <a:p>
            <a:r>
              <a:t>            "positive_rate": 0.04905968928863451,</a:t>
            </a:r>
          </a:p>
          <a:p>
            <a:r>
              <a:t>            "precision": 0.048,</a:t>
            </a:r>
          </a:p>
          <a:p>
            <a:r>
              <a:t>            "recall": 0.4,</a:t>
            </a:r>
          </a:p>
          <a:p>
            <a:r>
              <a:t>            "roc_auc": 0.4613857838922327,</a:t>
            </a:r>
          </a:p>
          <a:p>
            <a:r>
              <a:t>            "row_count": 1223,</a:t>
            </a:r>
          </a:p>
          <a:p>
            <a:r>
              <a:t>            "threshold": 0.6599999999999999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15,</a:t>
            </a:r>
          </a:p>
          <a:p>
            <a:r>
              <a:t>      "old_validation": {</a:t>
            </a:r>
          </a:p>
          <a:p>
            <a:r>
              <a:t>        "project": "Qt",</a:t>
            </a:r>
          </a:p>
          <a:p>
            <a:r>
              <a:t>        "level": 15,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"Tasks/task-summaries/validate-refactored-model-per-dataset-20260927-134055/artifacts/cluster-run/qt/results/model/words_15/XGboost/baseline/metrics.json",</a:t>
            </a:r>
          </a:p>
          <a:p>
            <a:r>
              <a:t>        "blob_sha1": "bf79341482f79c4b0502aa9cfe5cf148de7e1fd7",</a:t>
            </a:r>
          </a:p>
          <a:p>
            <a:r>
              <a:t>        "sha256": "4b7ba58d74606bb8671150fab6af081e71120779843075510e29018ba591bf78",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0.9566639411283728,</a:t>
            </a:r>
          </a:p>
          <a:p>
            <a:r>
              <a:t>            "auc_prc": 0.13670706740744334,</a:t>
            </a:r>
          </a:p>
          <a:p>
            <a:r>
              <a:t>            "average_precision": 0.1493418412262666,</a:t>
            </a:r>
          </a:p>
          <a:p>
            <a:r>
              <a:t>            "balanced_accuracy": 0.5293752463539614,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1167,</a:t>
            </a:r>
          </a:p>
          <a:p>
            <a:r>
              <a:t>                13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40,</a:t>
            </a:r>
          </a:p>
          <a:p>
            <a:r>
              <a:t>                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0.10169491525423728,</a:t>
            </a:r>
          </a:p>
          <a:p>
            <a:r>
              <a:t>            "positive_count": 43,</a:t>
            </a:r>
          </a:p>
          <a:p>
            <a:r>
              <a:t>            "positive_rate": 0.03515944399018806,</a:t>
            </a:r>
          </a:p>
          <a:p>
            <a:r>
              <a:t>            "precision": 0.1875,</a:t>
            </a:r>
          </a:p>
          <a:p>
            <a:r>
              <a:t>            "recall": 0.06976744186046512,</a:t>
            </a:r>
          </a:p>
          <a:p>
            <a:r>
              <a:t>            "roc_auc": 0.7926487977926685,</a:t>
            </a:r>
          </a:p>
          <a:p>
            <a:r>
              <a:t>            "row_count": 1223,</a:t>
            </a:r>
          </a:p>
          <a:p>
            <a:r>
              <a:t>            "threshold": 0.20999999999999996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0.94189852700491,</a:t>
            </a:r>
          </a:p>
          <a:p>
            <a:r>
              <a:t>            "auc_prc": 0.11861433141088287,</a:t>
            </a:r>
          </a:p>
          <a:p>
            <a:r>
              <a:t>            "average_precision": 0.12370691045277249,</a:t>
            </a:r>
          </a:p>
          <a:p>
            <a:r>
              <a:t>            "balanced_accuracy": 0.5599448986846782,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1143,</a:t>
            </a:r>
          </a:p>
          <a:p>
            <a:r>
              <a:t>                21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50,</a:t>
            </a:r>
          </a:p>
          <a:p>
            <a:r>
              <a:t>                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0.1839080459770115,</a:t>
            </a:r>
          </a:p>
          <a:p>
            <a:r>
              <a:t>            "positive_count": 58,</a:t>
            </a:r>
          </a:p>
          <a:p>
            <a:r>
              <a:t>            "positive_rate": 0.04746317512274959,</a:t>
            </a:r>
          </a:p>
          <a:p>
            <a:r>
              <a:t>            "precision": 0.27586206896551724,</a:t>
            </a:r>
          </a:p>
          <a:p>
            <a:r>
              <a:t>            "recall": 0.13793103448275862,</a:t>
            </a:r>
          </a:p>
          <a:p>
            <a:r>
              <a:t>            "roc_auc": 0.6623637279298495,</a:t>
            </a:r>
          </a:p>
          <a:p>
            <a:r>
              <a:t>            "row_count": 1222,</a:t>
            </a:r>
          </a:p>
          <a:p>
            <a:r>
              <a:t>            "threshold": 0.20999999999999996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"Qt",</a:t>
            </a:r>
          </a:p>
          <a:p>
            <a:r>
              <a:t>        "level": 15,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"Tasks/task-summaries/validate-refactored-model-per-dataset-20260927-134055/artifacts/cluster-run/qt/results/model/words_15/XGboost/baseline/metrics.json",</a:t>
            </a:r>
          </a:p>
          <a:p>
            <a:r>
              <a:t>        "blob_sha1": "bf79341482f79c4b0502aa9cfe5cf148de7e1fd7",</a:t>
            </a:r>
          </a:p>
          <a:p>
            <a:r>
              <a:t>        "sha256": "4b7ba58d74606bb8671150fab6af081e71120779843075510e29018ba591bf78",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0.9566639411283728,</a:t>
            </a:r>
          </a:p>
          <a:p>
            <a:r>
              <a:t>            "auc_prc": 0.13670706740744334,</a:t>
            </a:r>
          </a:p>
          <a:p>
            <a:r>
              <a:t>            "average_precision": 0.1493418412262666,</a:t>
            </a:r>
          </a:p>
          <a:p>
            <a:r>
              <a:t>            "balanced_accuracy": 0.5293752463539614,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1167,</a:t>
            </a:r>
          </a:p>
          <a:p>
            <a:r>
              <a:t>                13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40,</a:t>
            </a:r>
          </a:p>
          <a:p>
            <a:r>
              <a:t>                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0.10169491525423728,</a:t>
            </a:r>
          </a:p>
          <a:p>
            <a:r>
              <a:t>            "positive_count": 43,</a:t>
            </a:r>
          </a:p>
          <a:p>
            <a:r>
              <a:t>            "positive_rate": 0.03515944399018806,</a:t>
            </a:r>
          </a:p>
          <a:p>
            <a:r>
              <a:t>            "precision": 0.1875,</a:t>
            </a:r>
          </a:p>
          <a:p>
            <a:r>
              <a:t>            "recall": 0.06976744186046512,</a:t>
            </a:r>
          </a:p>
          <a:p>
            <a:r>
              <a:t>            "roc_auc": 0.7926487977926685,</a:t>
            </a:r>
          </a:p>
          <a:p>
            <a:r>
              <a:t>            "row_count": 1223,</a:t>
            </a:r>
          </a:p>
          <a:p>
            <a:r>
              <a:t>            "threshold": 0.20999999999999996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0.94189852700491,</a:t>
            </a:r>
          </a:p>
          <a:p>
            <a:r>
              <a:t>            "auc_prc": 0.11861433141088287,</a:t>
            </a:r>
          </a:p>
          <a:p>
            <a:r>
              <a:t>            "average_precision": 0.12370691045277249,</a:t>
            </a:r>
          </a:p>
          <a:p>
            <a:r>
              <a:t>            "balanced_accuracy": 0.5599448986846782,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1143,</a:t>
            </a:r>
          </a:p>
          <a:p>
            <a:r>
              <a:t>                21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50,</a:t>
            </a:r>
          </a:p>
          <a:p>
            <a:r>
              <a:t>                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0.1839080459770115,</a:t>
            </a:r>
          </a:p>
          <a:p>
            <a:r>
              <a:t>            "positive_count": 58,</a:t>
            </a:r>
          </a:p>
          <a:p>
            <a:r>
              <a:t>            "positive_rate": 0.04746317512274959,</a:t>
            </a:r>
          </a:p>
          <a:p>
            <a:r>
              <a:t>            "precision": 0.27586206896551724,</a:t>
            </a:r>
          </a:p>
          <a:p>
            <a:r>
              <a:t>            "recall": 0.13793103448275862,</a:t>
            </a:r>
          </a:p>
          <a:p>
            <a:r>
              <a:t>            "roc_auc": 0.6623637279298495,</a:t>
            </a:r>
          </a:p>
          <a:p>
            <a:r>
              <a:t>            "row_count": 1222,</a:t>
            </a:r>
          </a:p>
          <a:p>
            <a:r>
              <a:t>            "threshold": 0.20999999999999996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0.9542109566639412,</a:t>
            </a:r>
          </a:p>
          <a:p>
            <a:r>
              <a:t>            "auc_prc": 0.14709102890848116,</a:t>
            </a:r>
          </a:p>
          <a:p>
            <a:r>
              <a:t>            "average_precision": 0.16037742968796803,</a:t>
            </a:r>
          </a:p>
          <a:p>
            <a:r>
              <a:t>            "balanced_accuracy": 0.5841249507292077,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1159,</a:t>
            </a:r>
          </a:p>
          <a:p>
            <a:r>
              <a:t>                21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35,</a:t>
            </a:r>
          </a:p>
          <a:p>
            <a:r>
              <a:t>                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0.2222222222222222,</a:t>
            </a:r>
          </a:p>
          <a:p>
            <a:r>
              <a:t>            "positive_count": 43,</a:t>
            </a:r>
          </a:p>
          <a:p>
            <a:r>
              <a:t>            "positive_rate": 0.03515944399018806,</a:t>
            </a:r>
          </a:p>
          <a:p>
            <a:r>
              <a:t>            "precision": 0.27586206896551724,</a:t>
            </a:r>
          </a:p>
          <a:p>
            <a:r>
              <a:t>            "recall": 0.18604651162790697,</a:t>
            </a:r>
          </a:p>
          <a:p>
            <a:r>
              <a:t>            "roc_auc": 0.7751970831690974,</a:t>
            </a:r>
          </a:p>
          <a:p>
            <a:r>
              <a:t>            "row_count": 1223,</a:t>
            </a:r>
          </a:p>
          <a:p>
            <a:r>
              <a:t>            "threshold": 0.13999999999999999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0.9574816026165167,</a:t>
            </a:r>
          </a:p>
          <a:p>
            <a:r>
              <a:t>            "auc_prc": 0.22429201481724245,</a:t>
            </a:r>
          </a:p>
          <a:p>
            <a:r>
              <a:t>            "average_precision": 0.2320298271492524,</a:t>
            </a:r>
          </a:p>
          <a:p>
            <a:r>
              <a:t>            "balanced_accuracy": 0.585819865983445,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1163,</a:t>
            </a:r>
          </a:p>
          <a:p>
            <a:r>
              <a:t>                17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35,</a:t>
            </a:r>
          </a:p>
          <a:p>
            <a:r>
              <a:t>                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0.23529411764705885,</a:t>
            </a:r>
          </a:p>
          <a:p>
            <a:r>
              <a:t>            "positive_count": 43,</a:t>
            </a:r>
          </a:p>
          <a:p>
            <a:r>
              <a:t>            "positive_rate": 0.03515944399018806,</a:t>
            </a:r>
          </a:p>
          <a:p>
            <a:r>
              <a:t>            "precision": 0.32,</a:t>
            </a:r>
          </a:p>
          <a:p>
            <a:r>
              <a:t>            "recall": 0.18604651162790697,</a:t>
            </a:r>
          </a:p>
          <a:p>
            <a:r>
              <a:t>            "roc_auc": 0.769925108395743,</a:t>
            </a:r>
          </a:p>
          <a:p>
            <a:r>
              <a:t>            "row_count": 1223,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0.6328699918233851,</a:t>
            </a:r>
          </a:p>
          <a:p>
            <a:r>
              <a:t>            "auc_prc": 0.039172872322974464,</a:t>
            </a:r>
          </a:p>
          <a:p>
            <a:r>
              <a:t>            "average_precision": 0.04387646803362727,</a:t>
            </a:r>
          </a:p>
          <a:p>
            <a:r>
              <a:t>            "balanced_accuracy": 0.48482459597950334,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760,</a:t>
            </a:r>
          </a:p>
          <a:p>
            <a:r>
              <a:t>                420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29,</a:t>
            </a:r>
          </a:p>
          <a:p>
            <a:r>
              <a:t>                14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0.05870020964360587,</a:t>
            </a:r>
          </a:p>
          <a:p>
            <a:r>
              <a:t>            "positive_count": 43,</a:t>
            </a:r>
          </a:p>
          <a:p>
            <a:r>
              <a:t>            "positive_rate": 0.03515944399018806,</a:t>
            </a:r>
          </a:p>
          <a:p>
            <a:r>
              <a:t>            "precision": 0.03225806451612903,</a:t>
            </a:r>
          </a:p>
          <a:p>
            <a:r>
              <a:t>            "recall": 0.32558139534883723,</a:t>
            </a:r>
          </a:p>
          <a:p>
            <a:r>
              <a:t>            "roc_auc": 0.45837603468663773,</a:t>
            </a:r>
          </a:p>
          <a:p>
            <a:r>
              <a:t>            "row_count": 1223,</a:t>
            </a:r>
          </a:p>
          <a:p>
            <a:r>
              <a:t>            "threshold": 0.6699999999999999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20,</a:t>
            </a:r>
          </a:p>
          <a:p>
            <a:r>
              <a:t>      "old_validation": {</a:t>
            </a:r>
          </a:p>
          <a:p>
            <a:r>
              <a:t>        "project": "Qt",</a:t>
            </a:r>
          </a:p>
          <a:p>
            <a:r>
              <a:t>        "level": 20,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"Tasks/task-summaries/validate-refactored-model-per-dataset-20260927-134055/artifacts/cluster-run/qt/results/model/words_20/RF/baseline/metrics.json",</a:t>
            </a:r>
          </a:p>
          <a:p>
            <a:r>
              <a:t>        "blob_sha1": "c0c0fd4f464c154b869ac3e5a269684405d9327d",</a:t>
            </a:r>
          </a:p>
          <a:p>
            <a:r>
              <a:t>        "sha256": "a929aff3f8e0f81403440ee38cd61a393efca81ef1a7ac9a18cd6a919d304f82",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0.9632052330335241,</a:t>
            </a:r>
          </a:p>
          <a:p>
            <a:r>
              <a:t>            "auc_prc": 0.11893583301874244,</a:t>
            </a:r>
          </a:p>
          <a:p>
            <a:r>
              <a:t>            "average_precision": 0.1251974969883866,</a:t>
            </a:r>
          </a:p>
          <a:p>
            <a:r>
              <a:t>            "balanced_accuracy": 0.5382303468065106,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1175,</a:t>
            </a:r>
          </a:p>
          <a:p>
            <a:r>
              <a:t>                14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31,</a:t>
            </a:r>
          </a:p>
          <a:p>
            <a:r>
              <a:t>                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0.11764705882352942,</a:t>
            </a:r>
          </a:p>
          <a:p>
            <a:r>
              <a:t>            "positive_count": 34,</a:t>
            </a:r>
          </a:p>
          <a:p>
            <a:r>
              <a:t>            "positive_rate": 0.027800490596892886,</a:t>
            </a:r>
          </a:p>
          <a:p>
            <a:r>
              <a:t>            "precision": 0.17647058823529413,</a:t>
            </a:r>
          </a:p>
          <a:p>
            <a:r>
              <a:t>            "recall": 0.08823529411764706,</a:t>
            </a:r>
          </a:p>
          <a:p>
            <a:r>
              <a:t>            "roc_auc": 0.7569880769801612,</a:t>
            </a:r>
          </a:p>
          <a:p>
            <a:r>
              <a:t>            "row_count": 1223,</a:t>
            </a:r>
          </a:p>
          <a:p>
            <a:r>
              <a:t>            "threshold": 0.19999999999999996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0.9361702127659575,</a:t>
            </a:r>
          </a:p>
          <a:p>
            <a:r>
              <a:t>            "auc_prc": 0.08465363590247352,</a:t>
            </a:r>
          </a:p>
          <a:p>
            <a:r>
              <a:t>            "average_precision": 0.09086638444736693,</a:t>
            </a:r>
          </a:p>
          <a:p>
            <a:r>
              <a:t>            "balanced_accuracy": 0.557158574673481,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1137,</a:t>
            </a:r>
          </a:p>
          <a:p>
            <a:r>
              <a:t>                37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41,</a:t>
            </a:r>
          </a:p>
          <a:p>
            <a:r>
              <a:t>                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0.15217391304347827,</a:t>
            </a:r>
          </a:p>
          <a:p>
            <a:r>
              <a:t>            "positive_count": 48,</a:t>
            </a:r>
          </a:p>
          <a:p>
            <a:r>
              <a:t>            "positive_rate": 0.03927986906710311,</a:t>
            </a:r>
          </a:p>
          <a:p>
            <a:r>
              <a:t>            "precision": 0.1590909090909091,</a:t>
            </a:r>
          </a:p>
          <a:p>
            <a:r>
              <a:t>            "recall": 0.14583333333333334,</a:t>
            </a:r>
          </a:p>
          <a:p>
            <a:r>
              <a:t>            "roc_auc": 0.6858762776831345,</a:t>
            </a:r>
          </a:p>
          <a:p>
            <a:r>
              <a:t>            "row_count": 1222,</a:t>
            </a:r>
          </a:p>
          <a:p>
            <a:r>
              <a:t>            "threshold": 0.19999999999999996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"Qt",</a:t>
            </a:r>
          </a:p>
          <a:p>
            <a:r>
              <a:t>        "level": 20,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"Tasks/task-summaries/validate-refactored-model-per-dataset-20260927-134055/artifacts/cluster-run/qt/results/model/words_20/RF/refactored/metrics.json",</a:t>
            </a:r>
          </a:p>
          <a:p>
            <a:r>
              <a:t>        "blob_sha1": "e17ae652e7b5302bcbc0aacf4e25cd46862071ad",</a:t>
            </a:r>
          </a:p>
          <a:p>
            <a:r>
              <a:t>        "sha256": "41d5dffe75df2c21dbb66aebbbfe2414c854ce11bfd08e6e446346e02ddafee3",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0.9484873262469338,</a:t>
            </a:r>
          </a:p>
          <a:p>
            <a:r>
              <a:t>            "auc_prc": 0.15237375530023597,</a:t>
            </a:r>
          </a:p>
          <a:p>
            <a:r>
              <a:t>            "average_precision": 0.15704474363680007,</a:t>
            </a:r>
          </a:p>
          <a:p>
            <a:r>
              <a:t>            "balanced_accuracy": 0.5735170434868648,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1154,</a:t>
            </a:r>
          </a:p>
          <a:p>
            <a:r>
              <a:t>                35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28,</a:t>
            </a:r>
          </a:p>
          <a:p>
            <a:r>
              <a:t>                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0.16,</a:t>
            </a:r>
          </a:p>
          <a:p>
            <a:r>
              <a:t>            "positive_count": 34,</a:t>
            </a:r>
          </a:p>
          <a:p>
            <a:r>
              <a:t>            "positive_rate": 0.027800490596892886,</a:t>
            </a:r>
          </a:p>
          <a:p>
            <a:r>
              <a:t>            "precision": 0.14634146341463414,</a:t>
            </a:r>
          </a:p>
          <a:p>
            <a:r>
              <a:t>            "recall": 0.17647058823529413,</a:t>
            </a:r>
          </a:p>
          <a:p>
            <a:r>
              <a:t>            "roc_auc": 0.7590164745460842,</a:t>
            </a:r>
          </a:p>
          <a:p>
            <a:r>
              <a:t>            "row_count": 1223,</a:t>
            </a:r>
          </a:p>
          <a:p>
            <a:r>
              <a:t>            "threshold": 0.42999999999999994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0.9222585924713584,</a:t>
            </a:r>
          </a:p>
          <a:p>
            <a:r>
              <a:t>            "auc_prc": 0.06981912720029466,</a:t>
            </a:r>
          </a:p>
          <a:p>
            <a:r>
              <a:t>            "average_precision": 0.07410109467026146,</a:t>
            </a:r>
          </a:p>
          <a:p>
            <a:r>
              <a:t>            "balanced_accuracy": 0.5599091425326519,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1119,</a:t>
            </a:r>
          </a:p>
          <a:p>
            <a:r>
              <a:t>                55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40,</a:t>
            </a:r>
          </a:p>
          <a:p>
            <a:r>
              <a:t>                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0.14414414414414417,</a:t>
            </a:r>
          </a:p>
          <a:p>
            <a:r>
              <a:t>            "positive_count": 48,</a:t>
            </a:r>
          </a:p>
          <a:p>
            <a:r>
              <a:t>            "positive_rate": 0.03927986906710311,</a:t>
            </a:r>
          </a:p>
          <a:p>
            <a:r>
              <a:t>            "precision": 0.12698412698412698,</a:t>
            </a:r>
          </a:p>
          <a:p>
            <a:r>
              <a:t>            "recall": 0.16666666666666666,</a:t>
            </a:r>
          </a:p>
          <a:p>
            <a:r>
              <a:t>            "roc_auc": 0.6616978989210676,</a:t>
            </a:r>
          </a:p>
          <a:p>
            <a:r>
              <a:t>            "row_count": 1222,</a:t>
            </a:r>
          </a:p>
          <a:p>
            <a:r>
              <a:t>            "threshold": 0.42999999999999994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0.9623875715453802,</a:t>
            </a:r>
          </a:p>
          <a:p>
            <a:r>
              <a:t>            "auc_prc": 0.20343140868236115,</a:t>
            </a:r>
          </a:p>
          <a:p>
            <a:r>
              <a:t>            "average_precision": 0.21307799575442551,</a:t>
            </a:r>
          </a:p>
          <a:p>
            <a:r>
              <a:t>            "balanced_accuracy": 0.5949512689853065,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1170,</a:t>
            </a:r>
          </a:p>
          <a:p>
            <a:r>
              <a:t>                19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27,</a:t>
            </a:r>
          </a:p>
          <a:p>
            <a:r>
              <a:t>                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0.23333333333333334,</a:t>
            </a:r>
          </a:p>
          <a:p>
            <a:r>
              <a:t>            "positive_count": 34,</a:t>
            </a:r>
          </a:p>
          <a:p>
            <a:r>
              <a:t>            "positive_rate": 0.027800490596892886,</a:t>
            </a:r>
          </a:p>
          <a:p>
            <a:r>
              <a:t>            "precision": 0.2692307692307692,</a:t>
            </a:r>
          </a:p>
          <a:p>
            <a:r>
              <a:t>            "recall": 0.20588235294117646,</a:t>
            </a:r>
          </a:p>
          <a:p>
            <a:r>
              <a:t>            "roc_auc": 0.8108766635333696,</a:t>
            </a:r>
          </a:p>
          <a:p>
            <a:r>
              <a:t>            "row_count": 1223,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0.9681112019623875,</a:t>
            </a:r>
          </a:p>
          <a:p>
            <a:r>
              <a:t>            "auc_prc": 0.16058969752057914,</a:t>
            </a:r>
          </a:p>
          <a:p>
            <a:r>
              <a:t>            "average_precision": 0.16811497198337996,</a:t>
            </a:r>
          </a:p>
          <a:p>
            <a:r>
              <a:t>            "balanced_accuracy": 0.5264681145797259,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1182,</a:t>
            </a:r>
          </a:p>
          <a:p>
            <a:r>
              <a:t>                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32,</a:t>
            </a:r>
          </a:p>
          <a:p>
            <a:r>
              <a:t>                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0.09302325581395347,</a:t>
            </a:r>
          </a:p>
          <a:p>
            <a:r>
              <a:t>            "positive_count": 34,</a:t>
            </a:r>
          </a:p>
          <a:p>
            <a:r>
              <a:t>            "positive_rate": 0.027800490596892886,</a:t>
            </a:r>
          </a:p>
          <a:p>
            <a:r>
              <a:t>            "precision": 0.2222222222222222,</a:t>
            </a:r>
          </a:p>
          <a:p>
            <a:r>
              <a:t>            "recall": 0.058823529411764705,</a:t>
            </a:r>
          </a:p>
          <a:p>
            <a:r>
              <a:t>            "roc_auc": 0.8328427249789739,</a:t>
            </a:r>
          </a:p>
          <a:p>
            <a:r>
              <a:t>            "row_count": 1223,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0.9247751430907605,</a:t>
            </a:r>
          </a:p>
          <a:p>
            <a:r>
              <a:t>            "auc_prc": 0.025806989428326987,</a:t>
            </a:r>
          </a:p>
          <a:p>
            <a:r>
              <a:t>            "average_precision": 0.027994320212786708,</a:t>
            </a:r>
          </a:p>
          <a:p>
            <a:r>
              <a:t>            "balanced_accuracy": 0.48989511700390836,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1130,</a:t>
            </a:r>
          </a:p>
          <a:p>
            <a:r>
              <a:t>                59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33,</a:t>
            </a:r>
          </a:p>
          <a:p>
            <a:r>
              <a:t>                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0.02127659574468085,</a:t>
            </a:r>
          </a:p>
          <a:p>
            <a:r>
              <a:t>            "positive_count": 34,</a:t>
            </a:r>
          </a:p>
          <a:p>
            <a:r>
              <a:t>            "positive_rate": 0.027800490596892886,</a:t>
            </a:r>
          </a:p>
          <a:p>
            <a:r>
              <a:t>            "precision": 0.016666666666666666,</a:t>
            </a:r>
          </a:p>
          <a:p>
            <a:r>
              <a:t>            "recall": 0.029411764705882353,</a:t>
            </a:r>
          </a:p>
          <a:p>
            <a:r>
              <a:t>            "roc_auc": 0.45500420521446594,</a:t>
            </a:r>
          </a:p>
          <a:p>
            <a:r>
              <a:t>            "row_count": 1223,</a:t>
            </a:r>
          </a:p>
          <a:p>
            <a:r>
              <a:t>            "threshold": 0.7499999999999999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"means": {</a:t>
            </a:r>
          </a:p>
          <a:p>
            <a:r>
              <a:t>    "old_validation": {</a:t>
            </a:r>
          </a:p>
          <a:p>
            <a:r>
              <a:t>      "auc_prc": 0.21655975605136835,</a:t>
            </a:r>
          </a:p>
          <a:p>
            <a:r>
              <a:t>      "average_precision": 0.22385438950383443,</a:t>
            </a:r>
          </a:p>
          <a:p>
            <a:r>
              <a:t>      "roc_auc": 0.6701008778514393</a:t>
            </a:r>
          </a:p>
          <a:p>
            <a:r>
              <a:t>    },</a:t>
            </a:r>
          </a:p>
          <a:p>
            <a:r>
              <a:t>    "old_test_best_pr": {</a:t>
            </a:r>
          </a:p>
          <a:p>
            <a:r>
              <a:t>      "auc_prc": 0.2509379609017814,</a:t>
            </a:r>
          </a:p>
          <a:p>
            <a:r>
              <a:t>      "average_precision": 0.257745488032675,</a:t>
            </a:r>
          </a:p>
          <a:p>
            <a:r>
              <a:t>      "roc_auc": 0.6847634491241745</a:t>
            </a:r>
          </a:p>
          <a:p>
            <a:r>
              <a:t>    },</a:t>
            </a:r>
          </a:p>
          <a:p>
            <a:r>
              <a:t>    "SLM1": {</a:t>
            </a:r>
          </a:p>
          <a:p>
            <a:r>
              <a:t>      "auc_prc": 0.2154972098023847,</a:t>
            </a:r>
          </a:p>
          <a:p>
            <a:r>
              <a:t>      "average_precision": 0.22202335068540135,</a:t>
            </a:r>
          </a:p>
          <a:p>
            <a:r>
              <a:t>      "roc_auc": 0.6620422038428232</a:t>
            </a:r>
          </a:p>
          <a:p>
            <a:r>
              <a:t>    },</a:t>
            </a:r>
          </a:p>
          <a:p>
            <a:r>
              <a:t>    "SLM2": {</a:t>
            </a:r>
          </a:p>
          <a:p>
            <a:r>
              <a:t>      "auc_prc": 0.23150585561066161,</a:t>
            </a:r>
          </a:p>
          <a:p>
            <a:r>
              <a:t>      "average_precision": 0.23836368277747608,</a:t>
            </a:r>
          </a:p>
          <a:p>
            <a:r>
              <a:t>      "roc_auc": 0.6720977924284042</a:t>
            </a:r>
          </a:p>
          <a:p>
            <a:r>
              <a:t>    },</a:t>
            </a:r>
          </a:p>
          <a:p>
            <a:r>
              <a:t>    "Jev": {</a:t>
            </a:r>
          </a:p>
          <a:p>
            <a:r>
              <a:t>      "auc_prc": 0.14100731956510118,</a:t>
            </a:r>
          </a:p>
          <a:p>
            <a:r>
              <a:t>      "average_precision": 0.14477660511912174,</a:t>
            </a:r>
          </a:p>
          <a:p>
            <a:r>
              <a:t>      "roc_auc": 0.44125272777325436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"wins": {</a:t>
            </a:r>
          </a:p>
          <a:p>
            <a:r>
              <a:t>    "SLM1": {</a:t>
            </a:r>
          </a:p>
          <a:p>
            <a:r>
              <a:t>      "old_validation": {</a:t>
            </a:r>
          </a:p>
          <a:p>
            <a:r>
              <a:t>        "auc_prc": 11,</a:t>
            </a:r>
          </a:p>
          <a:p>
            <a:r>
              <a:t>        "average_precision": 10,</a:t>
            </a:r>
          </a:p>
          <a:p>
            <a:r>
              <a:t>        "roc_auc": 10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"auc_prc": 4,</a:t>
            </a:r>
          </a:p>
          <a:p>
            <a:r>
              <a:t>        "average_precision": 4,</a:t>
            </a:r>
          </a:p>
          <a:p>
            <a:r>
              <a:t>        "roc_auc": 7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"SLM2": {</a:t>
            </a:r>
          </a:p>
          <a:p>
            <a:r>
              <a:t>      "old_validation": {</a:t>
            </a:r>
          </a:p>
          <a:p>
            <a:r>
              <a:t>        "auc_prc": 11,</a:t>
            </a:r>
          </a:p>
          <a:p>
            <a:r>
              <a:t>        "average_precision": 12,</a:t>
            </a:r>
          </a:p>
          <a:p>
            <a:r>
              <a:t>        "roc_auc": 9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"auc_prc": 7,</a:t>
            </a:r>
          </a:p>
          <a:p>
            <a:r>
              <a:t>        "average_precision": 8,</a:t>
            </a:r>
          </a:p>
          <a:p>
            <a:r>
              <a:t>        "roc_auc": 10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"Jev": {</a:t>
            </a:r>
          </a:p>
          <a:p>
            <a:r>
              <a:t>      "old_validation": {</a:t>
            </a:r>
          </a:p>
          <a:p>
            <a:r>
              <a:t>        "auc_prc": 1,</a:t>
            </a:r>
          </a:p>
          <a:p>
            <a:r>
              <a:t>        "average_precision": 1,</a:t>
            </a:r>
          </a:p>
          <a:p>
            <a:r>
              <a:t>        "roc_auc": 1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"auc_prc": 0,</a:t>
            </a:r>
          </a:p>
          <a:p>
            <a:r>
              <a:t>        "average_precision": 0,</a:t>
            </a:r>
          </a:p>
          <a:p>
            <a:r>
              <a:t>        "roc_auc": 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"reports_sha256": {</a:t>
            </a:r>
          </a:p>
          <a:p>
            <a:r>
              <a:t>    "SLM1": "7698fe31e652cc8d24fb2cc8ff8a443c2c1ec04ac3786cd9bf3dc0e6f4ec006a",</a:t>
            </a:r>
          </a:p>
          <a:p>
            <a:r>
              <a:t>    "SLM2": "3bd3ef27dac8a7f476ae341a8e8ef172b3bd3e7f773c13d51875cbd122f07fb6",</a:t>
            </a:r>
          </a:p>
          <a:p>
            <a:r>
              <a:t>    "Jev": "a074875efea0b7be102ae88b6180d6d63bc164d28df7ddaa45467ca3e4f6c81f"</a:t>
            </a:r>
          </a:p>
          <a:p>
            <a:r>
              <a:t>  },</a:t>
            </a:r>
          </a:p>
          <a:p>
            <a:r>
              <a:t>  "validation_selection": "max(validation.auc_prc, model, variant)",</a:t>
            </a:r>
          </a:p>
          <a:p>
            <a:r>
              <a:t>  "observed_test_selection": "max(test.auc_prc, model, variant); retrospective, not deployable selection",</a:t>
            </a:r>
          </a:p>
          <a:p>
            <a:r>
              <a:t>  "secondary_metrics": "AP and ROC AUC come from the same PR-selected candidate, not independent maxima.",</a:t>
            </a:r>
          </a:p>
          <a:p>
            <a:r>
              <a:t>  "threshold_note": "HF reports recompute classical thresholded metrics at 0.5; archived candidates use their validation-selected thresholds. Compare ranking metrics only, not accuracy/F1.",</a:t>
            </a:r>
          </a:p>
          <a:p>
            <a:r>
              <a:t>  "limitations": "Macro means and win counts are descriptive. No cross-study or test-best-selected confidence intervals computed; no new model chosen using test scores."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classical-best-comparison-20261029. Requested both classical-selection definitions.</a:t>
            </a:r>
          </a:p>
          <a:p>
            <a:r>
              <a:t>Source Tasks/sprint-data-analysis-summary/data/classical-best-comparison-20261029.json SHA256 ce0af587dc6a5094343de93215a1b3f7008cac2243678d2bc53202223f1ea0a0.</a:t>
            </a:r>
          </a:p>
          <a:p>
            <a:r>
              <a:t>144 immutable #357 candidate metric files; RF, XGboost, NN x baseline/refactored. Legacy XGboost label refers to the existing boosting implementation. Per-cell choice precedes equal-weight averaging over 24 cells. New-study choices remain their own validation-selected outputs; no best-on-test SLM across studies. Test-best old is a retrospective PR-area comparison, not a deployable selection rule or an upper bound on every secondary metric. No new-versus-test-best bootstrap computed.</a:t>
            </a:r>
          </a:p>
          <a:p>
            <a:r>
              <a:t>{</a:t>
            </a:r>
          </a:p>
          <a:p>
            <a:r>
              <a:t>  "schema": "classical-ranking-comparison-v1",</a:t>
            </a:r>
          </a:p>
          <a:p>
            <a:r>
              <a:t>  "source_commit": "028b4e40f81ce29f00ae561f795a6df8a52adb7b",</a:t>
            </a:r>
          </a:p>
          <a:p>
            <a:r>
              <a:t>  "classical_candidates": [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"Tasks/task-summaries/validate-refactored-model-per-dataset-20260927-134055/artifacts/cluster-run/apache/results/model/words_5/RF/baseline/metrics.json",</a:t>
            </a:r>
          </a:p>
          <a:p>
            <a:r>
              <a:t>      "blob_sha1": "2882122d25e452cbdea94a4e22f715acba76bc7a",</a:t>
            </a:r>
          </a:p>
          <a:p>
            <a:r>
              <a:t>      "sha256": "666ef5d466e95fa47b26e508107bdbf57e346302e988702351a6e7b2fabe3f92",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0.8684039087947882,</a:t>
            </a:r>
          </a:p>
          <a:p>
            <a:r>
              <a:t>          "auc_prc": 0.18316266051546506,</a:t>
            </a:r>
          </a:p>
          <a:p>
            <a:r>
              <a:t>          "average_precision": 0.18686271145373343,</a:t>
            </a:r>
          </a:p>
          <a:p>
            <a:r>
              <a:t>          "balanced_accuracy": 0.5090980238700842,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1327,</a:t>
            </a:r>
          </a:p>
          <a:p>
            <a:r>
              <a:t>              18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184,</a:t>
            </a:r>
          </a:p>
          <a:p>
            <a:r>
              <a:t>              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0.05607476635514019,</a:t>
            </a:r>
          </a:p>
          <a:p>
            <a:r>
              <a:t>          "positive_count": 190,</a:t>
            </a:r>
          </a:p>
          <a:p>
            <a:r>
              <a:t>          "positive_rate": 0.1237785016286645,</a:t>
            </a:r>
          </a:p>
          <a:p>
            <a:r>
              <a:t>          "precision": 0.25,</a:t>
            </a:r>
          </a:p>
          <a:p>
            <a:r>
              <a:t>          "recall": 0.031578947368421054,</a:t>
            </a:r>
          </a:p>
          <a:p>
            <a:r>
              <a:t>          "roc_auc": 0.6131441987869302,</a:t>
            </a:r>
          </a:p>
          <a:p>
            <a:r>
              <a:t>          "row_count": 1535,</a:t>
            </a:r>
          </a:p>
          <a:p>
            <a:r>
              <a:t>          "threshold": 0.24999999999999994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0.6903520208604954,</a:t>
            </a:r>
          </a:p>
          <a:p>
            <a:r>
              <a:t>          "auc_prc": 0.3023740288985096,</a:t>
            </a:r>
          </a:p>
          <a:p>
            <a:r>
              <a:t>          "average_precision": 0.3038972140499168,</a:t>
            </a:r>
          </a:p>
          <a:p>
            <a:r>
              <a:t>          "balanced_accuracy": 0.6424067922389438,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905,</a:t>
            </a:r>
          </a:p>
          <a:p>
            <a:r>
              <a:t>              358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117,</a:t>
            </a:r>
          </a:p>
          <a:p>
            <a:r>
              <a:t>              154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0.39335887611749676,</a:t>
            </a:r>
          </a:p>
          <a:p>
            <a:r>
              <a:t>          "positive_count": 271,</a:t>
            </a:r>
          </a:p>
          <a:p>
            <a:r>
              <a:t>          "positive_rate": 0.17666232073011734,</a:t>
            </a:r>
          </a:p>
          <a:p>
            <a:r>
              <a:t>          "precision": 0.30078125,</a:t>
            </a:r>
          </a:p>
          <a:p>
            <a:r>
              <a:t>          "recall": 0.5682656826568265,</a:t>
            </a:r>
          </a:p>
          <a:p>
            <a:r>
              <a:t>          "roc_auc": 0.6573743765941222,</a:t>
            </a:r>
          </a:p>
          <a:p>
            <a:r>
              <a:t>          "row_count": 1534,</a:t>
            </a:r>
          </a:p>
          <a:p>
            <a:r>
              <a:t>          "threshold": 0.24999999999999994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"Tasks/task-summaries/validate-refactored-model-per-dataset-20260927-134055/artifacts/cluster-run/apache/results/model/words_5/RF/refactored/metrics.json",</a:t>
            </a:r>
          </a:p>
          <a:p>
            <a:r>
              <a:t>      "blob_sha1": "592a1ed66c023f2c01c99d6ac1a3173acdccc7ef",</a:t>
            </a:r>
          </a:p>
          <a:p>
            <a:r>
              <a:t>      "sha256": "4ec0b6b959dae6d99efecde23a72ea3bb4854a6785d1f32891472c1fc7457ccc",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0.8039087947882736,</a:t>
            </a:r>
          </a:p>
          <a:p>
            <a:r>
              <a:t>          "auc_prc": 0.20553213192104555,</a:t>
            </a:r>
          </a:p>
          <a:p>
            <a:r>
              <a:t>          "average_precision": 0.20919768072936007,</a:t>
            </a:r>
          </a:p>
          <a:p>
            <a:r>
              <a:t>          "balanced_accuracy": 0.5717276462531794,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1184,</a:t>
            </a:r>
          </a:p>
          <a:p>
            <a:r>
              <a:t>              161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140,</a:t>
            </a:r>
          </a:p>
          <a:p>
            <a:r>
              <a:t>              50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0.24937655860349128,</a:t>
            </a:r>
          </a:p>
          <a:p>
            <a:r>
              <a:t>          "positive_count": 190,</a:t>
            </a:r>
          </a:p>
          <a:p>
            <a:r>
              <a:t>          "positive_rate": 0.1237785016286645,</a:t>
            </a:r>
          </a:p>
          <a:p>
            <a:r>
              <a:t>          "precision": 0.23696682464454977,</a:t>
            </a:r>
          </a:p>
          <a:p>
            <a:r>
              <a:t>          "recall": 0.2631578947368421,</a:t>
            </a:r>
          </a:p>
          <a:p>
            <a:r>
              <a:t>          "roc_auc": 0.6361768734102915,</a:t>
            </a:r>
          </a:p>
          <a:p>
            <a:r>
              <a:t>          "row_count": 1535,</a:t>
            </a:r>
          </a:p>
          <a:p>
            <a:r>
              <a:t>          "threshold": 0.49999999999999994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0.6857887874837028,</a:t>
            </a:r>
          </a:p>
          <a:p>
            <a:r>
              <a:t>          "auc_prc": 0.29815553993128296,</a:t>
            </a:r>
          </a:p>
          <a:p>
            <a:r>
              <a:t>          "average_precision": 0.30029141488416455,</a:t>
            </a:r>
          </a:p>
          <a:p>
            <a:r>
              <a:t>          "balanced_accuracy": 0.6555761044546312,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887,</a:t>
            </a:r>
          </a:p>
          <a:p>
            <a:r>
              <a:t>              376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106,</a:t>
            </a:r>
          </a:p>
          <a:p>
            <a:r>
              <a:t>              165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0.40640394088669946,</a:t>
            </a:r>
          </a:p>
          <a:p>
            <a:r>
              <a:t>          "positive_count": 271,</a:t>
            </a:r>
          </a:p>
          <a:p>
            <a:r>
              <a:t>          "positive_rate": 0.17666232073011734,</a:t>
            </a:r>
          </a:p>
          <a:p>
            <a:r>
              <a:t>          "precision": 0.3049907578558225,</a:t>
            </a:r>
          </a:p>
          <a:p>
            <a:r>
              <a:t>          "recall": 0.6088560885608856,</a:t>
            </a:r>
          </a:p>
          <a:p>
            <a:r>
              <a:t>          "roc_auc": 0.6710432900053466,</a:t>
            </a:r>
          </a:p>
          <a:p>
            <a:r>
              <a:t>          "row_count": 1534,</a:t>
            </a:r>
          </a:p>
          <a:p>
            <a:r>
              <a:t>          "threshold": 0.49999999999999994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"Tasks/task-summaries/validate-refactored-model-per-dataset-20260927-134055/artifacts/cluster-run/apache/results/model/words_5/XGboost/baseline/metrics.json",</a:t>
            </a:r>
          </a:p>
          <a:p>
            <a:r>
              <a:t>      "blob_sha1": "261c514f6e65bf6cb513d889825d2b0a2773b18e",</a:t>
            </a:r>
          </a:p>
          <a:p>
            <a:r>
              <a:t>      "sha256": "a8c8155838c98006d637c9c2c3870c25ad5957889ed097be402597da7545548a",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0.8586319218241042,</a:t>
            </a:r>
          </a:p>
          <a:p>
            <a:r>
              <a:t>          "auc_prc": 0.19186403840642263,</a:t>
            </a:r>
          </a:p>
          <a:p>
            <a:r>
              <a:t>          "average_precision": 0.19445281964389127,</a:t>
            </a:r>
          </a:p>
          <a:p>
            <a:r>
              <a:t>          "balanced_accuracy": 0.5216004695754255,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1304,</a:t>
            </a:r>
          </a:p>
          <a:p>
            <a:r>
              <a:t>              41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176,</a:t>
            </a:r>
          </a:p>
          <a:p>
            <a:r>
              <a:t>              14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0.11428571428571427,</a:t>
            </a:r>
          </a:p>
          <a:p>
            <a:r>
              <a:t>          "positive_count": 190,</a:t>
            </a:r>
          </a:p>
          <a:p>
            <a:r>
              <a:t>          "positive_rate": 0.1237785016286645,</a:t>
            </a:r>
          </a:p>
          <a:p>
            <a:r>
              <a:t>          "precision": 0.2545454545454545,</a:t>
            </a:r>
          </a:p>
          <a:p>
            <a:r>
              <a:t>          "recall": 0.07368421052631578,</a:t>
            </a:r>
          </a:p>
          <a:p>
            <a:r>
              <a:t>          "roc_auc": 0.6139894345529251,</a:t>
            </a:r>
          </a:p>
          <a:p>
            <a:r>
              <a:t>          "row_count": 1535,</a:t>
            </a:r>
          </a:p>
          <a:p>
            <a:r>
              <a:t>          "threshold": 0.16999999999999998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0.6923076923076923,</a:t>
            </a:r>
          </a:p>
          <a:p>
            <a:r>
              <a:t>          "auc_prc": 0.35089135212745254,</a:t>
            </a:r>
          </a:p>
          <a:p>
            <a:r>
              <a:t>          "average_precision": 0.3501610426965255,</a:t>
            </a:r>
          </a:p>
          <a:p>
            <a:r>
              <a:t>          "balanced_accuracy": 0.6537383901154925,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901,</a:t>
            </a:r>
          </a:p>
          <a:p>
            <a:r>
              <a:t>              362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110,</a:t>
            </a:r>
          </a:p>
          <a:p>
            <a:r>
              <a:t>              161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0.4055415617128464,</a:t>
            </a:r>
          </a:p>
          <a:p>
            <a:r>
              <a:t>          "positive_count": 271,</a:t>
            </a:r>
          </a:p>
          <a:p>
            <a:r>
              <a:t>          "positive_rate": 0.17666232073011734,</a:t>
            </a:r>
          </a:p>
          <a:p>
            <a:r>
              <a:t>          "precision": 0.3078393881453155,</a:t>
            </a:r>
          </a:p>
          <a:p>
            <a:r>
              <a:t>          "recall": 0.5940959409594095,</a:t>
            </a:r>
          </a:p>
          <a:p>
            <a:r>
              <a:t>          "roc_auc": 0.6736523184709282,</a:t>
            </a:r>
          </a:p>
          <a:p>
            <a:r>
              <a:t>          "row_count": 1534,</a:t>
            </a:r>
          </a:p>
          <a:p>
            <a:r>
              <a:t>          "threshold": 0.16999999999999998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"Tasks/task-summaries/validate-refactored-model-per-dataset-20260927-134055/artifacts/cluster-run/apache/results/model/words_5/XGboost/refactored/metrics.json",</a:t>
            </a:r>
          </a:p>
          <a:p>
            <a:r>
              <a:t>      "blob_sha1": "ceb9f032a8331b2d90bcab4885ad5c94283359ea",</a:t>
            </a:r>
          </a:p>
          <a:p>
            <a:r>
              <a:t>      "sha256": "9768ee10c6d6a11f7e7554093f3b5aa1f7960f95d8657719c44cff3e13cd9bc4",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0.8677524429967427,</a:t>
            </a:r>
          </a:p>
          <a:p>
            <a:r>
              <a:t>          "auc_prc": 0.1878863359523376,</a:t>
            </a:r>
          </a:p>
          <a:p>
            <a:r>
              <a:t>          "average_precision": 0.19153468155718786,</a:t>
            </a:r>
          </a:p>
          <a:p>
            <a:r>
              <a:t>          "balanced_accuracy": 0.5200254353355508,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1321,</a:t>
            </a:r>
          </a:p>
          <a:p>
            <a:r>
              <a:t>              24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179,</a:t>
            </a:r>
          </a:p>
          <a:p>
            <a:r>
              <a:t>              11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0.09777777777777777,</a:t>
            </a:r>
          </a:p>
          <a:p>
            <a:r>
              <a:t>          "positive_count": 190,</a:t>
            </a:r>
          </a:p>
          <a:p>
            <a:r>
              <a:t>          "positive_rate": 0.1237785016286645,</a:t>
            </a:r>
          </a:p>
          <a:p>
            <a:r>
              <a:t>          "precision": 0.3142857142857143,</a:t>
            </a:r>
          </a:p>
          <a:p>
            <a:r>
              <a:t>          "recall": 0.05789473684210526,</a:t>
            </a:r>
          </a:p>
          <a:p>
            <a:r>
              <a:t>          "roc_auc": 0.613083545294463,</a:t>
            </a:r>
          </a:p>
          <a:p>
            <a:r>
              <a:t>          "row_count": 1535,</a:t>
            </a:r>
          </a:p>
          <a:p>
            <a:r>
              <a:t>          "threshold": 0.6499999999999999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0.711212516297262,</a:t>
            </a:r>
          </a:p>
          <a:p>
            <a:r>
              <a:t>          "auc_prc": 0.3296915158435547,</a:t>
            </a:r>
          </a:p>
          <a:p>
            <a:r>
              <a:t>          "average_precision": 0.33031834574951596,</a:t>
            </a:r>
          </a:p>
          <a:p>
            <a:r>
              <a:t>          "balanced_accuracy": 0.6449310930163934,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944,</a:t>
            </a:r>
          </a:p>
          <a:p>
            <a:r>
              <a:t>              319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124,</a:t>
            </a:r>
          </a:p>
          <a:p>
            <a:r>
              <a:t>              147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0.39891451831750335,</a:t>
            </a:r>
          </a:p>
          <a:p>
            <a:r>
              <a:t>          "positive_count": 271,</a:t>
            </a:r>
          </a:p>
          <a:p>
            <a:r>
              <a:t>          "positive_rate": 0.17666232073011734,</a:t>
            </a:r>
          </a:p>
          <a:p>
            <a:r>
              <a:t>          "precision": 0.315450643776824,</a:t>
            </a:r>
          </a:p>
          <a:p>
            <a:r>
              <a:t>          "recall": 0.5424354243542435,</a:t>
            </a:r>
          </a:p>
          <a:p>
            <a:r>
              <a:t>          "roc_auc": 0.6656367870092003,</a:t>
            </a:r>
          </a:p>
          <a:p>
            <a:r>
              <a:t>          "row_count": 1534,</a:t>
            </a:r>
          </a:p>
          <a:p>
            <a:r>
              <a:t>          "threshold": 0.6499999999999999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"Tasks/task-summaries/validate-refactored-model-per-dataset-20260927-134055/artifacts/cluster-run/apache/results/model/words_5/NN/baseline/metrics.json",</a:t>
            </a:r>
          </a:p>
          <a:p>
            <a:r>
              <a:t>      "blob_sha1": "8cc0b04a93c690f0aa5b6f88178dfc70dd63f55c",</a:t>
            </a:r>
          </a:p>
          <a:p>
            <a:r>
              <a:t>      "sha256": "346dfc8c3ee15be6234a704174558ae1083962b723f30ab2ca7ea41a3891ea92",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0.8697068403908795,</a:t>
            </a:r>
          </a:p>
          <a:p>
            <a:r>
              <a:t>          "auc_prc": 0.1389888264339822,</a:t>
            </a:r>
          </a:p>
          <a:p>
            <a:r>
              <a:t>          "average_precision": 0.14126389878761125,</a:t>
            </a:r>
          </a:p>
          <a:p>
            <a:r>
              <a:t>          "balanced_accuracy": 0.5166210135002934,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1326,</a:t>
            </a:r>
          </a:p>
          <a:p>
            <a:r>
              <a:t>              19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181,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0.08256880733944955,</a:t>
            </a:r>
          </a:p>
          <a:p>
            <a:r>
              <a:t>          "positive_count": 190,</a:t>
            </a:r>
          </a:p>
          <a:p>
            <a:r>
              <a:t>          "positive_rate": 0.1237785016286645,</a:t>
            </a:r>
          </a:p>
          <a:p>
            <a:r>
              <a:t>          "precision": 0.32142857142857145,</a:t>
            </a:r>
          </a:p>
          <a:p>
            <a:r>
              <a:t>          "recall": 0.04736842105263158,</a:t>
            </a:r>
          </a:p>
          <a:p>
            <a:r>
              <a:t>          "roc_auc": 0.49002934846409707,</a:t>
            </a:r>
          </a:p>
          <a:p>
            <a:r>
              <a:t>          "row_count": 1535,</a:t>
            </a:r>
          </a:p>
          <a:p>
            <a:r>
              <a:t>          "threshold": 0.24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0.6466753585397653,</a:t>
            </a:r>
          </a:p>
          <a:p>
            <a:r>
              <a:t>          "auc_prc": 0.2689721658637526,</a:t>
            </a:r>
          </a:p>
          <a:p>
            <a:r>
              <a:t>          "average_precision": 0.27083828938582577,</a:t>
            </a:r>
          </a:p>
          <a:p>
            <a:r>
              <a:t>          "balanced_accuracy": 0.5941456089145214,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853,</a:t>
            </a:r>
          </a:p>
          <a:p>
            <a:r>
              <a:t>              410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132,</a:t>
            </a:r>
          </a:p>
          <a:p>
            <a:r>
              <a:t>              139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0.3390243902439024,</a:t>
            </a:r>
          </a:p>
          <a:p>
            <a:r>
              <a:t>          "positive_count": 271,</a:t>
            </a:r>
          </a:p>
          <a:p>
            <a:r>
              <a:t>          "positive_rate": 0.17666232073011734,</a:t>
            </a:r>
          </a:p>
          <a:p>
            <a:r>
              <a:t>          "precision": 0.25318761384335153,</a:t>
            </a:r>
          </a:p>
          <a:p>
            <a:r>
              <a:t>          "recall": 0.5129151291512916,</a:t>
            </a:r>
          </a:p>
          <a:p>
            <a:r>
              <a:t>          "roc_auc": 0.598145340123235,</a:t>
            </a:r>
          </a:p>
          <a:p>
            <a:r>
              <a:t>          "row_count": 1534,</a:t>
            </a:r>
          </a:p>
          <a:p>
            <a:r>
              <a:t>          "threshold": 0.24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"Tasks/task-summaries/validate-refactored-model-per-dataset-20260927-134055/artifacts/cluster-run/apache/results/model/words_5/NN/refactored/metrics.json",</a:t>
            </a:r>
          </a:p>
          <a:p>
            <a:r>
              <a:t>      "blob_sha1": "bd9d3b6b9480997b296fd68db14e31e959b3bee2",</a:t>
            </a:r>
          </a:p>
          <a:p>
            <a:r>
              <a:t>      "sha256": "7e5816b2c74de886cf4258d88821e607bbe6f0279099f8f0c8e00bffc6c99d14",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0.8742671009771987,</a:t>
            </a:r>
          </a:p>
          <a:p>
            <a:r>
              <a:t>          "auc_prc": 0.15437164998185235,</a:t>
            </a:r>
          </a:p>
          <a:p>
            <a:r>
              <a:t>          "average_precision": 0.15625846059927884,</a:t>
            </a:r>
          </a:p>
          <a:p>
            <a:r>
              <a:t>          "balanced_accuracy": 0.5169634122480923,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1334,</a:t>
            </a:r>
          </a:p>
          <a:p>
            <a:r>
              <a:t>              11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182,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0.07655502392344497,</a:t>
            </a:r>
          </a:p>
          <a:p>
            <a:r>
              <a:t>          "positive_count": 190,</a:t>
            </a:r>
          </a:p>
          <a:p>
            <a:r>
              <a:t>          "positive_rate": 0.1237785016286645,</a:t>
            </a:r>
          </a:p>
          <a:p>
            <a:r>
              <a:t>          "precision": 0.42105263157894735,</a:t>
            </a:r>
          </a:p>
          <a:p>
            <a:r>
              <a:t>          "recall": 0.042105263157894736,</a:t>
            </a:r>
          </a:p>
          <a:p>
            <a:r>
              <a:t>          "roc_auc": 0.5100802191351986,</a:t>
            </a:r>
          </a:p>
          <a:p>
            <a:r>
              <a:t>          "row_count": 1535,</a:t>
            </a:r>
          </a:p>
          <a:p>
            <a:r>
              <a:t>          "threshold": 0.95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0.6271186440677966,</a:t>
            </a:r>
          </a:p>
          <a:p>
            <a:r>
              <a:t>          "auc_prc": 0.32802652193229176,</a:t>
            </a:r>
          </a:p>
          <a:p>
            <a:r>
              <a:t>          "average_precision": 0.2636361495674562,</a:t>
            </a:r>
          </a:p>
          <a:p>
            <a:r>
              <a:t>          "balanced_accuracy": 0.5924130737744433,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816,</a:t>
            </a:r>
          </a:p>
          <a:p>
            <a:r>
              <a:t>              447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125,</a:t>
            </a:r>
          </a:p>
          <a:p>
            <a:r>
              <a:t>              146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0.33796296296296297,</a:t>
            </a:r>
          </a:p>
          <a:p>
            <a:r>
              <a:t>          "positive_count": 271,</a:t>
            </a:r>
          </a:p>
          <a:p>
            <a:r>
              <a:t>          "positive_rate": 0.17666232073011734,</a:t>
            </a:r>
          </a:p>
          <a:p>
            <a:r>
              <a:t>          "precision": 0.24620573355817876,</a:t>
            </a:r>
          </a:p>
          <a:p>
            <a:r>
              <a:t>          "recall": 0.5387453874538746,</a:t>
            </a:r>
          </a:p>
          <a:p>
            <a:r>
              <a:t>          "roc_auc": 0.5934707090538839,</a:t>
            </a:r>
          </a:p>
          <a:p>
            <a:r>
              <a:t>          "row_count": 1534,</a:t>
            </a:r>
          </a:p>
          <a:p>
            <a:r>
              <a:t>          "threshold": 0.95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"Tasks/task-summaries/validate-refactored-model-per-dataset-20260927-134055/artifacts/cluster-run/apache/results/model/words_10/RF/baseline/metrics.json",</a:t>
            </a:r>
          </a:p>
          <a:p>
            <a:r>
              <a:t>      "blob_sha1": "347fcc176beef6e86cebaec18f22057bd209ad25",</a:t>
            </a:r>
          </a:p>
          <a:p>
            <a:r>
              <a:t>      "sha256": "1c127903cd109e5cc238fe99d087d8693cabfb92d511920a985b2e6283996231",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0.9224755700325733,</a:t>
            </a:r>
          </a:p>
          <a:p>
            <a:r>
              <a:t>          "auc_prc": 0.1182617699189143,</a:t>
            </a:r>
          </a:p>
          <a:p>
            <a:r>
              <a:t>          "average_precision": 0.12300714873709821,</a:t>
            </a:r>
          </a:p>
          <a:p>
            <a:r>
              <a:t>          "balanced_accuracy": 0.49964714184897674,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1416,</a:t>
            </a:r>
          </a:p>
          <a:p>
            <a:r>
              <a:t>              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118,</a:t>
            </a:r>
          </a:p>
          <a:p>
            <a:r>
              <a:t>              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0.0,</a:t>
            </a:r>
          </a:p>
          <a:p>
            <a:r>
              <a:t>          "positive_count": 118,</a:t>
            </a:r>
          </a:p>
          <a:p>
            <a:r>
              <a:t>          "positive_rate": 0.07687296416938111,</a:t>
            </a:r>
          </a:p>
          <a:p>
            <a:r>
              <a:t>          "precision": 0.0,</a:t>
            </a:r>
          </a:p>
          <a:p>
            <a:r>
              <a:t>          "recall": 0.0,</a:t>
            </a:r>
          </a:p>
          <a:p>
            <a:r>
              <a:t>          "roc_auc": 0.6367415044914656,</a:t>
            </a:r>
          </a:p>
          <a:p>
            <a:r>
              <a:t>          "row_count": 1535,</a:t>
            </a:r>
          </a:p>
          <a:p>
            <a:r>
              <a:t>          "threshold": 0.26999999999999996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0.7177314211212517,</a:t>
            </a:r>
          </a:p>
          <a:p>
            <a:r>
              <a:t>          "auc_prc": 0.27228102474472077,</a:t>
            </a:r>
          </a:p>
          <a:p>
            <a:r>
              <a:t>          "average_precision": 0.2739411426073085,</a:t>
            </a:r>
          </a:p>
          <a:p>
            <a:r>
              <a:t>          "balanced_accuracy": 0.646210407239819,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987,</a:t>
            </a:r>
          </a:p>
          <a:p>
            <a:r>
              <a:t>              339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94,</a:t>
            </a:r>
          </a:p>
          <a:p>
            <a:r>
              <a:t>              114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0.3449319213313162,</a:t>
            </a:r>
          </a:p>
          <a:p>
            <a:r>
              <a:t>          "positive_count": 208,</a:t>
            </a:r>
          </a:p>
          <a:p>
            <a:r>
              <a:t>          "positive_rate": 0.13559322033898305,</a:t>
            </a:r>
          </a:p>
          <a:p>
            <a:r>
              <a:t>          "precision": 0.25165562913907286,</a:t>
            </a:r>
          </a:p>
          <a:p>
            <a:r>
              <a:t>          "recall": 0.5480769230769231,</a:t>
            </a:r>
          </a:p>
          <a:p>
            <a:r>
              <a:t>          "roc_auc": 0.6838452836756004,</a:t>
            </a:r>
          </a:p>
          <a:p>
            <a:r>
              <a:t>          "row_count": 1534,</a:t>
            </a:r>
          </a:p>
          <a:p>
            <a:r>
              <a:t>          "threshold": 0.26999999999999996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"Tasks/task-summaries/validate-refactored-model-per-dataset-20260927-134055/artifacts/cluster-run/apache/results/model/words_10/RF/refactored/metrics.json",</a:t>
            </a:r>
          </a:p>
          <a:p>
            <a:r>
              <a:t>      "blob_sha1": "c1170ea74c28452d30217bc1eb8325d6e28a0b4b",</a:t>
            </a:r>
          </a:p>
          <a:p>
            <a:r>
              <a:t>      "sha256": "50f781ae94a884d8f460f37aa36078d617f4843744cb4160c9bd34c514c2b332",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0.8364820846905537,</a:t>
            </a:r>
          </a:p>
          <a:p>
            <a:r>
              <a:t>          "auc_prc": 0.12796827977698227,</a:t>
            </a:r>
          </a:p>
          <a:p>
            <a:r>
              <a:t>          "average_precision": 0.13125600118277442,</a:t>
            </a:r>
          </a:p>
          <a:p>
            <a:r>
              <a:t>          "balanced_accuracy": 0.5618339054818607,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1256,</a:t>
            </a:r>
          </a:p>
          <a:p>
            <a:r>
              <a:t>              161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90,</a:t>
            </a:r>
          </a:p>
          <a:p>
            <a:r>
              <a:t>              28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0.1824104234527687,</a:t>
            </a:r>
          </a:p>
          <a:p>
            <a:r>
              <a:t>          "positive_count": 118,</a:t>
            </a:r>
          </a:p>
          <a:p>
            <a:r>
              <a:t>          "positive_rate": 0.07687296416938111,</a:t>
            </a:r>
          </a:p>
          <a:p>
            <a:r>
              <a:t>          "precision": 0.14814814814814814,</a:t>
            </a:r>
          </a:p>
          <a:p>
            <a:r>
              <a:t>          "recall": 0.23728813559322035,</a:t>
            </a:r>
          </a:p>
          <a:p>
            <a:r>
              <a:t>          "roc_auc": 0.6657685728981018,</a:t>
            </a:r>
          </a:p>
          <a:p>
            <a:r>
              <a:t>          "row_count": 1535,</a:t>
            </a:r>
          </a:p>
          <a:p>
            <a:r>
              <a:t>          "threshold": 0.4799999999999999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0.6929595827900913,</a:t>
            </a:r>
          </a:p>
          <a:p>
            <a:r>
              <a:t>          "auc_prc": 0.26783611844551847,</a:t>
            </a:r>
          </a:p>
          <a:p>
            <a:r>
              <a:t>          "average_precision": 0.2719209091580078,</a:t>
            </a:r>
          </a:p>
          <a:p>
            <a:r>
              <a:t>          "balanced_accuracy": 0.6582296380090498,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936,</a:t>
            </a:r>
          </a:p>
          <a:p>
            <a:r>
              <a:t>              390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81,</a:t>
            </a:r>
          </a:p>
          <a:p>
            <a:r>
              <a:t>              127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0.3503448275862069,</a:t>
            </a:r>
          </a:p>
          <a:p>
            <a:r>
              <a:t>          "positive_count": 208,</a:t>
            </a:r>
          </a:p>
          <a:p>
            <a:r>
              <a:t>          "positive_rate": 0.13559322033898305,</a:t>
            </a:r>
          </a:p>
          <a:p>
            <a:r>
              <a:t>          "precision": 0.24564796905222436,</a:t>
            </a:r>
          </a:p>
          <a:p>
            <a:r>
              <a:t>          "recall": 0.6105769230769231,</a:t>
            </a:r>
          </a:p>
          <a:p>
            <a:r>
              <a:t>          "roc_auc": 0.7062793682561782,</a:t>
            </a:r>
          </a:p>
          <a:p>
            <a:r>
              <a:t>          "row_count": 1534,</a:t>
            </a:r>
          </a:p>
          <a:p>
            <a:r>
              <a:t>          "threshold": 0.4799999999999999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"Tasks/task-summaries/validate-refactored-model-per-dataset-20260927-134055/artifacts/cluster-run/apache/results/model/words_10/XGboost/baseline/metrics.json",</a:t>
            </a:r>
          </a:p>
          <a:p>
            <a:r>
              <a:t>      "blob_sha1": "9bbd2d05cc444dc1364091f5d0a7769471049913",</a:t>
            </a:r>
          </a:p>
          <a:p>
            <a:r>
              <a:t>      "sha256": "fca7f8c09ba4322b78ffb3966d546e89e4dec273cc780353ce70fe55a0176c25",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0.9166123778501629,</a:t>
            </a:r>
          </a:p>
          <a:p>
            <a:r>
              <a:t>          "auc_prc": 0.12600434363632199,</a:t>
            </a:r>
          </a:p>
          <a:p>
            <a:r>
              <a:t>          "average_precision": 0.1281036425015546,</a:t>
            </a:r>
          </a:p>
          <a:p>
            <a:r>
              <a:t>          "balanced_accuracy": 0.504240278458907,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1405,</a:t>
            </a:r>
          </a:p>
          <a:p>
            <a:r>
              <a:t>              12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116,</a:t>
            </a:r>
          </a:p>
          <a:p>
            <a:r>
              <a:t>              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0.030303030303030297,</a:t>
            </a:r>
          </a:p>
          <a:p>
            <a:r>
              <a:t>          "positive_count": 118,</a:t>
            </a:r>
          </a:p>
          <a:p>
            <a:r>
              <a:t>          "positive_rate": 0.07687296416938111,</a:t>
            </a:r>
          </a:p>
          <a:p>
            <a:r>
              <a:t>          "precision": 0.14285714285714285,</a:t>
            </a:r>
          </a:p>
          <a:p>
            <a:r>
              <a:t>          "recall": 0.01694915254237288,</a:t>
            </a:r>
          </a:p>
          <a:p>
            <a:r>
              <a:t>          "roc_auc": 0.6550452734949703,</a:t>
            </a:r>
          </a:p>
          <a:p>
            <a:r>
              <a:t>          "row_count": 1535,</a:t>
            </a:r>
          </a:p>
          <a:p>
            <a:r>
              <a:t>          "threshold": 0.25999999999999995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0.7255541069100391,</a:t>
            </a:r>
          </a:p>
          <a:p>
            <a:r>
              <a:t>          "auc_prc": 0.2843757007674418,</a:t>
            </a:r>
          </a:p>
          <a:p>
            <a:r>
              <a:t>          "average_precision": 0.28605468010211177,</a:t>
            </a:r>
          </a:p>
          <a:p>
            <a:r>
              <a:t>          "balanced_accuracy": 0.6487085218702866,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1000,</a:t>
            </a:r>
          </a:p>
          <a:p>
            <a:r>
              <a:t>              326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95,</a:t>
            </a:r>
          </a:p>
          <a:p>
            <a:r>
              <a:t>              113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0.34930448222565696,</a:t>
            </a:r>
          </a:p>
          <a:p>
            <a:r>
              <a:t>          "positive_count": 208,</a:t>
            </a:r>
          </a:p>
          <a:p>
            <a:r>
              <a:t>          "positive_rate": 0.13559322033898305,</a:t>
            </a:r>
          </a:p>
          <a:p>
            <a:r>
              <a:t>          "precision": 0.25740318906605925,</a:t>
            </a:r>
          </a:p>
          <a:p>
            <a:r>
              <a:t>          "recall": 0.5432692307692307,</a:t>
            </a:r>
          </a:p>
          <a:p>
            <a:r>
              <a:t>          "roc_auc": 0.6840374463394825,</a:t>
            </a:r>
          </a:p>
          <a:p>
            <a:r>
              <a:t>          "row_count": 1534,</a:t>
            </a:r>
          </a:p>
          <a:p>
            <a:r>
              <a:t>          "threshold": 0.25999999999999995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"Tasks/task-summaries/validate-refactored-model-per-dataset-20260927-134055/artifacts/cluster-run/apache/results/model/words_10/XGboost/refactored/metrics.json",</a:t>
            </a:r>
          </a:p>
          <a:p>
            <a:r>
              <a:t>      "blob_sha1": "4ffd8ce77791feb7f9bc40a658327627e564e71c",</a:t>
            </a:r>
          </a:p>
          <a:p>
            <a:r>
              <a:t>      "sha256": "9ed4d2af07cceaaffd8ffe86a7940502565bca7f33f81ee168a035b80232c08e",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0.8703583061889251,</a:t>
            </a:r>
          </a:p>
          <a:p>
            <a:r>
              <a:t>          "auc_prc": 0.11673850866307559,</a:t>
            </a:r>
          </a:p>
          <a:p>
            <a:r>
              <a:t>          "average_precision": 0.1201999676966554,</a:t>
            </a:r>
          </a:p>
          <a:p>
            <a:r>
              <a:t>          "balanced_accuracy": 0.5335693695202326,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1320,</a:t>
            </a:r>
          </a:p>
          <a:p>
            <a:r>
              <a:t>              97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102,</a:t>
            </a:r>
          </a:p>
          <a:p>
            <a:r>
              <a:t>              16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0.13852813852813853,</a:t>
            </a:r>
          </a:p>
          <a:p>
            <a:r>
              <a:t>          "positive_count": 118,</a:t>
            </a:r>
          </a:p>
          <a:p>
            <a:r>
              <a:t>          "positive_rate": 0.07687296416938111,</a:t>
            </a:r>
          </a:p>
          <a:p>
            <a:r>
              <a:t>          "precision": 0.1415929203539823,</a:t>
            </a:r>
          </a:p>
          <a:p>
            <a:r>
              <a:t>          "recall": 0.13559322033898305,</a:t>
            </a:r>
          </a:p>
          <a:p>
            <a:r>
              <a:t>          "roc_auc": 0.6539358635455665,</a:t>
            </a:r>
          </a:p>
          <a:p>
            <a:r>
              <a:t>          "row_count": 1535,</a:t>
            </a:r>
          </a:p>
          <a:p>
            <a:r>
              <a:t>          "threshold": 0.62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0.7164276401564538,</a:t>
            </a:r>
          </a:p>
          <a:p>
            <a:r>
              <a:t>          "auc_prc": 0.2926457686956398,</a:t>
            </a:r>
          </a:p>
          <a:p>
            <a:r>
              <a:t>          "average_precision": 0.2922554808295055,</a:t>
            </a:r>
          </a:p>
          <a:p>
            <a:r>
              <a:t>          "balanced_accuracy": 0.6535633484162896,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981,</a:t>
            </a:r>
          </a:p>
          <a:p>
            <a:r>
              <a:t>              345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90,</a:t>
            </a:r>
          </a:p>
          <a:p>
            <a:r>
              <a:t>              118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0.35171385991058124,</a:t>
            </a:r>
          </a:p>
          <a:p>
            <a:r>
              <a:t>          "positive_count": 208,</a:t>
            </a:r>
          </a:p>
          <a:p>
            <a:r>
              <a:t>          "positive_rate": 0.13559322033898305,</a:t>
            </a:r>
          </a:p>
          <a:p>
            <a:r>
              <a:t>          "precision": 0.2548596112311015,</a:t>
            </a:r>
          </a:p>
          <a:p>
            <a:r>
              <a:t>          "recall": 0.5673076923076923,</a:t>
            </a:r>
          </a:p>
          <a:p>
            <a:r>
              <a:t>          "roc_auc": 0.6883266620257571,</a:t>
            </a:r>
          </a:p>
          <a:p>
            <a:r>
              <a:t>          "row_count": 1534,</a:t>
            </a:r>
          </a:p>
          <a:p>
            <a:r>
              <a:t>          "threshold": 0.62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"Tasks/task-summaries/validate-refactored-model-per-dataset-20260927-134055/artifacts/cluster-run/apache/results/model/words_10/NN/baseline/metrics.json",</a:t>
            </a:r>
          </a:p>
          <a:p>
            <a:r>
              <a:t>      "blob_sha1": "989c6ca1a83b51adc2c7d4b67f47c964be9edc61",</a:t>
            </a:r>
          </a:p>
          <a:p>
            <a:r>
              <a:t>      "sha256": "0b45ef039eeaaeb937884abb712843f03364963b1b1ea470d130196af3e81a03",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0.8684039087947882,</a:t>
            </a:r>
          </a:p>
          <a:p>
            <a:r>
              <a:t>          "auc_prc": 0.10694825894263005,</a:t>
            </a:r>
          </a:p>
          <a:p>
            <a:r>
              <a:t>          "average_precision": 0.1086809735715842,</a:t>
            </a:r>
          </a:p>
          <a:p>
            <a:r>
              <a:t>          "balanced_accuracy": 0.5092042151597431,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1323,</a:t>
            </a:r>
          </a:p>
          <a:p>
            <a:r>
              <a:t>              94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108,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0.0900900900900901,</a:t>
            </a:r>
          </a:p>
          <a:p>
            <a:r>
              <a:t>          "positive_count": 118,</a:t>
            </a:r>
          </a:p>
          <a:p>
            <a:r>
              <a:t>          "positive_rate": 0.07687296416938111,</a:t>
            </a:r>
          </a:p>
          <a:p>
            <a:r>
              <a:t>          "precision": 0.09615384615384616,</a:t>
            </a:r>
          </a:p>
          <a:p>
            <a:r>
              <a:t>          "recall": 0.0847457627118644,</a:t>
            </a:r>
          </a:p>
          <a:p>
            <a:r>
              <a:t>          "roc_auc": 0.560183247012667,</a:t>
            </a:r>
          </a:p>
          <a:p>
            <a:r>
              <a:t>          "row_count": 1535,</a:t>
            </a:r>
          </a:p>
          <a:p>
            <a:r>
              <a:t>          "threshold": 0.09999999999999999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0.6675358539765319,</a:t>
            </a:r>
          </a:p>
          <a:p>
            <a:r>
              <a:t>          "auc_prc": 0.22402444616964803,</a:t>
            </a:r>
          </a:p>
          <a:p>
            <a:r>
              <a:t>          "average_precision": 0.22629400630121546,</a:t>
            </a:r>
          </a:p>
          <a:p>
            <a:r>
              <a:t>          "balanced_accuracy": 0.6151489441930618,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911,</a:t>
            </a:r>
          </a:p>
          <a:p>
            <a:r>
              <a:t>              415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95,</a:t>
            </a:r>
          </a:p>
          <a:p>
            <a:r>
              <a:t>              113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0.3070652173913044,</a:t>
            </a:r>
          </a:p>
          <a:p>
            <a:r>
              <a:t>          "positive_count": 208,</a:t>
            </a:r>
          </a:p>
          <a:p>
            <a:r>
              <a:t>          "positive_rate": 0.13559322033898305,</a:t>
            </a:r>
          </a:p>
          <a:p>
            <a:r>
              <a:t>          "precision": 0.21401515151515152,</a:t>
            </a:r>
          </a:p>
          <a:p>
            <a:r>
              <a:t>          "recall": 0.5432692307692307,</a:t>
            </a:r>
          </a:p>
          <a:p>
            <a:r>
              <a:t>          "roc_auc": 0.6269433809026569,</a:t>
            </a:r>
          </a:p>
          <a:p>
            <a:r>
              <a:t>          "row_count": 1534,</a:t>
            </a:r>
          </a:p>
          <a:p>
            <a:r>
              <a:t>          "threshold": 0.09999999999999999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"Tasks/task-summaries/validate-refactored-model-per-dataset-20260927-134055/artifacts/cluster-run/apache/results/model/words_10/NN/refactored/metrics.json",</a:t>
            </a:r>
          </a:p>
          <a:p>
            <a:r>
              <a:t>      "blob_sha1": "cbae0f671b3c48fe1d8779027e99e67bc84e5c30",</a:t>
            </a:r>
          </a:p>
          <a:p>
            <a:r>
              <a:t>      "sha256": "b915cad20822625091abac1dfea06387ff97ee5577ee8a7a38f82974d3beed53",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0.9211726384364821,</a:t>
            </a:r>
          </a:p>
          <a:p>
            <a:r>
              <a:t>          "auc_prc": 0.09743059266254399,</a:t>
            </a:r>
          </a:p>
          <a:p>
            <a:r>
              <a:t>          "average_precision": 0.10199298487188616,</a:t>
            </a:r>
          </a:p>
          <a:p>
            <a:r>
              <a:t>          "balanced_accuracy": 0.50671028551607,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1412,</a:t>
            </a:r>
          </a:p>
          <a:p>
            <a:r>
              <a:t>              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116,</a:t>
            </a:r>
          </a:p>
          <a:p>
            <a:r>
              <a:t>              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0.031999999999999994,</a:t>
            </a:r>
          </a:p>
          <a:p>
            <a:r>
              <a:t>          "positive_count": 118,</a:t>
            </a:r>
          </a:p>
          <a:p>
            <a:r>
              <a:t>          "positive_rate": 0.07687296416938111,</a:t>
            </a:r>
          </a:p>
          <a:p>
            <a:r>
              <a:t>          "precision": 0.2857142857142857,</a:t>
            </a:r>
          </a:p>
          <a:p>
            <a:r>
              <a:t>          "recall": 0.01694915254237288,</a:t>
            </a:r>
          </a:p>
          <a:p>
            <a:r>
              <a:t>          "roc_auc": 0.5481800892312477,</a:t>
            </a:r>
          </a:p>
          <a:p>
            <a:r>
              <a:t>          "row_count": 1535,</a:t>
            </a:r>
          </a:p>
          <a:p>
            <a:r>
              <a:t>          "threshold": 0.7699999999999999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0.6975228161668839,</a:t>
            </a:r>
          </a:p>
          <a:p>
            <a:r>
              <a:t>          "auc_prc": 0.221247276018404,</a:t>
            </a:r>
          </a:p>
          <a:p>
            <a:r>
              <a:t>          "average_precision": 0.22278451837461968,</a:t>
            </a:r>
          </a:p>
          <a:p>
            <a:r>
              <a:t>          "balanced_accuracy": 0.5838518099547512,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981,</a:t>
            </a:r>
          </a:p>
          <a:p>
            <a:r>
              <a:t>              345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119,</a:t>
            </a:r>
          </a:p>
          <a:p>
            <a:r>
              <a:t>              89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0.2772585669781932,</a:t>
            </a:r>
          </a:p>
          <a:p>
            <a:r>
              <a:t>          "positive_count": 208,</a:t>
            </a:r>
          </a:p>
          <a:p>
            <a:r>
              <a:t>          "positive_rate": 0.13559322033898305,</a:t>
            </a:r>
          </a:p>
          <a:p>
            <a:r>
              <a:t>          "precision": 0.20506912442396313,</a:t>
            </a:r>
          </a:p>
          <a:p>
            <a:r>
              <a:t>          "recall": 0.42788461538461536,</a:t>
            </a:r>
          </a:p>
          <a:p>
            <a:r>
              <a:t>          "roc_auc": 0.5821640416521638,</a:t>
            </a:r>
          </a:p>
          <a:p>
            <a:r>
              <a:t>          "row_count": 1534,</a:t>
            </a:r>
          </a:p>
          <a:p>
            <a:r>
              <a:t>          "threshold": 0.7699999999999999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"Tasks/task-summaries/validate-refactored-model-per-dataset-20260927-134055/artifacts/cluster-run/apache/results/model/words_15/RF/baseline/metrics.json",</a:t>
            </a:r>
          </a:p>
          <a:p>
            <a:r>
              <a:t>      "blob_sha1": "f65dbd413dac4a2a38000e3a515b2a5695247691",</a:t>
            </a:r>
          </a:p>
          <a:p>
            <a:r>
              <a:t>      "sha256": "8d4375788ab5ede3efc27b2c8f622ace443d1bb5557dcb6ab9e6b4b7c3723def",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0.9472312703583062,</a:t>
            </a:r>
          </a:p>
          <a:p>
            <a:r>
              <a:t>          "auc_prc": 0.11081690423718996,</a:t>
            </a:r>
          </a:p>
          <a:p>
            <a:r>
              <a:t>          "average_precision": 0.11742689360368327,</a:t>
            </a:r>
          </a:p>
          <a:p>
            <a:r>
              <a:t>          "balanced_accuracy": 0.5058289605515649,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1453,</a:t>
            </a:r>
          </a:p>
          <a:p>
            <a:r>
              <a:t>              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80,</a:t>
            </a:r>
          </a:p>
          <a:p>
            <a:r>
              <a:t>              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0.024096385542168672,</a:t>
            </a:r>
          </a:p>
          <a:p>
            <a:r>
              <a:t>          "positive_count": 81,</a:t>
            </a:r>
          </a:p>
          <a:p>
            <a:r>
              <a:t>          "positive_rate": 0.05276872964169381,</a:t>
            </a:r>
          </a:p>
          <a:p>
            <a:r>
              <a:t>          "precision": 0.5,</a:t>
            </a:r>
          </a:p>
          <a:p>
            <a:r>
              <a:t>          "recall": 0.012345679012345678,</a:t>
            </a:r>
          </a:p>
          <a:p>
            <a:r>
              <a:t>          "roc_auc": 0.6962020479902186,</a:t>
            </a:r>
          </a:p>
          <a:p>
            <a:r>
              <a:t>          "row_count": 1535,</a:t>
            </a:r>
          </a:p>
          <a:p>
            <a:r>
              <a:t>          "threshold": 0.19999999999999996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0.7229465449804433,</a:t>
            </a:r>
          </a:p>
          <a:p>
            <a:r>
              <a:t>          "auc_prc": 0.21658891799409033,</a:t>
            </a:r>
          </a:p>
          <a:p>
            <a:r>
              <a:t>          "average_precision": 0.2183252306978305,</a:t>
            </a:r>
          </a:p>
          <a:p>
            <a:r>
              <a:t>          "balanced_accuracy": 0.6742125417801093,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1008,</a:t>
            </a:r>
          </a:p>
          <a:p>
            <a:r>
              <a:t>              361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64,</a:t>
            </a:r>
          </a:p>
          <a:p>
            <a:r>
              <a:t>              101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0.32216905901116427,</a:t>
            </a:r>
          </a:p>
          <a:p>
            <a:r>
              <a:t>          "positive_count": 165,</a:t>
            </a:r>
          </a:p>
          <a:p>
            <a:r>
              <a:t>          "positive_rate": 0.1075619295958279,</a:t>
            </a:r>
          </a:p>
          <a:p>
            <a:r>
              <a:t>          "precision": 0.21861471861471862,</a:t>
            </a:r>
          </a:p>
          <a:p>
            <a:r>
              <a:t>          "recall": 0.6121212121212121,</a:t>
            </a:r>
          </a:p>
          <a:p>
            <a:r>
              <a:t>          "roc_auc": 0.7062465413816765,</a:t>
            </a:r>
          </a:p>
          <a:p>
            <a:r>
              <a:t>          "row_count": 1534,</a:t>
            </a:r>
          </a:p>
          <a:p>
            <a:r>
              <a:t>          "threshold": 0.19999999999999996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"Tasks/task-summaries/validate-refactored-model-per-dataset-20260927-134055/artifacts/cluster-run/apache/results/model/words_15/RF/refactored/metrics.json",</a:t>
            </a:r>
          </a:p>
          <a:p>
            <a:r>
              <a:t>      "blob_sha1": "d892b79065353e51ec25c2267d5fad0744a488e9",</a:t>
            </a:r>
          </a:p>
          <a:p>
            <a:r>
              <a:t>      "sha256": "f6b9382834b50043c7635438af0bde1149935dd53693a1375fdbf37b9316aef4",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0.8729641693811075,</a:t>
            </a:r>
          </a:p>
          <a:p>
            <a:r>
              <a:t>          "auc_prc": 0.1033185961298041,</a:t>
            </a:r>
          </a:p>
          <a:p>
            <a:r>
              <a:t>          "average_precision": 0.10644346834219072,</a:t>
            </a:r>
          </a:p>
          <a:p>
            <a:r>
              <a:t>          "balanced_accuracy": 0.5540611679997283,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1324,</a:t>
            </a:r>
          </a:p>
          <a:p>
            <a:r>
              <a:t>              130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65,</a:t>
            </a:r>
          </a:p>
          <a:p>
            <a:r>
              <a:t>              16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0.14096916299559473,</a:t>
            </a:r>
          </a:p>
          <a:p>
            <a:r>
              <a:t>          "positive_count": 81,</a:t>
            </a:r>
          </a:p>
          <a:p>
            <a:r>
              <a:t>          "positive_rate": 0.05276872964169381,</a:t>
            </a:r>
          </a:p>
          <a:p>
            <a:r>
              <a:t>          "precision": 0.1095890410958904,</a:t>
            </a:r>
          </a:p>
          <a:p>
            <a:r>
              <a:t>          "recall": 0.19753086419753085,</a:t>
            </a:r>
          </a:p>
          <a:p>
            <a:r>
              <a:t>          "roc_auc": 0.725716202217807,</a:t>
            </a:r>
          </a:p>
          <a:p>
            <a:r>
              <a:t>          "row_count": 1535,</a:t>
            </a:r>
          </a:p>
          <a:p>
            <a:r>
              <a:t>          "threshold": 0.48999999999999994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0.7144719687092569,</a:t>
            </a:r>
          </a:p>
          <a:p>
            <a:r>
              <a:t>          "auc_prc": 0.22592260154814314,</a:t>
            </a:r>
          </a:p>
          <a:p>
            <a:r>
              <a:t>          "average_precision": 0.22847515237743474,</a:t>
            </a:r>
          </a:p>
          <a:p>
            <a:r>
              <a:t>          "balanced_accuracy": 0.6694645505456316,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995,</a:t>
            </a:r>
          </a:p>
          <a:p>
            <a:r>
              <a:t>              374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64,</a:t>
            </a:r>
          </a:p>
          <a:p>
            <a:r>
              <a:t>              101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0.315625,</a:t>
            </a:r>
          </a:p>
          <a:p>
            <a:r>
              <a:t>          "positive_count": 165,</a:t>
            </a:r>
          </a:p>
          <a:p>
            <a:r>
              <a:t>          "positive_rate": 0.1075619295958279,</a:t>
            </a:r>
          </a:p>
          <a:p>
            <a:r>
              <a:t>          "precision": 0.21263157894736842,</a:t>
            </a:r>
          </a:p>
          <a:p>
            <a:r>
              <a:t>          "recall": 0.6121212121212121,</a:t>
            </a:r>
          </a:p>
          <a:p>
            <a:r>
              <a:t>          "roc_auc": 0.7295437944086592,</a:t>
            </a:r>
          </a:p>
          <a:p>
            <a:r>
              <a:t>          "row_count": 1534,</a:t>
            </a:r>
          </a:p>
          <a:p>
            <a:r>
              <a:t>          "threshold": 0.48999999999999994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"Tasks/task-summaries/validate-refactored-model-per-dataset-20260927-134055/artifacts/cluster-run/apache/results/model/words_15/XGboost/baseline/metrics.json",</a:t>
            </a:r>
          </a:p>
          <a:p>
            <a:r>
              <a:t>      "blob_sha1": "9773752aa5fb5c2928f71a7d57c0c7316ae0c89e",</a:t>
            </a:r>
          </a:p>
          <a:p>
            <a:r>
              <a:t>      "sha256": "2c88883671a005c234495c0aa282ae4c19bf51b3c0f03d1831880946ba56ed52",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0.8905537459283388,</a:t>
            </a:r>
          </a:p>
          <a:p>
            <a:r>
              <a:t>          "auc_prc": 0.09442999890128187,</a:t>
            </a:r>
          </a:p>
          <a:p>
            <a:r>
              <a:t>          "average_precision": 0.09602948210704834,</a:t>
            </a:r>
          </a:p>
          <a:p>
            <a:r>
              <a:t>          "balanced_accuracy": 0.5458590181194491,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1354,</a:t>
            </a:r>
          </a:p>
          <a:p>
            <a:r>
              <a:t>              100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68,</a:t>
            </a:r>
          </a:p>
          <a:p>
            <a:r>
              <a:t>              13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0.13402061855670103,</a:t>
            </a:r>
          </a:p>
          <a:p>
            <a:r>
              <a:t>          "positive_count": 81,</a:t>
            </a:r>
          </a:p>
          <a:p>
            <a:r>
              <a:t>          "positive_rate": 0.05276872964169381,</a:t>
            </a:r>
          </a:p>
          <a:p>
            <a:r>
              <a:t>          "precision": 0.11504424778761062,</a:t>
            </a:r>
          </a:p>
          <a:p>
            <a:r>
              <a:t>          "recall": 0.16049382716049382,</a:t>
            </a:r>
          </a:p>
          <a:p>
            <a:r>
              <a:t>          "roc_auc": 0.7079958225075144,</a:t>
            </a:r>
          </a:p>
          <a:p>
            <a:r>
              <a:t>          "row_count": 1535,</a:t>
            </a:r>
          </a:p>
          <a:p>
            <a:r>
              <a:t>          "threshold": 0.07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0.6870925684485006,</a:t>
            </a:r>
          </a:p>
          <a:p>
            <a:r>
              <a:t>          "auc_prc": 0.2532213003016254,</a:t>
            </a:r>
          </a:p>
          <a:p>
            <a:r>
              <a:t>          "average_precision": 0.2528721433620687,</a:t>
            </a:r>
          </a:p>
          <a:p>
            <a:r>
              <a:t>          "balanced_accuracy": 0.7047612723288399,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934,</a:t>
            </a:r>
          </a:p>
          <a:p>
            <a:r>
              <a:t>              435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45,</a:t>
            </a:r>
          </a:p>
          <a:p>
            <a:r>
              <a:t>              120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0.33333333333333337,</a:t>
            </a:r>
          </a:p>
          <a:p>
            <a:r>
              <a:t>          "positive_count": 165,</a:t>
            </a:r>
          </a:p>
          <a:p>
            <a:r>
              <a:t>          "positive_rate": 0.1075619295958279,</a:t>
            </a:r>
          </a:p>
          <a:p>
            <a:r>
              <a:t>          "precision": 0.21621621621621623,</a:t>
            </a:r>
          </a:p>
          <a:p>
            <a:r>
              <a:t>          "recall": 0.7272727272727273,</a:t>
            </a:r>
          </a:p>
          <a:p>
            <a:r>
              <a:t>          "roc_auc": 0.7404121566283729,</a:t>
            </a:r>
          </a:p>
          <a:p>
            <a:r>
              <a:t>          "row_count": 1534,</a:t>
            </a:r>
          </a:p>
          <a:p>
            <a:r>
              <a:t>          "threshold": 0.07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"Tasks/task-summaries/validate-refactored-model-per-dataset-20260927-134055/artifacts/cluster-run/apache/results/model/words_15/XGboost/refactored/metrics.json",</a:t>
            </a:r>
          </a:p>
          <a:p>
            <a:r>
              <a:t>      "blob_sha1": "1169c5ae416178c77126a4a385d2e59f935fc4ad",</a:t>
            </a:r>
          </a:p>
          <a:p>
            <a:r>
              <a:t>      "sha256": "667ae8f6ec1b74fc8436cf14d943a609a480621d7ea5a03bd3e71f5b20010c96",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0.9114006514657981,</a:t>
            </a:r>
          </a:p>
          <a:p>
            <a:r>
              <a:t>          "auc_prc": 0.0964500311122774,</a:t>
            </a:r>
          </a:p>
          <a:p>
            <a:r>
              <a:t>          "average_precision": 0.09971765671814088,</a:t>
            </a:r>
          </a:p>
          <a:p>
            <a:r>
              <a:t>          "balanced_accuracy": 0.533547302460645,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1390,</a:t>
            </a:r>
          </a:p>
          <a:p>
            <a:r>
              <a:t>              64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72,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0.11688311688311688,</a:t>
            </a:r>
          </a:p>
          <a:p>
            <a:r>
              <a:t>          "positive_count": 81,</a:t>
            </a:r>
          </a:p>
          <a:p>
            <a:r>
              <a:t>          "positive_rate": 0.05276872964169381,</a:t>
            </a:r>
          </a:p>
          <a:p>
            <a:r>
              <a:t>          "precision": 0.1232876712328767,</a:t>
            </a:r>
          </a:p>
          <a:p>
            <a:r>
              <a:t>          "recall": 0.1111111111111111,</a:t>
            </a:r>
          </a:p>
          <a:p>
            <a:r>
              <a:t>          "roc_auc": 0.7046164688301323,</a:t>
            </a:r>
          </a:p>
          <a:p>
            <a:r>
              <a:t>          "row_count": 1535,</a:t>
            </a:r>
          </a:p>
          <a:p>
            <a:r>
              <a:t>          "threshold": 0.62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0.8663624511082139,</a:t>
            </a:r>
          </a:p>
          <a:p>
            <a:r>
              <a:t>          "auc_prc": 0.3081607505823212,</a:t>
            </a:r>
          </a:p>
          <a:p>
            <a:r>
              <a:t>          "average_precision": 0.30808895495862954,</a:t>
            </a:r>
          </a:p>
          <a:p>
            <a:r>
              <a:t>          "balanced_accuracy": 0.6239745888394537,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1277,</a:t>
            </a:r>
          </a:p>
          <a:p>
            <a:r>
              <a:t>              92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113,</a:t>
            </a:r>
          </a:p>
          <a:p>
            <a:r>
              <a:t>              52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0.3365695792880259,</a:t>
            </a:r>
          </a:p>
          <a:p>
            <a:r>
              <a:t>          "positive_count": 165,</a:t>
            </a:r>
          </a:p>
          <a:p>
            <a:r>
              <a:t>          "positive_rate": 0.1075619295958279,</a:t>
            </a:r>
          </a:p>
          <a:p>
            <a:r>
              <a:t>          "precision": 0.3611111111111111,</a:t>
            </a:r>
          </a:p>
          <a:p>
            <a:r>
              <a:t>          "recall": 0.3151515151515151,</a:t>
            </a:r>
          </a:p>
          <a:p>
            <a:r>
              <a:t>          "roc_auc": 0.7443167983708524,</a:t>
            </a:r>
          </a:p>
          <a:p>
            <a:r>
              <a:t>          "row_count": 1534,</a:t>
            </a:r>
          </a:p>
          <a:p>
            <a:r>
              <a:t>          "threshold": 0.62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"Tasks/task-summaries/validate-refactored-model-per-dataset-20260927-134055/artifacts/cluster-run/apache/results/model/words_15/NN/baseline/metrics.json",</a:t>
            </a:r>
          </a:p>
          <a:p>
            <a:r>
              <a:t>      "blob_sha1": "e3f20a67c4eec753487c7eab2eb967733c73c233",</a:t>
            </a:r>
          </a:p>
          <a:p>
            <a:r>
              <a:t>      "sha256": "ddf0c75681962a33078b510f3d85a138e406b316635959834980ae3ffb2af68d",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0.9107491856677524,</a:t>
            </a:r>
          </a:p>
          <a:p>
            <a:r>
              <a:t>          "auc_prc": 0.07150388685686257,</a:t>
            </a:r>
          </a:p>
          <a:p>
            <a:r>
              <a:t>          "average_precision": 0.07529750602152935,</a:t>
            </a:r>
          </a:p>
          <a:p>
            <a:r>
              <a:t>          "balanced_accuracy": 0.5273744629544721,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1390,</a:t>
            </a:r>
          </a:p>
          <a:p>
            <a:r>
              <a:t>              64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73,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0.10457516339869281,</a:t>
            </a:r>
          </a:p>
          <a:p>
            <a:r>
              <a:t>          "positive_count": 81,</a:t>
            </a:r>
          </a:p>
          <a:p>
            <a:r>
              <a:t>          "positive_rate": 0.05276872964169381,</a:t>
            </a:r>
          </a:p>
          <a:p>
            <a:r>
              <a:t>          "precision": 0.1111111111111111,</a:t>
            </a:r>
          </a:p>
          <a:p>
            <a:r>
              <a:t>          "recall": 0.09876543209876543,</a:t>
            </a:r>
          </a:p>
          <a:p>
            <a:r>
              <a:t>          "roc_auc": 0.5967700850782006,</a:t>
            </a:r>
          </a:p>
          <a:p>
            <a:r>
              <a:t>          "row_count": 1535,</a:t>
            </a:r>
          </a:p>
          <a:p>
            <a:r>
              <a:t>          "threshold": 0.09999999999999999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0.6505867014341591,</a:t>
            </a:r>
          </a:p>
          <a:p>
            <a:r>
              <a:t>          "auc_prc": 0.15729959868321167,</a:t>
            </a:r>
          </a:p>
          <a:p>
            <a:r>
              <a:t>          "average_precision": 0.1597904008025416,</a:t>
            </a:r>
          </a:p>
          <a:p>
            <a:r>
              <a:t>          "balanced_accuracy": 0.6043561989507935,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908,</a:t>
            </a:r>
          </a:p>
          <a:p>
            <a:r>
              <a:t>              461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75,</a:t>
            </a:r>
          </a:p>
          <a:p>
            <a:r>
              <a:t>              90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0.25139664804469275,</a:t>
            </a:r>
          </a:p>
          <a:p>
            <a:r>
              <a:t>          "positive_count": 165,</a:t>
            </a:r>
          </a:p>
          <a:p>
            <a:r>
              <a:t>          "positive_rate": 0.1075619295958279,</a:t>
            </a:r>
          </a:p>
          <a:p>
            <a:r>
              <a:t>          "precision": 0.16333938294010888,</a:t>
            </a:r>
          </a:p>
          <a:p>
            <a:r>
              <a:t>          "recall": 0.5454545454545454,</a:t>
            </a:r>
          </a:p>
          <a:p>
            <a:r>
              <a:t>          "roc_auc": 0.6169688115634061,</a:t>
            </a:r>
          </a:p>
          <a:p>
            <a:r>
              <a:t>          "row_count": 1534,</a:t>
            </a:r>
          </a:p>
          <a:p>
            <a:r>
              <a:t>          "threshold": 0.09999999999999999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"Tasks/task-summaries/validate-refactored-model-per-dataset-20260927-134055/artifacts/cluster-run/apache/results/model/words_15/NN/refactored/metrics.json",</a:t>
            </a:r>
          </a:p>
          <a:p>
            <a:r>
              <a:t>      "blob_sha1": "ae0655cb79a19d43062261188a1ff8ae08619874",</a:t>
            </a:r>
          </a:p>
          <a:p>
            <a:r>
              <a:t>      "sha256": "effc28624b73985db97909bbade020bac99ed63775e7ab526484b7e96975cb79",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0.9381107491856677,</a:t>
            </a:r>
          </a:p>
          <a:p>
            <a:r>
              <a:t>          "auc_prc": 0.07667623514797148,</a:t>
            </a:r>
          </a:p>
          <a:p>
            <a:r>
              <a:t>          "average_precision": 0.0812238011884158,</a:t>
            </a:r>
          </a:p>
          <a:p>
            <a:r>
              <a:t>          "balanced_accuracy": 0.5185015368417478,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1436,</a:t>
            </a:r>
          </a:p>
          <a:p>
            <a:r>
              <a:t>              18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77,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0.07766990291262135,</a:t>
            </a:r>
          </a:p>
          <a:p>
            <a:r>
              <a:t>          "positive_count": 81,</a:t>
            </a:r>
          </a:p>
          <a:p>
            <a:r>
              <a:t>          "positive_rate": 0.05276872964169381,</a:t>
            </a:r>
          </a:p>
          <a:p>
            <a:r>
              <a:t>          "precision": 0.18181818181818182,</a:t>
            </a:r>
          </a:p>
          <a:p>
            <a:r>
              <a:t>          "recall": 0.04938271604938271,</a:t>
            </a:r>
          </a:p>
          <a:p>
            <a:r>
              <a:t>          "roc_auc": 0.5299641686620137,</a:t>
            </a:r>
          </a:p>
          <a:p>
            <a:r>
              <a:t>          "row_count": 1535,</a:t>
            </a:r>
          </a:p>
          <a:p>
            <a:r>
              <a:t>          "threshold": 0.27999999999999997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0.8415906127770535,</a:t>
            </a:r>
          </a:p>
          <a:p>
            <a:r>
              <a:t>          "auc_prc": 0.12171998311112031,</a:t>
            </a:r>
          </a:p>
          <a:p>
            <a:r>
              <a:t>          "average_precision": 0.12260404276639852,</a:t>
            </a:r>
          </a:p>
          <a:p>
            <a:r>
              <a:t>          "balanced_accuracy": 0.5168182924939682,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1274,</a:t>
            </a:r>
          </a:p>
          <a:p>
            <a:r>
              <a:t>              95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148,</a:t>
            </a:r>
          </a:p>
          <a:p>
            <a:r>
              <a:t>              17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0.12274368231046928,</a:t>
            </a:r>
          </a:p>
          <a:p>
            <a:r>
              <a:t>          "positive_count": 165,</a:t>
            </a:r>
          </a:p>
          <a:p>
            <a:r>
              <a:t>          "positive_rate": 0.1075619295958279,</a:t>
            </a:r>
          </a:p>
          <a:p>
            <a:r>
              <a:t>          "precision": 0.15178571428571427,</a:t>
            </a:r>
          </a:p>
          <a:p>
            <a:r>
              <a:t>          "recall": 0.10303030303030303,</a:t>
            </a:r>
          </a:p>
          <a:p>
            <a:r>
              <a:t>          "roc_auc": 0.466314717666069,</a:t>
            </a:r>
          </a:p>
          <a:p>
            <a:r>
              <a:t>          "row_count": 1534,</a:t>
            </a:r>
          </a:p>
          <a:p>
            <a:r>
              <a:t>          "threshold": 0.27999999999999997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"Tasks/task-summaries/validate-refactored-model-per-dataset-20260927-134055/artifacts/cluster-run/apache/results/model/words_20/RF/baseline/metrics.json",</a:t>
            </a:r>
          </a:p>
          <a:p>
            <a:r>
              <a:t>      "blob_sha1": "3a5f3fbaeb2a4a0c612900408e126148895e1d24",</a:t>
            </a:r>
          </a:p>
          <a:p>
            <a:r>
              <a:t>      "sha256": "9b40e2cf68c528e3e14753c1f81bd8134746008e9754d225f09e9fc5d261b2bc",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0.9602605863192183,</a:t>
            </a:r>
          </a:p>
          <a:p>
            <a:r>
              <a:t>          "auc_prc": 0.07213818485162707,</a:t>
            </a:r>
          </a:p>
          <a:p>
            <a:r>
              <a:t>          "average_precision": 0.07543163854053209,</a:t>
            </a:r>
          </a:p>
          <a:p>
            <a:r>
              <a:t>          "balanced_accuracy": 0.4993224932249323,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1474,</a:t>
            </a:r>
          </a:p>
          <a:p>
            <a:r>
              <a:t>              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59,</a:t>
            </a:r>
          </a:p>
          <a:p>
            <a:r>
              <a:t>              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0.0,</a:t>
            </a:r>
          </a:p>
          <a:p>
            <a:r>
              <a:t>          "positive_count": 59,</a:t>
            </a:r>
          </a:p>
          <a:p>
            <a:r>
              <a:t>          "positive_rate": 0.038436482084690554,</a:t>
            </a:r>
          </a:p>
          <a:p>
            <a:r>
              <a:t>          "precision": 0.0,</a:t>
            </a:r>
          </a:p>
          <a:p>
            <a:r>
              <a:t>          "recall": 0.0,</a:t>
            </a:r>
          </a:p>
          <a:p>
            <a:r>
              <a:t>          "roc_auc": 0.7157399751963621,</a:t>
            </a:r>
          </a:p>
          <a:p>
            <a:r>
              <a:t>          "row_count": 1535,</a:t>
            </a:r>
          </a:p>
          <a:p>
            <a:r>
              <a:t>          "threshold": 0.18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0.7138200782268579,</a:t>
            </a:r>
          </a:p>
          <a:p>
            <a:r>
              <a:t>          "auc_prc": 0.20320873559996885,</a:t>
            </a:r>
          </a:p>
          <a:p>
            <a:r>
              <a:t>          "average_precision": 0.20598938809423398,</a:t>
            </a:r>
          </a:p>
          <a:p>
            <a:r>
              <a:t>          "balanced_accuracy": 0.6721158859015417,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1005,</a:t>
            </a:r>
          </a:p>
          <a:p>
            <a:r>
              <a:t>              384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55,</a:t>
            </a:r>
          </a:p>
          <a:p>
            <a:r>
              <a:t>              90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0.29079159935379645,</a:t>
            </a:r>
          </a:p>
          <a:p>
            <a:r>
              <a:t>          "positive_count": 145,</a:t>
            </a:r>
          </a:p>
          <a:p>
            <a:r>
              <a:t>          "positive_rate": 0.09452411994784876,</a:t>
            </a:r>
          </a:p>
          <a:p>
            <a:r>
              <a:t>          "precision": 0.189873417721519,</a:t>
            </a:r>
          </a:p>
          <a:p>
            <a:r>
              <a:t>          "recall": 0.6206896551724138,</a:t>
            </a:r>
          </a:p>
          <a:p>
            <a:r>
              <a:t>          "roc_auc": 0.7096472282217423,</a:t>
            </a:r>
          </a:p>
          <a:p>
            <a:r>
              <a:t>          "row_count": 1534,</a:t>
            </a:r>
          </a:p>
          <a:p>
            <a:r>
              <a:t>          "threshold": 0.18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"Tasks/task-summaries/validate-refactored-model-per-dataset-20260927-134055/artifacts/cluster-run/apache/results/model/words_20/RF/refactored/metrics.json",</a:t>
            </a:r>
          </a:p>
          <a:p>
            <a:r>
              <a:t>      "blob_sha1": "a2df466070207ed333801ce21311f541c88045a3",</a:t>
            </a:r>
          </a:p>
          <a:p>
            <a:r>
              <a:t>      "sha256": "fb5afdaec5e174dd23672f32a7ad02b49a4244c47e9e1ac979eb3f68242abac2",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0.7830618892508143,</a:t>
            </a:r>
          </a:p>
          <a:p>
            <a:r>
              <a:t>          "auc_prc": 0.07748319590206003,</a:t>
            </a:r>
          </a:p>
          <a:p>
            <a:r>
              <a:t>          "average_precision": 0.08015705622111027,</a:t>
            </a:r>
          </a:p>
          <a:p>
            <a:r>
              <a:t>          "balanced_accuracy": 0.6187129667906849,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1176,</a:t>
            </a:r>
          </a:p>
          <a:p>
            <a:r>
              <a:t>              300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33,</a:t>
            </a:r>
          </a:p>
          <a:p>
            <a:r>
              <a:t>              26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0.13506493506493505,</a:t>
            </a:r>
          </a:p>
          <a:p>
            <a:r>
              <a:t>          "positive_count": 59,</a:t>
            </a:r>
          </a:p>
          <a:p>
            <a:r>
              <a:t>          "positive_rate": 0.038436482084690554,</a:t>
            </a:r>
          </a:p>
          <a:p>
            <a:r>
              <a:t>          "precision": 0.07975460122699386,</a:t>
            </a:r>
          </a:p>
          <a:p>
            <a:r>
              <a:t>          "recall": 0.4406779661016949,</a:t>
            </a:r>
          </a:p>
          <a:p>
            <a:r>
              <a:t>          "roc_auc": 0.7477378163612145,</a:t>
            </a:r>
          </a:p>
          <a:p>
            <a:r>
              <a:t>          "row_count": 1535,</a:t>
            </a:r>
          </a:p>
          <a:p>
            <a:r>
              <a:t>          "threshold": 0.4099999999999999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0.6584093872229465,</a:t>
            </a:r>
          </a:p>
          <a:p>
            <a:r>
              <a:t>          "auc_prc": 0.17910544163005188,</a:t>
            </a:r>
          </a:p>
          <a:p>
            <a:r>
              <a:t>          "average_precision": 0.1819615387364804,</a:t>
            </a:r>
          </a:p>
          <a:p>
            <a:r>
              <a:t>          "balanced_accuracy": 0.6940195129217249,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903,</a:t>
            </a:r>
          </a:p>
          <a:p>
            <a:r>
              <a:t>              486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38,</a:t>
            </a:r>
          </a:p>
          <a:p>
            <a:r>
              <a:t>              107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0.28997289972899726,</a:t>
            </a:r>
          </a:p>
          <a:p>
            <a:r>
              <a:t>          "positive_count": 145,</a:t>
            </a:r>
          </a:p>
          <a:p>
            <a:r>
              <a:t>          "positive_rate": 0.09452411994784876,</a:t>
            </a:r>
          </a:p>
          <a:p>
            <a:r>
              <a:t>          "precision": 0.18043844856661045,</a:t>
            </a:r>
          </a:p>
          <a:p>
            <a:r>
              <a:t>          "recall": 0.7379310344827587,</a:t>
            </a:r>
          </a:p>
          <a:p>
            <a:r>
              <a:t>          "roc_auc": 0.7198927534073136,</a:t>
            </a:r>
          </a:p>
          <a:p>
            <a:r>
              <a:t>          "row_count": 1534,</a:t>
            </a:r>
          </a:p>
          <a:p>
            <a:r>
              <a:t>          "threshold": 0.4099999999999999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"Tasks/task-summaries/validate-refactored-model-per-dataset-20260927-134055/artifacts/cluster-run/apache/results/model/words_20/XGboost/baseline/metrics.json",</a:t>
            </a:r>
          </a:p>
          <a:p>
            <a:r>
              <a:t>      "blob_sha1": "14401459bc818408ef3215e75173afc174adab8c",</a:t>
            </a:r>
          </a:p>
          <a:p>
            <a:r>
              <a:t>      "sha256": "9f4dba17a0421648cf61de7154a7076f11ad7ddb5c12a38919ce587ab38d93ef",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0.9394136807817589,</a:t>
            </a:r>
          </a:p>
          <a:p>
            <a:r>
              <a:t>          "auc_prc": 0.07475408076761408,</a:t>
            </a:r>
          </a:p>
          <a:p>
            <a:r>
              <a:t>          "average_precision": 0.07760090044229538,</a:t>
            </a:r>
          </a:p>
          <a:p>
            <a:r>
              <a:t>          "balanced_accuracy": 0.5210256763584585,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1438,</a:t>
            </a:r>
          </a:p>
          <a:p>
            <a:r>
              <a:t>              38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55,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0.07920792079207921,</a:t>
            </a:r>
          </a:p>
          <a:p>
            <a:r>
              <a:t>          "positive_count": 59,</a:t>
            </a:r>
          </a:p>
          <a:p>
            <a:r>
              <a:t>          "positive_rate": 0.038436482084690554,</a:t>
            </a:r>
          </a:p>
          <a:p>
            <a:r>
              <a:t>          "precision": 0.09523809523809523,</a:t>
            </a:r>
          </a:p>
          <a:p>
            <a:r>
              <a:t>          "recall": 0.06779661016949153,</a:t>
            </a:r>
          </a:p>
          <a:p>
            <a:r>
              <a:t>          "roc_auc": 0.7296058977538928,</a:t>
            </a:r>
          </a:p>
          <a:p>
            <a:r>
              <a:t>          "row_count": 1535,</a:t>
            </a:r>
          </a:p>
          <a:p>
            <a:r>
              <a:t>          "threshold": 0.07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0.6903520208604954,</a:t>
            </a:r>
          </a:p>
          <a:p>
            <a:r>
              <a:t>          "auc_prc": 0.19604377502545178,</a:t>
            </a:r>
          </a:p>
          <a:p>
            <a:r>
              <a:t>          "average_precision": 0.19805168894814282,</a:t>
            </a:r>
          </a:p>
          <a:p>
            <a:r>
              <a:t>          "balanced_accuracy": 0.6622452272783694,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968,</a:t>
            </a:r>
          </a:p>
          <a:p>
            <a:r>
              <a:t>              421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54,</a:t>
            </a:r>
          </a:p>
          <a:p>
            <a:r>
              <a:t>              91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0.2770167427701674,</a:t>
            </a:r>
          </a:p>
          <a:p>
            <a:r>
              <a:t>          "positive_count": 145,</a:t>
            </a:r>
          </a:p>
          <a:p>
            <a:r>
              <a:t>          "positive_rate": 0.09452411994784876,</a:t>
            </a:r>
          </a:p>
          <a:p>
            <a:r>
              <a:t>          "precision": 0.177734375,</a:t>
            </a:r>
          </a:p>
          <a:p>
            <a:r>
              <a:t>          "recall": 0.6275862068965518,</a:t>
            </a:r>
          </a:p>
          <a:p>
            <a:r>
              <a:t>          "roc_auc": 0.7099674784637918,</a:t>
            </a:r>
          </a:p>
          <a:p>
            <a:r>
              <a:t>          "row_count": 1534,</a:t>
            </a:r>
          </a:p>
          <a:p>
            <a:r>
              <a:t>          "threshold": 0.07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"Tasks/task-summaries/validate-refactored-model-per-dataset-20260927-134055/artifacts/cluster-run/apache/results/model/words_20/XGboost/refactored/metrics.json",</a:t>
            </a:r>
          </a:p>
          <a:p>
            <a:r>
              <a:t>      "blob_sha1": "febb4d9e79db1f785f748c5e5d567513e5a02562",</a:t>
            </a:r>
          </a:p>
          <a:p>
            <a:r>
              <a:t>      "sha256": "003546cedc8c22faed4591cdd526a878ad6de2307d7fbc2db390a3b27d2debd3",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0.9250814332247557,</a:t>
            </a:r>
          </a:p>
          <a:p>
            <a:r>
              <a:t>          "auc_prc": 0.07660777122663817,</a:t>
            </a:r>
          </a:p>
          <a:p>
            <a:r>
              <a:t>          "average_precision": 0.07979742460932318,</a:t>
            </a:r>
          </a:p>
          <a:p>
            <a:r>
              <a:t>          "balanced_accuracy": 0.5298447476000184,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1414,</a:t>
            </a:r>
          </a:p>
          <a:p>
            <a:r>
              <a:t>              62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53,</a:t>
            </a:r>
          </a:p>
          <a:p>
            <a:r>
              <a:t>              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0.09448818897637795,</a:t>
            </a:r>
          </a:p>
          <a:p>
            <a:r>
              <a:t>          "positive_count": 59,</a:t>
            </a:r>
          </a:p>
          <a:p>
            <a:r>
              <a:t>          "positive_rate": 0.038436482084690554,</a:t>
            </a:r>
          </a:p>
          <a:p>
            <a:r>
              <a:t>          "precision": 0.08823529411764706,</a:t>
            </a:r>
          </a:p>
          <a:p>
            <a:r>
              <a:t>          "recall": 0.1016949152542373,</a:t>
            </a:r>
          </a:p>
          <a:p>
            <a:r>
              <a:t>          "roc_auc": 0.7377761701345827,</a:t>
            </a:r>
          </a:p>
          <a:p>
            <a:r>
              <a:t>          "row_count": 1535,</a:t>
            </a:r>
          </a:p>
          <a:p>
            <a:r>
              <a:t>          "threshold": 0.61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0.7301173402868318,</a:t>
            </a:r>
          </a:p>
          <a:p>
            <a:r>
              <a:t>          "auc_prc": 0.3068493268823628,</a:t>
            </a:r>
          </a:p>
          <a:p>
            <a:r>
              <a:t>          "average_precision": 0.30257107842333564,</a:t>
            </a:r>
          </a:p>
          <a:p>
            <a:r>
              <a:t>          "balanced_accuracy": 0.6842034706189022,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1029,</a:t>
            </a:r>
          </a:p>
          <a:p>
            <a:r>
              <a:t>              360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54,</a:t>
            </a:r>
          </a:p>
          <a:p>
            <a:r>
              <a:t>              91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0.3053691275167785,</a:t>
            </a:r>
          </a:p>
          <a:p>
            <a:r>
              <a:t>          "positive_count": 145,</a:t>
            </a:r>
          </a:p>
          <a:p>
            <a:r>
              <a:t>          "positive_rate": 0.09452411994784876,</a:t>
            </a:r>
          </a:p>
          <a:p>
            <a:r>
              <a:t>          "precision": 0.2017738359201774,</a:t>
            </a:r>
          </a:p>
          <a:p>
            <a:r>
              <a:t>          "recall": 0.6275862068965518,</a:t>
            </a:r>
          </a:p>
          <a:p>
            <a:r>
              <a:t>          "roc_auc": 0.754849680991038,</a:t>
            </a:r>
          </a:p>
          <a:p>
            <a:r>
              <a:t>          "row_count": 1534,</a:t>
            </a:r>
          </a:p>
          <a:p>
            <a:r>
              <a:t>          "threshold": 0.61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"Tasks/task-summaries/validate-refactored-model-per-dataset-20260927-134055/artifacts/cluster-run/apache/results/model/words_20/NN/baseline/metrics.json",</a:t>
            </a:r>
          </a:p>
          <a:p>
            <a:r>
              <a:t>      "blob_sha1": "3b63cca329a4cd4f816ad1a1c3c282baa918776d",</a:t>
            </a:r>
          </a:p>
          <a:p>
            <a:r>
              <a:t>      "sha256": "87a6f19d0d364af228a8e27bafbe5fef0485d8f5390f2d465052ca5d64f421c7",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0.9583061889250815,</a:t>
            </a:r>
          </a:p>
          <a:p>
            <a:r>
              <a:t>          "auc_prc": 0.06264385631773789,</a:t>
            </a:r>
          </a:p>
          <a:p>
            <a:r>
              <a:t>          "average_precision": 0.06531188915401479,</a:t>
            </a:r>
          </a:p>
          <a:p>
            <a:r>
              <a:t>          "balanced_accuracy": 0.49830623306233063,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1471,</a:t>
            </a:r>
          </a:p>
          <a:p>
            <a:r>
              <a:t>              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59,</a:t>
            </a:r>
          </a:p>
          <a:p>
            <a:r>
              <a:t>              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0.0,</a:t>
            </a:r>
          </a:p>
          <a:p>
            <a:r>
              <a:t>          "positive_count": 59,</a:t>
            </a:r>
          </a:p>
          <a:p>
            <a:r>
              <a:t>          "positive_rate": 0.038436482084690554,</a:t>
            </a:r>
          </a:p>
          <a:p>
            <a:r>
              <a:t>          "precision": 0.0,</a:t>
            </a:r>
          </a:p>
          <a:p>
            <a:r>
              <a:t>          "recall": 0.0,</a:t>
            </a:r>
          </a:p>
          <a:p>
            <a:r>
              <a:t>          "roc_auc": 0.6268889807542143,</a:t>
            </a:r>
          </a:p>
          <a:p>
            <a:r>
              <a:t>          "row_count": 1535,</a:t>
            </a:r>
          </a:p>
          <a:p>
            <a:r>
              <a:t>          "threshold": 0.36999999999999994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0.7470664928292047,</a:t>
            </a:r>
          </a:p>
          <a:p>
            <a:r>
              <a:t>          "auc_prc": 0.18826083482283554,</a:t>
            </a:r>
          </a:p>
          <a:p>
            <a:r>
              <a:t>          "average_precision": 0.19088556638282803,</a:t>
            </a:r>
          </a:p>
          <a:p>
            <a:r>
              <a:t>          "balanced_accuracy": 0.6287083240237333,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1076,</a:t>
            </a:r>
          </a:p>
          <a:p>
            <a:r>
              <a:t>              313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75,</a:t>
            </a:r>
          </a:p>
          <a:p>
            <a:r>
              <a:t>              70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0.26515151515151514,</a:t>
            </a:r>
          </a:p>
          <a:p>
            <a:r>
              <a:t>          "positive_count": 145,</a:t>
            </a:r>
          </a:p>
          <a:p>
            <a:r>
              <a:t>          "positive_rate": 0.09452411994784876,</a:t>
            </a:r>
          </a:p>
          <a:p>
            <a:r>
              <a:t>          "precision": 0.18276762402088773,</a:t>
            </a:r>
          </a:p>
          <a:p>
            <a:r>
              <a:t>          "recall": 0.4827586206896552,</a:t>
            </a:r>
          </a:p>
          <a:p>
            <a:r>
              <a:t>          "roc_auc": 0.6623271517588938,</a:t>
            </a:r>
          </a:p>
          <a:p>
            <a:r>
              <a:t>          "row_count": 1534,</a:t>
            </a:r>
          </a:p>
          <a:p>
            <a:r>
              <a:t>          "threshold": 0.36999999999999994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"Tasks/task-summaries/validate-refactored-model-per-dataset-20260927-134055/artifacts/cluster-run/apache/results/model/words_20/NN/refactored/metrics.json",</a:t>
            </a:r>
          </a:p>
          <a:p>
            <a:r>
              <a:t>      "blob_sha1": "534775ea68a72f8d66a649f57e87bd1be1c759ec",</a:t>
            </a:r>
          </a:p>
          <a:p>
            <a:r>
              <a:t>      "sha256": "bdeb794e7a10633c30b76167c8bde8f33f8682ddf7959a1bf1322d6e18dbca64",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0.9583061889250815,</a:t>
            </a:r>
          </a:p>
          <a:p>
            <a:r>
              <a:t>          "auc_prc": 0.06759477881622053,</a:t>
            </a:r>
          </a:p>
          <a:p>
            <a:r>
              <a:t>          "average_precision": 0.0712473461713905,</a:t>
            </a:r>
          </a:p>
          <a:p>
            <a:r>
              <a:t>          "balanced_accuracy": 0.5064420559459832,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1470,</a:t>
            </a:r>
          </a:p>
          <a:p>
            <a:r>
              <a:t>              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58,</a:t>
            </a:r>
          </a:p>
          <a:p>
            <a:r>
              <a:t>              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0.030303030303030297,</a:t>
            </a:r>
          </a:p>
          <a:p>
            <a:r>
              <a:t>          "positive_count": 59,</a:t>
            </a:r>
          </a:p>
          <a:p>
            <a:r>
              <a:t>          "positive_rate": 0.038436482084690554,</a:t>
            </a:r>
          </a:p>
          <a:p>
            <a:r>
              <a:t>          "precision": 0.14285714285714285,</a:t>
            </a:r>
          </a:p>
          <a:p>
            <a:r>
              <a:t>          "recall": 0.01694915254237288,</a:t>
            </a:r>
          </a:p>
          <a:p>
            <a:r>
              <a:t>          "roc_auc": 0.6632332001286114,</a:t>
            </a:r>
          </a:p>
          <a:p>
            <a:r>
              <a:t>          "row_count": 1535,</a:t>
            </a:r>
          </a:p>
          <a:p>
            <a:r>
              <a:t>          "threshold": 0.08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0.8872229465449805,</a:t>
            </a:r>
          </a:p>
          <a:p>
            <a:r>
              <a:t>          "auc_prc": 0.09189517336263733,</a:t>
            </a:r>
          </a:p>
          <a:p>
            <a:r>
              <a:t>          "average_precision": 0.09500394272417055,</a:t>
            </a:r>
          </a:p>
          <a:p>
            <a:r>
              <a:t>          "balanced_accuracy": 0.5115389389538493,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1354,</a:t>
            </a:r>
          </a:p>
          <a:p>
            <a:r>
              <a:t>              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138,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0.0748663101604278,</a:t>
            </a:r>
          </a:p>
          <a:p>
            <a:r>
              <a:t>          "positive_count": 145,</a:t>
            </a:r>
          </a:p>
          <a:p>
            <a:r>
              <a:t>          "positive_rate": 0.09452411994784876,</a:t>
            </a:r>
          </a:p>
          <a:p>
            <a:r>
              <a:t>          "precision": 0.16666666666666666,</a:t>
            </a:r>
          </a:p>
          <a:p>
            <a:r>
              <a:t>          "recall": 0.04827586206896552,</a:t>
            </a:r>
          </a:p>
          <a:p>
            <a:r>
              <a:t>          "roc_auc": 0.4341500955785606,</a:t>
            </a:r>
          </a:p>
          <a:p>
            <a:r>
              <a:t>          "row_count": 1534,</a:t>
            </a:r>
          </a:p>
          <a:p>
            <a:r>
              <a:t>          "threshold": 0.08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"Tasks/task-summaries/validate-refactored-model-per-dataset-20260927-134055/artifacts/cluster-run/hyperledger/results/model/words_5/RF/baseline/metrics.json",</a:t>
            </a:r>
          </a:p>
          <a:p>
            <a:r>
              <a:t>      "blob_sha1": "ec57261b595a07230c6a8fd283ed3b5d360bc145",</a:t>
            </a:r>
          </a:p>
          <a:p>
            <a:r>
              <a:t>      "sha256": "a6c3a440c471602d7fd0168e3ca3ac662ab967b582d660b6df5710f2a155cd9b",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0.5010373443983402,</a:t>
            </a:r>
          </a:p>
          <a:p>
            <a:r>
              <a:t>          "auc_prc": 0.30379253716847443,</a:t>
            </a:r>
          </a:p>
          <a:p>
            <a:r>
              <a:t>          "average_precision": 0.30662823849600584,</a:t>
            </a:r>
          </a:p>
          <a:p>
            <a:r>
              <a:t>          "balanced_accuracy": 0.6308116059067835,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336,</a:t>
            </a:r>
          </a:p>
          <a:p>
            <a:r>
              <a:t>              452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29,</a:t>
            </a:r>
          </a:p>
          <a:p>
            <a:r>
              <a:t>              147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0.3793548387096774,</a:t>
            </a:r>
          </a:p>
          <a:p>
            <a:r>
              <a:t>          "positive_count": 176,</a:t>
            </a:r>
          </a:p>
          <a:p>
            <a:r>
              <a:t>          "positive_rate": 0.1825726141078838,</a:t>
            </a:r>
          </a:p>
          <a:p>
            <a:r>
              <a:t>          "precision": 0.24540901502504173,</a:t>
            </a:r>
          </a:p>
          <a:p>
            <a:r>
              <a:t>          "recall": 0.8352272727272727,</a:t>
            </a:r>
          </a:p>
          <a:p>
            <a:r>
              <a:t>          "roc_auc": 0.6811079545454546,</a:t>
            </a:r>
          </a:p>
          <a:p>
            <a:r>
              <a:t>          "row_count": 964,</a:t>
            </a:r>
          </a:p>
          <a:p>
            <a:r>
              <a:t>          "threshold": 0.13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0.5264797507788161,</a:t>
            </a:r>
          </a:p>
          <a:p>
            <a:r>
              <a:t>          "auc_prc": 0.2850995619772792,</a:t>
            </a:r>
          </a:p>
          <a:p>
            <a:r>
              <a:t>          "average_precision": 0.28862672933636546,</a:t>
            </a:r>
          </a:p>
          <a:p>
            <a:r>
              <a:t>          "balanced_accuracy": 0.6353801399481092,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381,</a:t>
            </a:r>
          </a:p>
          <a:p>
            <a:r>
              <a:t>              424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32,</a:t>
            </a:r>
          </a:p>
          <a:p>
            <a:r>
              <a:t>              126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0.35593220338983056,</a:t>
            </a:r>
          </a:p>
          <a:p>
            <a:r>
              <a:t>          "positive_count": 158,</a:t>
            </a:r>
          </a:p>
          <a:p>
            <a:r>
              <a:t>          "positive_rate": 0.1640706126687435,</a:t>
            </a:r>
          </a:p>
          <a:p>
            <a:r>
              <a:t>          "precision": 0.2290909090909091,</a:t>
            </a:r>
          </a:p>
          <a:p>
            <a:r>
              <a:t>          "recall": 0.7974683544303798,</a:t>
            </a:r>
          </a:p>
          <a:p>
            <a:r>
              <a:t>          "roc_auc": 0.682844563251828,</a:t>
            </a:r>
          </a:p>
          <a:p>
            <a:r>
              <a:t>          "row_count": 963,</a:t>
            </a:r>
          </a:p>
          <a:p>
            <a:r>
              <a:t>          "threshold": 0.13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"Tasks/task-summaries/validate-refactored-model-per-dataset-20260927-134055/artifacts/cluster-run/hyperledger/results/model/words_5/RF/refactored/metrics.json",</a:t>
            </a:r>
          </a:p>
          <a:p>
            <a:r>
              <a:t>      "blob_sha1": "855016f075de192c7171328d093a031a347e13a3",</a:t>
            </a:r>
          </a:p>
          <a:p>
            <a:r>
              <a:t>      "sha256": "9cfd9a0c6cddf6515532d952fa982eb734e5af6c98984f419abf325a760c6f2f",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0.5031120331950207,</a:t>
            </a:r>
          </a:p>
          <a:p>
            <a:r>
              <a:t>          "auc_prc": 0.260598376632622,</a:t>
            </a:r>
          </a:p>
          <a:p>
            <a:r>
              <a:t>          "average_precision": 0.2645629912456322,</a:t>
            </a:r>
          </a:p>
          <a:p>
            <a:r>
              <a:t>          "balanced_accuracy": 0.6298742501153669,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339,</a:t>
            </a:r>
          </a:p>
          <a:p>
            <a:r>
              <a:t>              449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30,</a:t>
            </a:r>
          </a:p>
          <a:p>
            <a:r>
              <a:t>              146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0.3787289234760052,</a:t>
            </a:r>
          </a:p>
          <a:p>
            <a:r>
              <a:t>          "positive_count": 176,</a:t>
            </a:r>
          </a:p>
          <a:p>
            <a:r>
              <a:t>          "positive_rate": 0.1825726141078838,</a:t>
            </a:r>
          </a:p>
          <a:p>
            <a:r>
              <a:t>          "precision": 0.2453781512605042,</a:t>
            </a:r>
          </a:p>
          <a:p>
            <a:r>
              <a:t>          "recall": 0.8295454545454546,</a:t>
            </a:r>
          </a:p>
          <a:p>
            <a:r>
              <a:t>          "roc_auc": 0.6588277284263959,</a:t>
            </a:r>
          </a:p>
          <a:p>
            <a:r>
              <a:t>          "row_count": 964,</a:t>
            </a:r>
          </a:p>
          <a:p>
            <a:r>
              <a:t>          "threshold": 0.3499999999999999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0.5524402907580478,</a:t>
            </a:r>
          </a:p>
          <a:p>
            <a:r>
              <a:t>          "auc_prc": 0.30672756650138605,</a:t>
            </a:r>
          </a:p>
          <a:p>
            <a:r>
              <a:t>          "average_precision": 0.3093047268199426,</a:t>
            </a:r>
          </a:p>
          <a:p>
            <a:r>
              <a:t>          "balanced_accuracy": 0.6687121629058889,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399,</a:t>
            </a:r>
          </a:p>
          <a:p>
            <a:r>
              <a:t>              406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25,</a:t>
            </a:r>
          </a:p>
          <a:p>
            <a:r>
              <a:t>              133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0.381635581061693,</a:t>
            </a:r>
          </a:p>
          <a:p>
            <a:r>
              <a:t>          "positive_count": 158,</a:t>
            </a:r>
          </a:p>
          <a:p>
            <a:r>
              <a:t>          "positive_rate": 0.1640706126687435,</a:t>
            </a:r>
          </a:p>
          <a:p>
            <a:r>
              <a:t>          "precision": 0.24675324675324675,</a:t>
            </a:r>
          </a:p>
          <a:p>
            <a:r>
              <a:t>          "recall": 0.8417721518987342,</a:t>
            </a:r>
          </a:p>
          <a:p>
            <a:r>
              <a:t>          "roc_auc": 0.6992373614277853,</a:t>
            </a:r>
          </a:p>
          <a:p>
            <a:r>
              <a:t>          "row_count": 963,</a:t>
            </a:r>
          </a:p>
          <a:p>
            <a:r>
              <a:t>          "threshold": 0.3499999999999999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"Tasks/task-summaries/validate-refactored-model-per-dataset-20260927-134055/artifacts/cluster-run/hyperledger/results/model/words_5/XGboost/baseline/metrics.json",</a:t>
            </a:r>
          </a:p>
          <a:p>
            <a:r>
              <a:t>      "blob_sha1": "5d1372448e8d3f4c62b954c563af2cfd1c421742",</a:t>
            </a:r>
          </a:p>
          <a:p>
            <a:r>
              <a:t>      "sha256": "736790b25d1dffd627cae020205cde1dd6228f87d72c3eaacd92159f7e1d789f",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0.4802904564315353,</a:t>
            </a:r>
          </a:p>
          <a:p>
            <a:r>
              <a:t>          "auc_prc": 0.28812168540858485,</a:t>
            </a:r>
          </a:p>
          <a:p>
            <a:r>
              <a:t>          "average_precision": 0.29222055618346,</a:t>
            </a:r>
          </a:p>
          <a:p>
            <a:r>
              <a:t>          "balanced_accuracy": 0.6181212505768343,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316,</a:t>
            </a:r>
          </a:p>
          <a:p>
            <a:r>
              <a:t>              472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29,</a:t>
            </a:r>
          </a:p>
          <a:p>
            <a:r>
              <a:t>              147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0.36981132075471695,</a:t>
            </a:r>
          </a:p>
          <a:p>
            <a:r>
              <a:t>          "positive_count": 176,</a:t>
            </a:r>
          </a:p>
          <a:p>
            <a:r>
              <a:t>          "positive_rate": 0.1825726141078838,</a:t>
            </a:r>
          </a:p>
          <a:p>
            <a:r>
              <a:t>          "precision": 0.23747980613893377,</a:t>
            </a:r>
          </a:p>
          <a:p>
            <a:r>
              <a:t>          "recall": 0.8352272727272727,</a:t>
            </a:r>
          </a:p>
          <a:p>
            <a:r>
              <a:t>          "roc_auc": 0.6683599157821873,</a:t>
            </a:r>
          </a:p>
          <a:p>
            <a:r>
              <a:t>          "row_count": 964,</a:t>
            </a:r>
          </a:p>
          <a:p>
            <a:r>
              <a:t>          "threshold": 0.12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0.5285565939771547,</a:t>
            </a:r>
          </a:p>
          <a:p>
            <a:r>
              <a:t>          "auc_prc": 0.2639034937080274,</a:t>
            </a:r>
          </a:p>
          <a:p>
            <a:r>
              <a:t>          "average_precision": 0.26889953869686134,</a:t>
            </a:r>
          </a:p>
          <a:p>
            <a:r>
              <a:t>          "balanced_accuracy": 0.6595133265193804,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374,</a:t>
            </a:r>
          </a:p>
          <a:p>
            <a:r>
              <a:t>              431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23,</a:t>
            </a:r>
          </a:p>
          <a:p>
            <a:r>
              <a:t>              135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0.3729281767955801,</a:t>
            </a:r>
          </a:p>
          <a:p>
            <a:r>
              <a:t>          "positive_count": 158,</a:t>
            </a:r>
          </a:p>
          <a:p>
            <a:r>
              <a:t>          "positive_rate": 0.1640706126687435,</a:t>
            </a:r>
          </a:p>
          <a:p>
            <a:r>
              <a:t>          "precision": 0.23851590106007067,</a:t>
            </a:r>
          </a:p>
          <a:p>
            <a:r>
              <a:t>          "recall": 0.8544303797468354,</a:t>
            </a:r>
          </a:p>
          <a:p>
            <a:r>
              <a:t>          "roc_auc": 0.6845939146159289,</a:t>
            </a:r>
          </a:p>
          <a:p>
            <a:r>
              <a:t>          "row_count": 963,</a:t>
            </a:r>
          </a:p>
          <a:p>
            <a:r>
              <a:t>          "threshold": 0.12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"Tasks/task-summaries/validate-refactored-model-per-dataset-20260927-134055/artifacts/cluster-run/hyperledger/results/model/words_5/XGboost/refactored/metrics.json",</a:t>
            </a:r>
          </a:p>
          <a:p>
            <a:r>
              <a:t>      "blob_sha1": "bc65657fe35b621997fe0b4dceb9445fe23cff36",</a:t>
            </a:r>
          </a:p>
          <a:p>
            <a:r>
              <a:t>      "sha256": "bc03eabcc6f90b2cfe0265b714ca08ca0aaf90cd0d1b509b5aaab49d40f043b0",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0.487551867219917,</a:t>
            </a:r>
          </a:p>
          <a:p>
            <a:r>
              <a:t>          "auc_prc": 0.26817528315547057,</a:t>
            </a:r>
          </a:p>
          <a:p>
            <a:r>
              <a:t>          "average_precision": 0.27234591373042016,</a:t>
            </a:r>
          </a:p>
          <a:p>
            <a:r>
              <a:t>          "balanced_accuracy": 0.5828478311029073,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341,</a:t>
            </a:r>
          </a:p>
          <a:p>
            <a:r>
              <a:t>              447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47,</a:t>
            </a:r>
          </a:p>
          <a:p>
            <a:r>
              <a:t>              129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0.34308510638297873,</a:t>
            </a:r>
          </a:p>
          <a:p>
            <a:r>
              <a:t>          "positive_count": 176,</a:t>
            </a:r>
          </a:p>
          <a:p>
            <a:r>
              <a:t>          "positive_rate": 0.1825726141078838,</a:t>
            </a:r>
          </a:p>
          <a:p>
            <a:r>
              <a:t>          "precision": 0.22395833333333334,</a:t>
            </a:r>
          </a:p>
          <a:p>
            <a:r>
              <a:t>          "recall": 0.7329545454545454,</a:t>
            </a:r>
          </a:p>
          <a:p>
            <a:r>
              <a:t>          "roc_auc": 0.6309702353484079,</a:t>
            </a:r>
          </a:p>
          <a:p>
            <a:r>
              <a:t>          "row_count": 964,</a:t>
            </a:r>
          </a:p>
          <a:p>
            <a:r>
              <a:t>          "threshold": 0.42999999999999994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0.5597092419522326,</a:t>
            </a:r>
          </a:p>
          <a:p>
            <a:r>
              <a:t>          "auc_prc": 0.2671920277158132,</a:t>
            </a:r>
          </a:p>
          <a:p>
            <a:r>
              <a:t>          "average_precision": 0.2701968317426955,</a:t>
            </a:r>
          </a:p>
          <a:p>
            <a:r>
              <a:t>          "balanced_accuracy": 0.6628862331944335,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410,</a:t>
            </a:r>
          </a:p>
          <a:p>
            <a:r>
              <a:t>              395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29,</a:t>
            </a:r>
          </a:p>
          <a:p>
            <a:r>
              <a:t>              129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0.37829912023460416,</a:t>
            </a:r>
          </a:p>
          <a:p>
            <a:r>
              <a:t>          "positive_count": 158,</a:t>
            </a:r>
          </a:p>
          <a:p>
            <a:r>
              <a:t>          "positive_rate": 0.1640706126687435,</a:t>
            </a:r>
          </a:p>
          <a:p>
            <a:r>
              <a:t>          "precision": 0.24618320610687022,</a:t>
            </a:r>
          </a:p>
          <a:p>
            <a:r>
              <a:t>          "recall": 0.8164556962025317,</a:t>
            </a:r>
          </a:p>
          <a:p>
            <a:r>
              <a:t>          "roc_auc": 0.6958094189794796,</a:t>
            </a:r>
          </a:p>
          <a:p>
            <a:r>
              <a:t>          "row_count": 963,</a:t>
            </a:r>
          </a:p>
          <a:p>
            <a:r>
              <a:t>          "threshold": 0.42999999999999994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"Tasks/task-summaries/validate-refactored-model-per-dataset-20260927-134055/artifacts/cluster-run/hyperledger/results/model/words_5/NN/baseline/metrics.json",</a:t>
            </a:r>
          </a:p>
          <a:p>
            <a:r>
              <a:t>      "blob_sha1": "a159ae02f320496087276c7d4b252e0713286f77",</a:t>
            </a:r>
          </a:p>
          <a:p>
            <a:r>
              <a:t>      "sha256": "97f45c4244976199818fcd72977326e0d8f371442032359ceae4344f85e047aa",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0.7043568464730291,</a:t>
            </a:r>
          </a:p>
          <a:p>
            <a:r>
              <a:t>          "auc_prc": 0.286869544397742,</a:t>
            </a:r>
          </a:p>
          <a:p>
            <a:r>
              <a:t>          "average_precision": 0.28888997870348715,</a:t>
            </a:r>
          </a:p>
          <a:p>
            <a:r>
              <a:t>          "balanced_accuracy": 0.5963169127826489,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604,</a:t>
            </a:r>
          </a:p>
          <a:p>
            <a:r>
              <a:t>              184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101,</a:t>
            </a:r>
          </a:p>
          <a:p>
            <a:r>
              <a:t>              75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0.3448275862068966,</a:t>
            </a:r>
          </a:p>
          <a:p>
            <a:r>
              <a:t>          "positive_count": 176,</a:t>
            </a:r>
          </a:p>
          <a:p>
            <a:r>
              <a:t>          "positive_rate": 0.1825726141078838,</a:t>
            </a:r>
          </a:p>
          <a:p>
            <a:r>
              <a:t>          "precision": 0.28957528957528955,</a:t>
            </a:r>
          </a:p>
          <a:p>
            <a:r>
              <a:t>          "recall": 0.42613636363636365,</a:t>
            </a:r>
          </a:p>
          <a:p>
            <a:r>
              <a:t>          "roc_auc": 0.615936490539917,</a:t>
            </a:r>
          </a:p>
          <a:p>
            <a:r>
              <a:t>          "row_count": 964,</a:t>
            </a:r>
          </a:p>
          <a:p>
            <a:r>
              <a:t>          "threshold": 0.18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0.6936656282450675,</a:t>
            </a:r>
          </a:p>
          <a:p>
            <a:r>
              <a:t>          "auc_prc": 0.2197979662911864,</a:t>
            </a:r>
          </a:p>
          <a:p>
            <a:r>
              <a:t>          "average_precision": 0.22245249208735507,</a:t>
            </a:r>
          </a:p>
          <a:p>
            <a:r>
              <a:t>          "balanced_accuracy": 0.6082081924679613,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592,</a:t>
            </a:r>
          </a:p>
          <a:p>
            <a:r>
              <a:t>              213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82,</a:t>
            </a:r>
          </a:p>
          <a:p>
            <a:r>
              <a:t>              76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0.3400447427293065,</a:t>
            </a:r>
          </a:p>
          <a:p>
            <a:r>
              <a:t>          "positive_count": 158,</a:t>
            </a:r>
          </a:p>
          <a:p>
            <a:r>
              <a:t>          "positive_rate": 0.1640706126687435,</a:t>
            </a:r>
          </a:p>
          <a:p>
            <a:r>
              <a:t>          "precision": 0.2629757785467128,</a:t>
            </a:r>
          </a:p>
          <a:p>
            <a:r>
              <a:t>          "recall": 0.4810126582278481,</a:t>
            </a:r>
          </a:p>
          <a:p>
            <a:r>
              <a:t>          "roc_auc": 0.639319128862332,</a:t>
            </a:r>
          </a:p>
          <a:p>
            <a:r>
              <a:t>          "row_count": 963,</a:t>
            </a:r>
          </a:p>
          <a:p>
            <a:r>
              <a:t>          "threshold": 0.18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"Tasks/task-summaries/validate-refactored-model-per-dataset-20260927-134055/artifacts/cluster-run/hyperledger/results/model/words_5/NN/refactored/metrics.json",</a:t>
            </a:r>
          </a:p>
          <a:p>
            <a:r>
              <a:t>      "blob_sha1": "9e7e9ae53011b7595b33dc07a0de36cd8cd9f21c",</a:t>
            </a:r>
          </a:p>
          <a:p>
            <a:r>
              <a:t>      "sha256": "44eef43f7459faaa81bbd7fd2def57aafd1dcc3b61345de4757bc37e0ccb999a",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0.7219917012448133,</a:t>
            </a:r>
          </a:p>
          <a:p>
            <a:r>
              <a:t>          "auc_prc": 0.215067890949744,</a:t>
            </a:r>
          </a:p>
          <a:p>
            <a:r>
              <a:t>          "average_precision": 0.21770446646988667,</a:t>
            </a:r>
          </a:p>
          <a:p>
            <a:r>
              <a:t>          "balanced_accuracy": 0.5497375403784033,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647,</a:t>
            </a:r>
          </a:p>
          <a:p>
            <a:r>
              <a:t>              141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127,</a:t>
            </a:r>
          </a:p>
          <a:p>
            <a:r>
              <a:t>              49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0.2677595628415301,</a:t>
            </a:r>
          </a:p>
          <a:p>
            <a:r>
              <a:t>          "positive_count": 176,</a:t>
            </a:r>
          </a:p>
          <a:p>
            <a:r>
              <a:t>          "positive_rate": 0.1825726141078838,</a:t>
            </a:r>
          </a:p>
          <a:p>
            <a:r>
              <a:t>          "precision": 0.2578947368421053,</a:t>
            </a:r>
          </a:p>
          <a:p>
            <a:r>
              <a:t>          "recall": 0.2784090909090909,</a:t>
            </a:r>
          </a:p>
          <a:p>
            <a:r>
              <a:t>          "roc_auc": 0.5358899111675127,</a:t>
            </a:r>
          </a:p>
          <a:p>
            <a:r>
              <a:t>          "row_count": 964,</a:t>
            </a:r>
          </a:p>
          <a:p>
            <a:r>
              <a:t>          "threshold": 0.21999999999999997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0.7102803738317757,</a:t>
            </a:r>
          </a:p>
          <a:p>
            <a:r>
              <a:t>          "auc_prc": 0.23299204711694668,</a:t>
            </a:r>
          </a:p>
          <a:p>
            <a:r>
              <a:t>          "average_precision": 0.23142585820612194,</a:t>
            </a:r>
          </a:p>
          <a:p>
            <a:r>
              <a:t>          "balanced_accuracy": 0.5749076185234688,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625,</a:t>
            </a:r>
          </a:p>
          <a:p>
            <a:r>
              <a:t>              180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99,</a:t>
            </a:r>
          </a:p>
          <a:p>
            <a:r>
              <a:t>              59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0.2972292191435768,</a:t>
            </a:r>
          </a:p>
          <a:p>
            <a:r>
              <a:t>          "positive_count": 158,</a:t>
            </a:r>
          </a:p>
          <a:p>
            <a:r>
              <a:t>          "positive_rate": 0.1640706126687435,</a:t>
            </a:r>
          </a:p>
          <a:p>
            <a:r>
              <a:t>          "precision": 0.24686192468619247,</a:t>
            </a:r>
          </a:p>
          <a:p>
            <a:r>
              <a:t>          "recall": 0.37341772151898733,</a:t>
            </a:r>
          </a:p>
          <a:p>
            <a:r>
              <a:t>          "roc_auc": 0.613224310087271,</a:t>
            </a:r>
          </a:p>
          <a:p>
            <a:r>
              <a:t>          "row_count": 963,</a:t>
            </a:r>
          </a:p>
          <a:p>
            <a:r>
              <a:t>          "threshold": 0.21999999999999997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"Tasks/task-summaries/validate-refactored-model-per-dataset-20260927-134055/artifacts/cluster-run/hyperledger/results/model/words_10/RF/baseline/metrics.json",</a:t>
            </a:r>
          </a:p>
          <a:p>
            <a:r>
              <a:t>      "blob_sha1": "db3057f82e5edd839e85adc3dcf9c449f8f76920",</a:t>
            </a:r>
          </a:p>
          <a:p>
            <a:r>
              <a:t>      "sha256": "5541c7aef73e542d1f5b714e747d6a0a632705dbf566c5e7741fecadbe4e5334",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0.6358921161825726,</a:t>
            </a:r>
          </a:p>
          <a:p>
            <a:r>
              <a:t>          "auc_prc": 0.2645863411129899,</a:t>
            </a:r>
          </a:p>
          <a:p>
            <a:r>
              <a:t>          "average_precision": 0.26839392021794606,</a:t>
            </a:r>
          </a:p>
          <a:p>
            <a:r>
              <a:t>          "balanced_accuracy": 0.6175508036050855,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529,</a:t>
            </a:r>
          </a:p>
          <a:p>
            <a:r>
              <a:t>              293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58,</a:t>
            </a:r>
          </a:p>
          <a:p>
            <a:r>
              <a:t>              84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0.32369942196531787,</a:t>
            </a:r>
          </a:p>
          <a:p>
            <a:r>
              <a:t>          "positive_count": 142,</a:t>
            </a:r>
          </a:p>
          <a:p>
            <a:r>
              <a:t>          "positive_rate": 0.14730290456431536,</a:t>
            </a:r>
          </a:p>
          <a:p>
            <a:r>
              <a:t>          "precision": 0.22281167108753316,</a:t>
            </a:r>
          </a:p>
          <a:p>
            <a:r>
              <a:t>          "recall": 0.5915492957746479,</a:t>
            </a:r>
          </a:p>
          <a:p>
            <a:r>
              <a:t>          "roc_auc": 0.6925139645659847,</a:t>
            </a:r>
          </a:p>
          <a:p>
            <a:r>
              <a:t>          "row_count": 964,</a:t>
            </a:r>
          </a:p>
          <a:p>
            <a:r>
              <a:t>          "threshold": 0.13999999999999999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0.6728971962616822,</a:t>
            </a:r>
          </a:p>
          <a:p>
            <a:r>
              <a:t>          "auc_prc": 0.2717804893649192,</a:t>
            </a:r>
          </a:p>
          <a:p>
            <a:r>
              <a:t>          "average_precision": 0.27768525333794314,</a:t>
            </a:r>
          </a:p>
          <a:p>
            <a:r>
              <a:t>          "balanced_accuracy": 0.6702898550724637,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558,</a:t>
            </a:r>
          </a:p>
          <a:p>
            <a:r>
              <a:t>              270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45,</a:t>
            </a:r>
          </a:p>
          <a:p>
            <a:r>
              <a:t>              90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0.36363636363636365,</a:t>
            </a:r>
          </a:p>
          <a:p>
            <a:r>
              <a:t>          "positive_count": 135,</a:t>
            </a:r>
          </a:p>
          <a:p>
            <a:r>
              <a:t>          "positive_rate": 0.14018691588785046,</a:t>
            </a:r>
          </a:p>
          <a:p>
            <a:r>
              <a:t>          "precision": 0.25,</a:t>
            </a:r>
          </a:p>
          <a:p>
            <a:r>
              <a:t>          "recall": 0.6666666666666666,</a:t>
            </a:r>
          </a:p>
          <a:p>
            <a:r>
              <a:t>          "roc_auc": 0.7282966541420648,</a:t>
            </a:r>
          </a:p>
          <a:p>
            <a:r>
              <a:t>          "row_count": 963,</a:t>
            </a:r>
          </a:p>
          <a:p>
            <a:r>
              <a:t>          "threshold": 0.13999999999999999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"Tasks/task-summaries/validate-refactored-model-per-dataset-20260927-134055/artifacts/cluster-run/hyperledger/results/model/words_10/RF/refactored/metrics.json",</a:t>
            </a:r>
          </a:p>
          <a:p>
            <a:r>
              <a:t>      "blob_sha1": "0e2e1c103e204c668907bcfd40cc39143cad4ab0",</a:t>
            </a:r>
          </a:p>
          <a:p>
            <a:r>
              <a:t>      "sha256": "89167e78e2da425505c9e17d96419206b742ce54e20b120708b683332a28a6ae",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0.7510373443983402,</a:t>
            </a:r>
          </a:p>
          <a:p>
            <a:r>
              <a:t>          "auc_prc": 0.22517241274150118,</a:t>
            </a:r>
          </a:p>
          <a:p>
            <a:r>
              <a:t>          "average_precision": 0.2286345797834445,</a:t>
            </a:r>
          </a:p>
          <a:p>
            <a:r>
              <a:t>          "balanced_accuracy": 0.5714677358555225,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679,</a:t>
            </a:r>
          </a:p>
          <a:p>
            <a:r>
              <a:t>              143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97,</a:t>
            </a:r>
          </a:p>
          <a:p>
            <a:r>
              <a:t>              45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0.27272727272727276,</a:t>
            </a:r>
          </a:p>
          <a:p>
            <a:r>
              <a:t>          "positive_count": 142,</a:t>
            </a:r>
          </a:p>
          <a:p>
            <a:r>
              <a:t>          "positive_rate": 0.14730290456431536,</a:t>
            </a:r>
          </a:p>
          <a:p>
            <a:r>
              <a:t>          "precision": 0.2393617021276596,</a:t>
            </a:r>
          </a:p>
          <a:p>
            <a:r>
              <a:t>          "recall": 0.31690140845070425,</a:t>
            </a:r>
          </a:p>
          <a:p>
            <a:r>
              <a:t>          "roc_auc": 0.6736917857510024,</a:t>
            </a:r>
          </a:p>
          <a:p>
            <a:r>
              <a:t>          "row_count": 964,</a:t>
            </a:r>
          </a:p>
          <a:p>
            <a:r>
              <a:t>          "threshold": 0.30999999999999994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0.7767393561786086,</a:t>
            </a:r>
          </a:p>
          <a:p>
            <a:r>
              <a:t>          "auc_prc": 0.2745489440136935,</a:t>
            </a:r>
          </a:p>
          <a:p>
            <a:r>
              <a:t>          "average_precision": 0.2797906726135129,</a:t>
            </a:r>
          </a:p>
          <a:p>
            <a:r>
              <a:t>          "balanced_accuracy": 0.6469806763285024,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685,</a:t>
            </a:r>
          </a:p>
          <a:p>
            <a:r>
              <a:t>              143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72,</a:t>
            </a:r>
          </a:p>
          <a:p>
            <a:r>
              <a:t>              63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0.36950146627565983,</a:t>
            </a:r>
          </a:p>
          <a:p>
            <a:r>
              <a:t>          "positive_count": 135,</a:t>
            </a:r>
          </a:p>
          <a:p>
            <a:r>
              <a:t>          "positive_rate": 0.14018691588785046,</a:t>
            </a:r>
          </a:p>
          <a:p>
            <a:r>
              <a:t>          "precision": 0.3058252427184466,</a:t>
            </a:r>
          </a:p>
          <a:p>
            <a:r>
              <a:t>          "recall": 0.4666666666666667,</a:t>
            </a:r>
          </a:p>
          <a:p>
            <a:r>
              <a:t>          "roc_auc": 0.737323313651816,</a:t>
            </a:r>
          </a:p>
          <a:p>
            <a:r>
              <a:t>          "row_count": 963,</a:t>
            </a:r>
          </a:p>
          <a:p>
            <a:r>
              <a:t>          "threshold": 0.30999999999999994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"Tasks/task-summaries/validate-refactored-model-per-dataset-20260927-134055/artifacts/cluster-run/hyperledger/results/model/words_10/XGboost/baseline/metrics.json",</a:t>
            </a:r>
          </a:p>
          <a:p>
            <a:r>
              <a:t>      "blob_sha1": "b1387e16cfae40e3c5ad78cc08e75a97aaa22784",</a:t>
            </a:r>
          </a:p>
          <a:p>
            <a:r>
              <a:t>      "sha256": "2053251b8eeeb787042fcbaa161db2b56988d4a8ed0e6ca2b7796ad7f96278e8",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0.5850622406639004,</a:t>
            </a:r>
          </a:p>
          <a:p>
            <a:r>
              <a:t>          "auc_prc": 0.2611922939916964,</a:t>
            </a:r>
          </a:p>
          <a:p>
            <a:r>
              <a:t>          "average_precision": 0.26601420275224863,</a:t>
            </a:r>
          </a:p>
          <a:p>
            <a:r>
              <a:t>          "balanced_accuracy": 0.6314382646242418,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465,</a:t>
            </a:r>
          </a:p>
          <a:p>
            <a:r>
              <a:t>              357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43,</a:t>
            </a:r>
          </a:p>
          <a:p>
            <a:r>
              <a:t>              99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0.3311036789297659,</a:t>
            </a:r>
          </a:p>
          <a:p>
            <a:r>
              <a:t>          "positive_count": 142,</a:t>
            </a:r>
          </a:p>
          <a:p>
            <a:r>
              <a:t>          "positive_rate": 0.14730290456431536,</a:t>
            </a:r>
          </a:p>
          <a:p>
            <a:r>
              <a:t>          "precision": 0.21710526315789475,</a:t>
            </a:r>
          </a:p>
          <a:p>
            <a:r>
              <a:t>          "recall": 0.6971830985915493,</a:t>
            </a:r>
          </a:p>
          <a:p>
            <a:r>
              <a:t>          "roc_auc": 0.6972901888214934,</a:t>
            </a:r>
          </a:p>
          <a:p>
            <a:r>
              <a:t>          "row_count": 964,</a:t>
            </a:r>
          </a:p>
          <a:p>
            <a:r>
              <a:t>          "threshold": 0.10999999999999999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0.6334371754932503,</a:t>
            </a:r>
          </a:p>
          <a:p>
            <a:r>
              <a:t>          "auc_prc": 0.26512378332501807,</a:t>
            </a:r>
          </a:p>
          <a:p>
            <a:r>
              <a:t>          "average_precision": 0.27025165326258804,</a:t>
            </a:r>
          </a:p>
          <a:p>
            <a:r>
              <a:t>          "balanced_accuracy": 0.6876409017713365,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507,</a:t>
            </a:r>
          </a:p>
          <a:p>
            <a:r>
              <a:t>              321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32,</a:t>
            </a:r>
          </a:p>
          <a:p>
            <a:r>
              <a:t>              103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0.3685152057245081,</a:t>
            </a:r>
          </a:p>
          <a:p>
            <a:r>
              <a:t>          "positive_count": 135,</a:t>
            </a:r>
          </a:p>
          <a:p>
            <a:r>
              <a:t>          "positive_rate": 0.14018691588785046,</a:t>
            </a:r>
          </a:p>
          <a:p>
            <a:r>
              <a:t>          "precision": 0.2429245283018868,</a:t>
            </a:r>
          </a:p>
          <a:p>
            <a:r>
              <a:t>          "recall": 0.762962962962963,</a:t>
            </a:r>
          </a:p>
          <a:p>
            <a:r>
              <a:t>          "roc_auc": 0.7399847915548399,</a:t>
            </a:r>
          </a:p>
          <a:p>
            <a:r>
              <a:t>          "row_count": 963,</a:t>
            </a:r>
          </a:p>
          <a:p>
            <a:r>
              <a:t>          "threshold": 0.10999999999999999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"Tasks/task-summaries/validate-refactored-model-per-dataset-20260927-134055/artifacts/cluster-run/hyperledger/results/model/words_10/XGboost/refactored/metrics.json",</a:t>
            </a:r>
          </a:p>
          <a:p>
            <a:r>
              <a:t>      "blob_sha1": "acfc3cc320bffed28722300057b716c9d745dfa5",</a:t>
            </a:r>
          </a:p>
          <a:p>
            <a:r>
              <a:t>      "sha256": "d7dffed3b765d6c11aa29832ffa6693b84e2977a460f1fdab0b44e3893cba7c8",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0.6161825726141079,</a:t>
            </a:r>
          </a:p>
          <a:p>
            <a:r>
              <a:t>          "auc_prc": 0.2294654683602244,</a:t>
            </a:r>
          </a:p>
          <a:p>
            <a:r>
              <a:t>          "average_precision": 0.23445781938840132,</a:t>
            </a:r>
          </a:p>
          <a:p>
            <a:r>
              <a:t>          "balanced_accuracy": 0.5914293547171104,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515,</a:t>
            </a:r>
          </a:p>
          <a:p>
            <a:r>
              <a:t>              307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63,</a:t>
            </a:r>
          </a:p>
          <a:p>
            <a:r>
              <a:t>              79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0.29924242424242425,</a:t>
            </a:r>
          </a:p>
          <a:p>
            <a:r>
              <a:t>          "positive_count": 142,</a:t>
            </a:r>
          </a:p>
          <a:p>
            <a:r>
              <a:t>          "positive_rate": 0.14730290456431536,</a:t>
            </a:r>
          </a:p>
          <a:p>
            <a:r>
              <a:t>          "precision": 0.20466321243523317,</a:t>
            </a:r>
          </a:p>
          <a:p>
            <a:r>
              <a:t>          "recall": 0.5563380281690141,</a:t>
            </a:r>
          </a:p>
          <a:p>
            <a:r>
              <a:t>          "roc_auc": 0.6531004763373428,</a:t>
            </a:r>
          </a:p>
          <a:p>
            <a:r>
              <a:t>          "row_count": 964,</a:t>
            </a:r>
          </a:p>
          <a:p>
            <a:r>
              <a:t>          "threshold": 0.49999999999999994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0.667705088265836,</a:t>
            </a:r>
          </a:p>
          <a:p>
            <a:r>
              <a:t>          "auc_prc": 0.24727075797575626,</a:t>
            </a:r>
          </a:p>
          <a:p>
            <a:r>
              <a:t>          "average_precision": 0.2512815429822512,</a:t>
            </a:r>
          </a:p>
          <a:p>
            <a:r>
              <a:t>          "balanced_accuracy": 0.6858695652173914,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547,</a:t>
            </a:r>
          </a:p>
          <a:p>
            <a:r>
              <a:t>              281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39,</a:t>
            </a:r>
          </a:p>
          <a:p>
            <a:r>
              <a:t>              96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0.37499999999999994,</a:t>
            </a:r>
          </a:p>
          <a:p>
            <a:r>
              <a:t>          "positive_count": 135,</a:t>
            </a:r>
          </a:p>
          <a:p>
            <a:r>
              <a:t>          "positive_rate": 0.14018691588785046,</a:t>
            </a:r>
          </a:p>
          <a:p>
            <a:r>
              <a:t>          "precision": 0.2546419098143236,</a:t>
            </a:r>
          </a:p>
          <a:p>
            <a:r>
              <a:t>          "recall": 0.7111111111111111,</a:t>
            </a:r>
          </a:p>
          <a:p>
            <a:r>
              <a:t>          "roc_auc": 0.7361066380390052,</a:t>
            </a:r>
          </a:p>
          <a:p>
            <a:r>
              <a:t>          "row_count": 963,</a:t>
            </a:r>
          </a:p>
          <a:p>
            <a:r>
              <a:t>          "threshold": 0.49999999999999994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"Tasks/task-summaries/validate-refactored-model-per-dataset-20260927-134055/artifacts/cluster-run/hyperledger/results/model/words_10/NN/baseline/metrics.json",</a:t>
            </a:r>
          </a:p>
          <a:p>
            <a:r>
              <a:t>      "blob_sha1": "7136e5e2868431fa274d5616b879a18bc3b922a7",</a:t>
            </a:r>
          </a:p>
          <a:p>
            <a:r>
              <a:t>      "sha256": "9eb5950057da35846c8c0f3fb1c5a8aa8a1e23dce0e9843e7ab03d7ccadc82b3",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0.6908713692946058,</a:t>
            </a:r>
          </a:p>
          <a:p>
            <a:r>
              <a:t>          "auc_prc": 0.2912079198139399,</a:t>
            </a:r>
          </a:p>
          <a:p>
            <a:r>
              <a:t>          "average_precision": 0.29344891930621564,</a:t>
            </a:r>
          </a:p>
          <a:p>
            <a:r>
              <a:t>          "balanced_accuracy": 0.6177478496281827,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593,</a:t>
            </a:r>
          </a:p>
          <a:p>
            <a:r>
              <a:t>              229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69,</a:t>
            </a:r>
          </a:p>
          <a:p>
            <a:r>
              <a:t>              73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0.32882882882882886,</a:t>
            </a:r>
          </a:p>
          <a:p>
            <a:r>
              <a:t>          "positive_count": 142,</a:t>
            </a:r>
          </a:p>
          <a:p>
            <a:r>
              <a:t>          "positive_rate": 0.14730290456431536,</a:t>
            </a:r>
          </a:p>
          <a:p>
            <a:r>
              <a:t>          "precision": 0.24172185430463577,</a:t>
            </a:r>
          </a:p>
          <a:p>
            <a:r>
              <a:t>          "recall": 0.5140845070422535,</a:t>
            </a:r>
          </a:p>
          <a:p>
            <a:r>
              <a:t>          "roc_auc": 0.6606010760426305,</a:t>
            </a:r>
          </a:p>
          <a:p>
            <a:r>
              <a:t>          "row_count": 964,</a:t>
            </a:r>
          </a:p>
          <a:p>
            <a:r>
              <a:t>          "threshold": 0.12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0.7050882658359294,</a:t>
            </a:r>
          </a:p>
          <a:p>
            <a:r>
              <a:t>          "auc_prc": 0.23023142037857175,</a:t>
            </a:r>
          </a:p>
          <a:p>
            <a:r>
              <a:t>          "average_precision": 0.23382629970249025,</a:t>
            </a:r>
          </a:p>
          <a:p>
            <a:r>
              <a:t>          "balanced_accuracy": 0.6518115942028986,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601,</a:t>
            </a:r>
          </a:p>
          <a:p>
            <a:r>
              <a:t>              227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57,</a:t>
            </a:r>
          </a:p>
          <a:p>
            <a:r>
              <a:t>              78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0.3545454545454545,</a:t>
            </a:r>
          </a:p>
          <a:p>
            <a:r>
              <a:t>          "positive_count": 135,</a:t>
            </a:r>
          </a:p>
          <a:p>
            <a:r>
              <a:t>          "positive_rate": 0.14018691588785046,</a:t>
            </a:r>
          </a:p>
          <a:p>
            <a:r>
              <a:t>          "precision": 0.25573770491803277,</a:t>
            </a:r>
          </a:p>
          <a:p>
            <a:r>
              <a:t>          "recall": 0.5777777777777777,</a:t>
            </a:r>
          </a:p>
          <a:p>
            <a:r>
              <a:t>          "roc_auc": 0.6955358740382895,</a:t>
            </a:r>
          </a:p>
          <a:p>
            <a:r>
              <a:t>          "row_count": 963,</a:t>
            </a:r>
          </a:p>
          <a:p>
            <a:r>
              <a:t>          "threshold": 0.12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"Tasks/task-summaries/validate-refactored-model-per-dataset-20260927-134055/artifacts/cluster-run/hyperledger/results/model/words_10/NN/refactored/metrics.json",</a:t>
            </a:r>
          </a:p>
          <a:p>
            <a:r>
              <a:t>      "blob_sha1": "aa9057b2f349bec5e7349341b5cf7926bc86edcb",</a:t>
            </a:r>
          </a:p>
          <a:p>
            <a:r>
              <a:t>      "sha256": "0573d0c3fadda2489c1d7e8d9c214d9d46bd44082e2cf08e58030048d2ad8e87",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0.7562240663900415,</a:t>
            </a:r>
          </a:p>
          <a:p>
            <a:r>
              <a:t>          "auc_prc": 0.20390503900095225,</a:t>
            </a:r>
          </a:p>
          <a:p>
            <a:r>
              <a:t>          "average_precision": 0.1999079531496086,</a:t>
            </a:r>
          </a:p>
          <a:p>
            <a:r>
              <a:t>          "balanced_accuracy": 0.5599448271135328,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689,</a:t>
            </a:r>
          </a:p>
          <a:p>
            <a:r>
              <a:t>              133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102,</a:t>
            </a:r>
          </a:p>
          <a:p>
            <a:r>
              <a:t>              40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0.253968253968254,</a:t>
            </a:r>
          </a:p>
          <a:p>
            <a:r>
              <a:t>          "positive_count": 142,</a:t>
            </a:r>
          </a:p>
          <a:p>
            <a:r>
              <a:t>          "positive_rate": 0.14730290456431536,</a:t>
            </a:r>
          </a:p>
          <a:p>
            <a:r>
              <a:t>          "precision": 0.23121387283236994,</a:t>
            </a:r>
          </a:p>
          <a:p>
            <a:r>
              <a:t>          "recall": 0.28169014084507044,</a:t>
            </a:r>
          </a:p>
          <a:p>
            <a:r>
              <a:t>          "roc_auc": 0.5712706898324252,</a:t>
            </a:r>
          </a:p>
          <a:p>
            <a:r>
              <a:t>          "row_count": 964,</a:t>
            </a:r>
          </a:p>
          <a:p>
            <a:r>
              <a:t>          "threshold": 0.24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0.7445482866043613,</a:t>
            </a:r>
          </a:p>
          <a:p>
            <a:r>
              <a:t>          "auc_prc": 0.21102028707677423,</a:t>
            </a:r>
          </a:p>
          <a:p>
            <a:r>
              <a:t>          "average_precision": 0.20078558653558798,</a:t>
            </a:r>
          </a:p>
          <a:p>
            <a:r>
              <a:t>          "balanced_accuracy": 0.5755636070853463,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671,</a:t>
            </a:r>
          </a:p>
          <a:p>
            <a:r>
              <a:t>              157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89,</a:t>
            </a:r>
          </a:p>
          <a:p>
            <a:r>
              <a:t>              46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0.27218934911242604,</a:t>
            </a:r>
          </a:p>
          <a:p>
            <a:r>
              <a:t>          "positive_count": 135,</a:t>
            </a:r>
          </a:p>
          <a:p>
            <a:r>
              <a:t>          "positive_rate": 0.14018691588785046,</a:t>
            </a:r>
          </a:p>
          <a:p>
            <a:r>
              <a:t>          "precision": 0.22660098522167488,</a:t>
            </a:r>
          </a:p>
          <a:p>
            <a:r>
              <a:t>          "recall": 0.34074074074074073,</a:t>
            </a:r>
          </a:p>
          <a:p>
            <a:r>
              <a:t>          "roc_auc": 0.6084809447128288,</a:t>
            </a:r>
          </a:p>
          <a:p>
            <a:r>
              <a:t>          "row_count": 963,</a:t>
            </a:r>
          </a:p>
          <a:p>
            <a:r>
              <a:t>          "threshold": 0.24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"Tasks/task-summaries/validate-refactored-model-per-dataset-20260927-134055/artifacts/cluster-run/hyperledger/results/model/words_15/RF/baseline/metrics.json",</a:t>
            </a:r>
          </a:p>
          <a:p>
            <a:r>
              <a:t>      "blob_sha1": "b61eb8dd2bc2d511148c10d01d32a92a022aa502",</a:t>
            </a:r>
          </a:p>
          <a:p>
            <a:r>
              <a:t>      "sha256": "4cca78d372673736e11750ca713a0968926e4d70036487c1d3a5bd6dd5f7aca3",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0.7769709543568465,</a:t>
            </a:r>
          </a:p>
          <a:p>
            <a:r>
              <a:t>          "auc_prc": 0.26780060850681225,</a:t>
            </a:r>
          </a:p>
          <a:p>
            <a:r>
              <a:t>          "average_precision": 0.274192005221378,</a:t>
            </a:r>
          </a:p>
          <a:p>
            <a:r>
              <a:t>          "balanced_accuracy": 0.6129920953233908,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701,</a:t>
            </a:r>
          </a:p>
          <a:p>
            <a:r>
              <a:t>              141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74,</a:t>
            </a:r>
          </a:p>
          <a:p>
            <a:r>
              <a:t>              48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0.30868167202572344,</a:t>
            </a:r>
          </a:p>
          <a:p>
            <a:r>
              <a:t>          "positive_count": 122,</a:t>
            </a:r>
          </a:p>
          <a:p>
            <a:r>
              <a:t>          "positive_rate": 0.12655601659751037,</a:t>
            </a:r>
          </a:p>
          <a:p>
            <a:r>
              <a:t>          "precision": 0.25396825396825395,</a:t>
            </a:r>
          </a:p>
          <a:p>
            <a:r>
              <a:t>          "recall": 0.39344262295081966,</a:t>
            </a:r>
          </a:p>
          <a:p>
            <a:r>
              <a:t>          "roc_auc": 0.7325308593902107,</a:t>
            </a:r>
          </a:p>
          <a:p>
            <a:r>
              <a:t>          "row_count": 964,</a:t>
            </a:r>
          </a:p>
          <a:p>
            <a:r>
              <a:t>          "threshold": 0.18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0.7912772585669782,</a:t>
            </a:r>
          </a:p>
          <a:p>
            <a:r>
              <a:t>          "auc_prc": 0.2319078278395175,</a:t>
            </a:r>
          </a:p>
          <a:p>
            <a:r>
              <a:t>          "average_precision": 0.2359865767097882,</a:t>
            </a:r>
          </a:p>
          <a:p>
            <a:r>
              <a:t>          "balanced_accuracy": 0.6559936423297785,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707,</a:t>
            </a:r>
          </a:p>
          <a:p>
            <a:r>
              <a:t>              141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60,</a:t>
            </a:r>
          </a:p>
          <a:p>
            <a:r>
              <a:t>              55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0.3536977491961414,</a:t>
            </a:r>
          </a:p>
          <a:p>
            <a:r>
              <a:t>          "positive_count": 115,</a:t>
            </a:r>
          </a:p>
          <a:p>
            <a:r>
              <a:t>          "positive_rate": 0.11941848390446522,</a:t>
            </a:r>
          </a:p>
          <a:p>
            <a:r>
              <a:t>          "precision": 0.28061224489795916,</a:t>
            </a:r>
          </a:p>
          <a:p>
            <a:r>
              <a:t>          "recall": 0.4782608695652174,</a:t>
            </a:r>
          </a:p>
          <a:p>
            <a:r>
              <a:t>          "roc_auc": 0.7496410992616899,</a:t>
            </a:r>
          </a:p>
          <a:p>
            <a:r>
              <a:t>          "row_count": 963,</a:t>
            </a:r>
          </a:p>
          <a:p>
            <a:r>
              <a:t>          "threshold": 0.18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"Tasks/task-summaries/validate-refactored-model-per-dataset-20260927-134055/artifacts/cluster-run/hyperledger/results/model/words_15/RF/refactored/metrics.json",</a:t>
            </a:r>
          </a:p>
          <a:p>
            <a:r>
              <a:t>      "blob_sha1": "63256a094b68d548364cbf065d703c14dba17c35",</a:t>
            </a:r>
          </a:p>
          <a:p>
            <a:r>
              <a:t>      "sha256": "0b158ec7c29f9e1a76588dc32190cfbe3e0fbd0541519a4dcfc4fdb20c896464",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0.7406639004149378,</a:t>
            </a:r>
          </a:p>
          <a:p>
            <a:r>
              <a:t>          "auc_prc": 0.223368516196756,</a:t>
            </a:r>
          </a:p>
          <a:p>
            <a:r>
              <a:t>          "average_precision": 0.22800782997466426,</a:t>
            </a:r>
          </a:p>
          <a:p>
            <a:r>
              <a:t>          "balanced_accuracy": 0.6097309294809392,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661,</a:t>
            </a:r>
          </a:p>
          <a:p>
            <a:r>
              <a:t>              181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69,</a:t>
            </a:r>
          </a:p>
          <a:p>
            <a:r>
              <a:t>              53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0.297752808988764,</a:t>
            </a:r>
          </a:p>
          <a:p>
            <a:r>
              <a:t>          "positive_count": 122,</a:t>
            </a:r>
          </a:p>
          <a:p>
            <a:r>
              <a:t>          "positive_rate": 0.12655601659751037,</a:t>
            </a:r>
          </a:p>
          <a:p>
            <a:r>
              <a:t>          "precision": 0.2264957264957265,</a:t>
            </a:r>
          </a:p>
          <a:p>
            <a:r>
              <a:t>          "recall": 0.4344262295081967,</a:t>
            </a:r>
          </a:p>
          <a:p>
            <a:r>
              <a:t>          "roc_auc": 0.7150909232506523,</a:t>
            </a:r>
          </a:p>
          <a:p>
            <a:r>
              <a:t>          "row_count": 964,</a:t>
            </a:r>
          </a:p>
          <a:p>
            <a:r>
              <a:t>          "threshold": 0.27999999999999997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0.7642782969885774,</a:t>
            </a:r>
          </a:p>
          <a:p>
            <a:r>
              <a:t>          "auc_prc": 0.25209035782113437,</a:t>
            </a:r>
          </a:p>
          <a:p>
            <a:r>
              <a:t>          "average_precision": 0.2585512310899315,</a:t>
            </a:r>
          </a:p>
          <a:p>
            <a:r>
              <a:t>          "balanced_accuracy": 0.6782454881050041,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671,</a:t>
            </a:r>
          </a:p>
          <a:p>
            <a:r>
              <a:t>              177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50,</a:t>
            </a:r>
          </a:p>
          <a:p>
            <a:r>
              <a:t>              65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0.3641456582633053,</a:t>
            </a:r>
          </a:p>
          <a:p>
            <a:r>
              <a:t>          "positive_count": 115,</a:t>
            </a:r>
          </a:p>
          <a:p>
            <a:r>
              <a:t>          "positive_rate": 0.11941848390446522,</a:t>
            </a:r>
          </a:p>
          <a:p>
            <a:r>
              <a:t>          "precision": 0.26859504132231404,</a:t>
            </a:r>
          </a:p>
          <a:p>
            <a:r>
              <a:t>          "recall": 0.5652173913043478,</a:t>
            </a:r>
          </a:p>
          <a:p>
            <a:r>
              <a:t>          "roc_auc": 0.7591878589007383,</a:t>
            </a:r>
          </a:p>
          <a:p>
            <a:r>
              <a:t>          "row_count": 963,</a:t>
            </a:r>
          </a:p>
          <a:p>
            <a:r>
              <a:t>          "threshold": 0.27999999999999997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"Tasks/task-summaries/validate-refactored-model-per-dataset-20260927-134055/artifacts/cluster-run/hyperledger/results/model/words_15/XGboost/baseline/metrics.json",</a:t>
            </a:r>
          </a:p>
          <a:p>
            <a:r>
              <a:t>      "blob_sha1": "6bf6f1addb4095202cac56bfc1f36551e9802c75",</a:t>
            </a:r>
          </a:p>
          <a:p>
            <a:r>
              <a:t>      "sha256": "e6523e2ec0d3feb25b531920b899f7b3a06332e6d2ece2d838f5aad4f81e4b33",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0.7531120331950207,</a:t>
            </a:r>
          </a:p>
          <a:p>
            <a:r>
              <a:t>          "auc_prc": 0.2478679357755979,</a:t>
            </a:r>
          </a:p>
          <a:p>
            <a:r>
              <a:t>          "average_precision": 0.2523573849769748,</a:t>
            </a:r>
          </a:p>
          <a:p>
            <a:r>
              <a:t>          "balanced_accuracy": 0.648397648066664,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664,</a:t>
            </a:r>
          </a:p>
          <a:p>
            <a:r>
              <a:t>              178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60,</a:t>
            </a:r>
          </a:p>
          <a:p>
            <a:r>
              <a:t>              62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0.3425414364640884,</a:t>
            </a:r>
          </a:p>
          <a:p>
            <a:r>
              <a:t>          "positive_count": 122,</a:t>
            </a:r>
          </a:p>
          <a:p>
            <a:r>
              <a:t>          "positive_rate": 0.12655601659751037,</a:t>
            </a:r>
          </a:p>
          <a:p>
            <a:r>
              <a:t>          "precision": 0.25833333333333336,</a:t>
            </a:r>
          </a:p>
          <a:p>
            <a:r>
              <a:t>          "recall": 0.5081967213114754,</a:t>
            </a:r>
          </a:p>
          <a:p>
            <a:r>
              <a:t>          "roc_auc": 0.7337136404345626,</a:t>
            </a:r>
          </a:p>
          <a:p>
            <a:r>
              <a:t>          "row_count": 964,</a:t>
            </a:r>
          </a:p>
          <a:p>
            <a:r>
              <a:t>          "threshold": 0.13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0.7320872274143302,</a:t>
            </a:r>
          </a:p>
          <a:p>
            <a:r>
              <a:t>          "auc_prc": 0.22430305710178844,</a:t>
            </a:r>
          </a:p>
          <a:p>
            <a:r>
              <a:t>          "average_precision": 0.2292513338040582,</a:t>
            </a:r>
          </a:p>
          <a:p>
            <a:r>
              <a:t>          "balanced_accuracy": 0.6599671862182117,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640,</a:t>
            </a:r>
          </a:p>
          <a:p>
            <a:r>
              <a:t>              208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50,</a:t>
            </a:r>
          </a:p>
          <a:p>
            <a:r>
              <a:t>              65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0.3350515463917526,</a:t>
            </a:r>
          </a:p>
          <a:p>
            <a:r>
              <a:t>          "positive_count": 115,</a:t>
            </a:r>
          </a:p>
          <a:p>
            <a:r>
              <a:t>          "positive_rate": 0.11941848390446522,</a:t>
            </a:r>
          </a:p>
          <a:p>
            <a:r>
              <a:t>          "precision": 0.23809523809523808,</a:t>
            </a:r>
          </a:p>
          <a:p>
            <a:r>
              <a:t>          "recall": 0.5652173913043478,</a:t>
            </a:r>
          </a:p>
          <a:p>
            <a:r>
              <a:t>          "roc_auc": 0.748056808859721,</a:t>
            </a:r>
          </a:p>
          <a:p>
            <a:r>
              <a:t>          "row_count": 963,</a:t>
            </a:r>
          </a:p>
          <a:p>
            <a:r>
              <a:t>          "threshold": 0.13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"Tasks/task-summaries/validate-refactored-model-per-dataset-20260927-134055/artifacts/cluster-run/hyperledger/results/model/words_15/XGboost/refactored/metrics.json",</a:t>
            </a:r>
          </a:p>
          <a:p>
            <a:r>
              <a:t>      "blob_sha1": "f9b6c6c733af762f920e2593d338573ae9ad4ecd",</a:t>
            </a:r>
          </a:p>
          <a:p>
            <a:r>
              <a:t>      "sha256": "a3be17817f6bc5db329a1e9c1021f8087c66e5a32339ea5d58545df52a5e0015",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0.7085062240663901,</a:t>
            </a:r>
          </a:p>
          <a:p>
            <a:r>
              <a:t>          "auc_prc": 0.2301723166097376,</a:t>
            </a:r>
          </a:p>
          <a:p>
            <a:r>
              <a:t>          "average_precision": 0.23566841195265803,</a:t>
            </a:r>
          </a:p>
          <a:p>
            <a:r>
              <a:t>          "balanced_accuracy": 0.5948269148397648,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629,</a:t>
            </a:r>
          </a:p>
          <a:p>
            <a:r>
              <a:t>              213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68,</a:t>
            </a:r>
          </a:p>
          <a:p>
            <a:r>
              <a:t>              54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0.27763496143958866,</a:t>
            </a:r>
          </a:p>
          <a:p>
            <a:r>
              <a:t>          "positive_count": 122,</a:t>
            </a:r>
          </a:p>
          <a:p>
            <a:r>
              <a:t>          "positive_rate": 0.12655601659751037,</a:t>
            </a:r>
          </a:p>
          <a:p>
            <a:r>
              <a:t>          "precision": 0.20224719101123595,</a:t>
            </a:r>
          </a:p>
          <a:p>
            <a:r>
              <a:t>          "recall": 0.4426229508196721,</a:t>
            </a:r>
          </a:p>
          <a:p>
            <a:r>
              <a:t>          "roc_auc": 0.7024113157587322,</a:t>
            </a:r>
          </a:p>
          <a:p>
            <a:r>
              <a:t>          "row_count": 964,</a:t>
            </a:r>
          </a:p>
          <a:p>
            <a:r>
              <a:t>          "threshold": 0.5499999999999999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0.7237798546209762,</a:t>
            </a:r>
          </a:p>
          <a:p>
            <a:r>
              <a:t>          "auc_prc": 0.2223859898401187,</a:t>
            </a:r>
          </a:p>
          <a:p>
            <a:r>
              <a:t>          "average_precision": 0.22705266329423607,</a:t>
            </a:r>
          </a:p>
          <a:p>
            <a:r>
              <a:t>          "balanced_accuracy": 0.6665248154224774,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629,</a:t>
            </a:r>
          </a:p>
          <a:p>
            <a:r>
              <a:t>              219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47,</a:t>
            </a:r>
          </a:p>
          <a:p>
            <a:r>
              <a:t>              68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0.3383084577114428,</a:t>
            </a:r>
          </a:p>
          <a:p>
            <a:r>
              <a:t>          "positive_count": 115,</a:t>
            </a:r>
          </a:p>
          <a:p>
            <a:r>
              <a:t>          "positive_rate": 0.11941848390446522,</a:t>
            </a:r>
          </a:p>
          <a:p>
            <a:r>
              <a:t>          "precision": 0.23693379790940766,</a:t>
            </a:r>
          </a:p>
          <a:p>
            <a:r>
              <a:t>          "recall": 0.591304347826087,</a:t>
            </a:r>
          </a:p>
          <a:p>
            <a:r>
              <a:t>          "roc_auc": 0.7504716981132076,</a:t>
            </a:r>
          </a:p>
          <a:p>
            <a:r>
              <a:t>          "row_count": 963,</a:t>
            </a:r>
          </a:p>
          <a:p>
            <a:r>
              <a:t>          "threshold": 0.5499999999999999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"Tasks/task-summaries/validate-refactored-model-per-dataset-20260927-134055/artifacts/cluster-run/hyperledger/results/model/words_15/NN/baseline/metrics.json",</a:t>
            </a:r>
          </a:p>
          <a:p>
            <a:r>
              <a:t>      "blob_sha1": "aec339025bacc4d42063b4791b0a724fd7213f84",</a:t>
            </a:r>
          </a:p>
          <a:p>
            <a:r>
              <a:t>      "sha256": "f9b2bd96fade184199832442ec630c3dac98a4cdaa362b9cde516fd7717bc2b9",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0.6296680497925311,</a:t>
            </a:r>
          </a:p>
          <a:p>
            <a:r>
              <a:t>          "auc_prc": 0.26424211906548556,</a:t>
            </a:r>
          </a:p>
          <a:p>
            <a:r>
              <a:t>          "average_precision": 0.2672580524761203,</a:t>
            </a:r>
          </a:p>
          <a:p>
            <a:r>
              <a:t>          "balanced_accuracy": 0.6303006113469102,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530,</a:t>
            </a:r>
          </a:p>
          <a:p>
            <a:r>
              <a:t>              312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45,</a:t>
            </a:r>
          </a:p>
          <a:p>
            <a:r>
              <a:t>              77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0.30136986301369867,</a:t>
            </a:r>
          </a:p>
          <a:p>
            <a:r>
              <a:t>          "positive_count": 122,</a:t>
            </a:r>
          </a:p>
          <a:p>
            <a:r>
              <a:t>          "positive_rate": 0.12655601659751037,</a:t>
            </a:r>
          </a:p>
          <a:p>
            <a:r>
              <a:t>          "precision": 0.19794344473007713,</a:t>
            </a:r>
          </a:p>
          <a:p>
            <a:r>
              <a:t>          "recall": 0.6311475409836066,</a:t>
            </a:r>
          </a:p>
          <a:p>
            <a:r>
              <a:t>          "roc_auc": 0.6685974066430435,</a:t>
            </a:r>
          </a:p>
          <a:p>
            <a:r>
              <a:t>          "row_count": 964,</a:t>
            </a:r>
          </a:p>
          <a:p>
            <a:r>
              <a:t>          "threshold": 0.05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0.667705088265836,</a:t>
            </a:r>
          </a:p>
          <a:p>
            <a:r>
              <a:t>          "auc_prc": 0.2069188630819172,</a:t>
            </a:r>
          </a:p>
          <a:p>
            <a:r>
              <a:t>          "average_precision": 0.21025437280731973,</a:t>
            </a:r>
          </a:p>
          <a:p>
            <a:r>
              <a:t>          "balanced_accuracy": 0.6835418375717801,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562,</a:t>
            </a:r>
          </a:p>
          <a:p>
            <a:r>
              <a:t>              286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34,</a:t>
            </a:r>
          </a:p>
          <a:p>
            <a:r>
              <a:t>              81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0.33609958506224064,</a:t>
            </a:r>
          </a:p>
          <a:p>
            <a:r>
              <a:t>          "positive_count": 115,</a:t>
            </a:r>
          </a:p>
          <a:p>
            <a:r>
              <a:t>          "positive_rate": 0.11941848390446522,</a:t>
            </a:r>
          </a:p>
          <a:p>
            <a:r>
              <a:t>          "precision": 0.22070844686648503,</a:t>
            </a:r>
          </a:p>
          <a:p>
            <a:r>
              <a:t>          "recall": 0.7043478260869566,</a:t>
            </a:r>
          </a:p>
          <a:p>
            <a:r>
              <a:t>          "roc_auc": 0.7183757178014766,</a:t>
            </a:r>
          </a:p>
          <a:p>
            <a:r>
              <a:t>          "row_count": 963,</a:t>
            </a:r>
          </a:p>
          <a:p>
            <a:r>
              <a:t>          "threshold": 0.05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"Tasks/task-summaries/validate-refactored-model-per-dataset-20260927-134055/artifacts/cluster-run/hyperledger/results/model/words_15/NN/refactored/metrics.json",</a:t>
            </a:r>
          </a:p>
          <a:p>
            <a:r>
              <a:t>      "blob_sha1": "79617b7f4aa04a3a28f63a6c53f53857881ea935",</a:t>
            </a:r>
          </a:p>
          <a:p>
            <a:r>
              <a:t>      "sha256": "945a914c7b9a578d44171aa4223964ade77259e7420b2a0881ab6c14767f7a09",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0.7728215767634855,</a:t>
            </a:r>
          </a:p>
          <a:p>
            <a:r>
              <a:t>          "auc_prc": 0.18692129026109278,</a:t>
            </a:r>
          </a:p>
          <a:p>
            <a:r>
              <a:t>          "average_precision": 0.18260463497216892,</a:t>
            </a:r>
          </a:p>
          <a:p>
            <a:r>
              <a:t>          "balanced_accuracy": 0.5895895798450216,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703,</a:t>
            </a:r>
          </a:p>
          <a:p>
            <a:r>
              <a:t>              139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80,</a:t>
            </a:r>
          </a:p>
          <a:p>
            <a:r>
              <a:t>              42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0.2772277227722772,</a:t>
            </a:r>
          </a:p>
          <a:p>
            <a:r>
              <a:t>          "positive_count": 122,</a:t>
            </a:r>
          </a:p>
          <a:p>
            <a:r>
              <a:t>          "positive_rate": 0.12655601659751037,</a:t>
            </a:r>
          </a:p>
          <a:p>
            <a:r>
              <a:t>          "precision": 0.23204419889502761,</a:t>
            </a:r>
          </a:p>
          <a:p>
            <a:r>
              <a:t>          "recall": 0.3442622950819672,</a:t>
            </a:r>
          </a:p>
          <a:p>
            <a:r>
              <a:t>          "roc_auc": 0.6028581441532651,</a:t>
            </a:r>
          </a:p>
          <a:p>
            <a:r>
              <a:t>          "row_count": 964,</a:t>
            </a:r>
          </a:p>
          <a:p>
            <a:r>
              <a:t>          "threshold": 0.08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0.7497403946002077,</a:t>
            </a:r>
          </a:p>
          <a:p>
            <a:r>
              <a:t>          "auc_prc": 0.2005487783439018,</a:t>
            </a:r>
          </a:p>
          <a:p>
            <a:r>
              <a:t>          "average_precision": 0.19496724415661054,</a:t>
            </a:r>
          </a:p>
          <a:p>
            <a:r>
              <a:t>          "balanced_accuracy": 0.6061013125512715,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674,</a:t>
            </a:r>
          </a:p>
          <a:p>
            <a:r>
              <a:t>              174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67,</a:t>
            </a:r>
          </a:p>
          <a:p>
            <a:r>
              <a:t>              48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0.28486646884273,</a:t>
            </a:r>
          </a:p>
          <a:p>
            <a:r>
              <a:t>          "positive_count": 115,</a:t>
            </a:r>
          </a:p>
          <a:p>
            <a:r>
              <a:t>          "positive_rate": 0.11941848390446522,</a:t>
            </a:r>
          </a:p>
          <a:p>
            <a:r>
              <a:t>          "precision": 0.21621621621621623,</a:t>
            </a:r>
          </a:p>
          <a:p>
            <a:r>
              <a:t>          "recall": 0.41739130434782606,</a:t>
            </a:r>
          </a:p>
          <a:p>
            <a:r>
              <a:t>          "roc_auc": 0.6666581214109926,</a:t>
            </a:r>
          </a:p>
          <a:p>
            <a:r>
              <a:t>          "row_count": 963,</a:t>
            </a:r>
          </a:p>
          <a:p>
            <a:r>
              <a:t>          "threshold": 0.08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"Tasks/task-summaries/validate-refactored-model-per-dataset-20260927-134055/artifacts/cluster-run/hyperledger/results/model/words_20/RF/baseline/metrics.json",</a:t>
            </a:r>
          </a:p>
          <a:p>
            <a:r>
              <a:t>      "blob_sha1": "39df3c9877ecb3ac5f0a8c5d7126b69fc7257f6d",</a:t>
            </a:r>
          </a:p>
          <a:p>
            <a:r>
              <a:t>      "sha256": "50c93e33c74942f0ec4c84c735627babaaf6653e1b6e03b78a061fe66bdc3034",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0.7105809128630706,</a:t>
            </a:r>
          </a:p>
          <a:p>
            <a:r>
              <a:t>          "auc_prc": 0.2543241005871118,</a:t>
            </a:r>
          </a:p>
          <a:p>
            <a:r>
              <a:t>          "average_precision": 0.2610520197672309,</a:t>
            </a:r>
          </a:p>
          <a:p>
            <a:r>
              <a:t>          "balanced_accuracy": 0.6656606304493629,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617,</a:t>
            </a:r>
          </a:p>
          <a:p>
            <a:r>
              <a:t>              235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44,</a:t>
            </a:r>
          </a:p>
          <a:p>
            <a:r>
              <a:t>              68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0.327710843373494,</a:t>
            </a:r>
          </a:p>
          <a:p>
            <a:r>
              <a:t>          "positive_count": 112,</a:t>
            </a:r>
          </a:p>
          <a:p>
            <a:r>
              <a:t>          "positive_rate": 0.11618257261410789,</a:t>
            </a:r>
          </a:p>
          <a:p>
            <a:r>
              <a:t>          "precision": 0.22442244224422442,</a:t>
            </a:r>
          </a:p>
          <a:p>
            <a:r>
              <a:t>          "recall": 0.6071428571428571,</a:t>
            </a:r>
          </a:p>
          <a:p>
            <a:r>
              <a:t>          "roc_auc": 0.7293710177733065,</a:t>
            </a:r>
          </a:p>
          <a:p>
            <a:r>
              <a:t>          "row_count": 964,</a:t>
            </a:r>
          </a:p>
          <a:p>
            <a:r>
              <a:t>          "threshold": 0.13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0.7331256490134995,</a:t>
            </a:r>
          </a:p>
          <a:p>
            <a:r>
              <a:t>          "auc_prc": 0.21967706986077606,</a:t>
            </a:r>
          </a:p>
          <a:p>
            <a:r>
              <a:t>          "average_precision": 0.22586271743265146,</a:t>
            </a:r>
          </a:p>
          <a:p>
            <a:r>
              <a:t>          "balanced_accuracy": 0.6840568597381149,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645,</a:t>
            </a:r>
          </a:p>
          <a:p>
            <a:r>
              <a:t>              220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37,</a:t>
            </a:r>
          </a:p>
          <a:p>
            <a:r>
              <a:t>              61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0.32189973614775724,</a:t>
            </a:r>
          </a:p>
          <a:p>
            <a:r>
              <a:t>          "positive_count": 98,</a:t>
            </a:r>
          </a:p>
          <a:p>
            <a:r>
              <a:t>          "positive_rate": 0.10176531671858775,</a:t>
            </a:r>
          </a:p>
          <a:p>
            <a:r>
              <a:t>          "precision": 0.21708185053380782,</a:t>
            </a:r>
          </a:p>
          <a:p>
            <a:r>
              <a:t>          "recall": 0.6224489795918368,</a:t>
            </a:r>
          </a:p>
          <a:p>
            <a:r>
              <a:t>          "roc_auc": 0.7532971570130943,</a:t>
            </a:r>
          </a:p>
          <a:p>
            <a:r>
              <a:t>          "row_count": 963,</a:t>
            </a:r>
          </a:p>
          <a:p>
            <a:r>
              <a:t>          "threshold": 0.13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"Tasks/task-summaries/validate-refactored-model-per-dataset-20260927-134055/artifacts/cluster-run/hyperledger/results/model/words_20/RF/refactored/metrics.json",</a:t>
            </a:r>
          </a:p>
          <a:p>
            <a:r>
              <a:t>      "blob_sha1": "c4623b9a80b55b9259217515e2cdd43875508304",</a:t>
            </a:r>
          </a:p>
          <a:p>
            <a:r>
              <a:t>      "sha256": "67d873abbb3e90e8406c1b8e4cb7f623e73d509d32ad8efefaea35ce3f2832e6",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0.7738589211618258,</a:t>
            </a:r>
          </a:p>
          <a:p>
            <a:r>
              <a:t>          "auc_prc": 0.22041267956815153,</a:t>
            </a:r>
          </a:p>
          <a:p>
            <a:r>
              <a:t>          "average_precision": 0.22372715809319532,</a:t>
            </a:r>
          </a:p>
          <a:p>
            <a:r>
              <a:t>          "balanced_accuracy": 0.627787558685446,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697,</a:t>
            </a:r>
          </a:p>
          <a:p>
            <a:r>
              <a:t>              155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63,</a:t>
            </a:r>
          </a:p>
          <a:p>
            <a:r>
              <a:t>              49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0.310126582278481,</a:t>
            </a:r>
          </a:p>
          <a:p>
            <a:r>
              <a:t>          "positive_count": 112,</a:t>
            </a:r>
          </a:p>
          <a:p>
            <a:r>
              <a:t>          "positive_rate": 0.11618257261410789,</a:t>
            </a:r>
          </a:p>
          <a:p>
            <a:r>
              <a:t>          "precision": 0.24019607843137256,</a:t>
            </a:r>
          </a:p>
          <a:p>
            <a:r>
              <a:t>          "recall": 0.4375,</a:t>
            </a:r>
          </a:p>
          <a:p>
            <a:r>
              <a:t>          "roc_auc": 0.7296225268276325,</a:t>
            </a:r>
          </a:p>
          <a:p>
            <a:r>
              <a:t>          "row_count": 964,</a:t>
            </a:r>
          </a:p>
          <a:p>
            <a:r>
              <a:t>          "threshold": 0.26999999999999996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0.7663551401869159,</a:t>
            </a:r>
          </a:p>
          <a:p>
            <a:r>
              <a:t>          "auc_prc": 0.24297494739971648,</a:t>
            </a:r>
          </a:p>
          <a:p>
            <a:r>
              <a:t>          "average_precision": 0.24782094138161614,</a:t>
            </a:r>
          </a:p>
          <a:p>
            <a:r>
              <a:t>          "balanced_accuracy": 0.6799339388934764,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682,</a:t>
            </a:r>
          </a:p>
          <a:p>
            <a:r>
              <a:t>              183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42,</a:t>
            </a:r>
          </a:p>
          <a:p>
            <a:r>
              <a:t>              56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0.3323442136498516,</a:t>
            </a:r>
          </a:p>
          <a:p>
            <a:r>
              <a:t>          "positive_count": 98,</a:t>
            </a:r>
          </a:p>
          <a:p>
            <a:r>
              <a:t>          "positive_rate": 0.10176531671858775,</a:t>
            </a:r>
          </a:p>
          <a:p>
            <a:r>
              <a:t>          "precision": 0.23430962343096234,</a:t>
            </a:r>
          </a:p>
          <a:p>
            <a:r>
              <a:t>          "recall": 0.5714285714285714,</a:t>
            </a:r>
          </a:p>
          <a:p>
            <a:r>
              <a:t>          "roc_auc": 0.7682729739294561,</a:t>
            </a:r>
          </a:p>
          <a:p>
            <a:r>
              <a:t>          "row_count": 963,</a:t>
            </a:r>
          </a:p>
          <a:p>
            <a:r>
              <a:t>          "threshold": 0.26999999999999996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"Tasks/task-summaries/validate-refactored-model-per-dataset-20260927-134055/artifacts/cluster-run/hyperledger/results/model/words_20/XGboost/baseline/metrics.json",</a:t>
            </a:r>
          </a:p>
          <a:p>
            <a:r>
              <a:t>      "blob_sha1": "813688d5edae3f66b6cd6fd8a94e75f6b99513e5",</a:t>
            </a:r>
          </a:p>
          <a:p>
            <a:r>
              <a:t>      "sha256": "0d9d883d40fb73f812850f81ec661d69db150f3a0f9d9da5fde6fdd37e75db85",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0.5176348547717843,</a:t>
            </a:r>
          </a:p>
          <a:p>
            <a:r>
              <a:t>          "auc_prc": 0.22969702274360904,</a:t>
            </a:r>
          </a:p>
          <a:p>
            <a:r>
              <a:t>          "average_precision": 0.23449462060840753,</a:t>
            </a:r>
          </a:p>
          <a:p>
            <a:r>
              <a:t>          "balanced_accuracy": 0.6805835010060363,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399,</a:t>
            </a:r>
          </a:p>
          <a:p>
            <a:r>
              <a:t>              453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12,</a:t>
            </a:r>
          </a:p>
          <a:p>
            <a:r>
              <a:t>              100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0.3007518796992481,</a:t>
            </a:r>
          </a:p>
          <a:p>
            <a:r>
              <a:t>          "positive_count": 112,</a:t>
            </a:r>
          </a:p>
          <a:p>
            <a:r>
              <a:t>          "positive_rate": 0.11618257261410789,</a:t>
            </a:r>
          </a:p>
          <a:p>
            <a:r>
              <a:t>          "precision": 0.18083182640144665,</a:t>
            </a:r>
          </a:p>
          <a:p>
            <a:r>
              <a:t>          "recall": 0.8928571428571429,</a:t>
            </a:r>
          </a:p>
          <a:p>
            <a:r>
              <a:t>          "roc_auc": 0.7418207159624414,</a:t>
            </a:r>
          </a:p>
          <a:p>
            <a:r>
              <a:t>          "row_count": 964,</a:t>
            </a:r>
          </a:p>
          <a:p>
            <a:r>
              <a:t>          "threshold": 0.07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0.5607476635514018,</a:t>
            </a:r>
          </a:p>
          <a:p>
            <a:r>
              <a:t>          "auc_prc": 0.20832267542405275,</a:t>
            </a:r>
          </a:p>
          <a:p>
            <a:r>
              <a:t>          "average_precision": 0.21359062145524882,</a:t>
            </a:r>
          </a:p>
          <a:p>
            <a:r>
              <a:t>          "balanced_accuracy": 0.7192992804058039,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450,</a:t>
            </a:r>
          </a:p>
          <a:p>
            <a:r>
              <a:t>              415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8,</a:t>
            </a:r>
          </a:p>
          <a:p>
            <a:r>
              <a:t>              90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0.29850746268656714,</a:t>
            </a:r>
          </a:p>
          <a:p>
            <a:r>
              <a:t>          "positive_count": 98,</a:t>
            </a:r>
          </a:p>
          <a:p>
            <a:r>
              <a:t>          "positive_rate": 0.10176531671858775,</a:t>
            </a:r>
          </a:p>
          <a:p>
            <a:r>
              <a:t>          "precision": 0.1782178217821782,</a:t>
            </a:r>
          </a:p>
          <a:p>
            <a:r>
              <a:t>          "recall": 0.9183673469387755,</a:t>
            </a:r>
          </a:p>
          <a:p>
            <a:r>
              <a:t>          "roc_auc": 0.7509614250324407,</a:t>
            </a:r>
          </a:p>
          <a:p>
            <a:r>
              <a:t>          "row_count": 963,</a:t>
            </a:r>
          </a:p>
          <a:p>
            <a:r>
              <a:t>          "threshold": 0.07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"Tasks/task-summaries/validate-refactored-model-per-dataset-20260927-134055/artifacts/cluster-run/hyperledger/results/model/words_20/XGboost/refactored/metrics.json",</a:t>
            </a:r>
          </a:p>
          <a:p>
            <a:r>
              <a:t>      "blob_sha1": "afc4091b85483f6dc72c938ae5953459862a02b5",</a:t>
            </a:r>
          </a:p>
          <a:p>
            <a:r>
              <a:t>      "sha256": "4ff05ee263f1141c2276adfad2159eadf00187a23c3871fb84dd0b8616147972",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0.7219917012448133,</a:t>
            </a:r>
          </a:p>
          <a:p>
            <a:r>
              <a:t>          "auc_prc": 0.23200971432378564,</a:t>
            </a:r>
          </a:p>
          <a:p>
            <a:r>
              <a:t>          "average_precision": 0.23490531985964808,</a:t>
            </a:r>
          </a:p>
          <a:p>
            <a:r>
              <a:t>          "balanced_accuracy": 0.6178319919517102,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642,</a:t>
            </a:r>
          </a:p>
          <a:p>
            <a:r>
              <a:t>              210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58,</a:t>
            </a:r>
          </a:p>
          <a:p>
            <a:r>
              <a:t>              54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0.2872340425531915,</a:t>
            </a:r>
          </a:p>
          <a:p>
            <a:r>
              <a:t>          "positive_count": 112,</a:t>
            </a:r>
          </a:p>
          <a:p>
            <a:r>
              <a:t>          "positive_rate": 0.11618257261410789,</a:t>
            </a:r>
          </a:p>
          <a:p>
            <a:r>
              <a:t>          "precision": 0.20454545454545456,</a:t>
            </a:r>
          </a:p>
          <a:p>
            <a:r>
              <a:t>          "recall": 0.48214285714285715,</a:t>
            </a:r>
          </a:p>
          <a:p>
            <a:r>
              <a:t>          "roc_auc": 0.7266515761234071,</a:t>
            </a:r>
          </a:p>
          <a:p>
            <a:r>
              <a:t>          "row_count": 964,</a:t>
            </a:r>
          </a:p>
          <a:p>
            <a:r>
              <a:t>          "threshold": 0.5599999999999999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0.754932502596054,</a:t>
            </a:r>
          </a:p>
          <a:p>
            <a:r>
              <a:t>          "auc_prc": 0.21438623963277154,</a:t>
            </a:r>
          </a:p>
          <a:p>
            <a:r>
              <a:t>          "average_precision": 0.2197017933069324,</a:t>
            </a:r>
          </a:p>
          <a:p>
            <a:r>
              <a:t>          "balanced_accuracy": 0.6645275451220951,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673,</a:t>
            </a:r>
          </a:p>
          <a:p>
            <a:r>
              <a:t>              192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44,</a:t>
            </a:r>
          </a:p>
          <a:p>
            <a:r>
              <a:t>              54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0.313953488372093,</a:t>
            </a:r>
          </a:p>
          <a:p>
            <a:r>
              <a:t>          "positive_count": 98,</a:t>
            </a:r>
          </a:p>
          <a:p>
            <a:r>
              <a:t>          "positive_rate": 0.10176531671858775,</a:t>
            </a:r>
          </a:p>
          <a:p>
            <a:r>
              <a:t>          "precision": 0.21951219512195122,</a:t>
            </a:r>
          </a:p>
          <a:p>
            <a:r>
              <a:t>          "recall": 0.5510204081632653,</a:t>
            </a:r>
          </a:p>
          <a:p>
            <a:r>
              <a:t>          "roc_auc": 0.7678600920136841,</a:t>
            </a:r>
          </a:p>
          <a:p>
            <a:r>
              <a:t>          "row_count": 963,</a:t>
            </a:r>
          </a:p>
          <a:p>
            <a:r>
              <a:t>          "threshold": 0.5599999999999999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"Tasks/task-summaries/validate-refactored-model-per-dataset-20260927-134055/artifacts/cluster-run/hyperledger/results/model/words_20/NN/baseline/metrics.json",</a:t>
            </a:r>
          </a:p>
          <a:p>
            <a:r>
              <a:t>      "blob_sha1": "5772247552630b3f29c20976900acf3119dcdfff",</a:t>
            </a:r>
          </a:p>
          <a:p>
            <a:r>
              <a:t>      "sha256": "a9fcfa929b3bcca081ee6fecdd455a722876373d01b74cdfb999c0b3922d6c8e",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0.774896265560166,</a:t>
            </a:r>
          </a:p>
          <a:p>
            <a:r>
              <a:t>          "auc_prc": 0.26276601152567575,</a:t>
            </a:r>
          </a:p>
          <a:p>
            <a:r>
              <a:t>          "average_precision": 0.26721475321749505,</a:t>
            </a:r>
          </a:p>
          <a:p>
            <a:r>
              <a:t>          "balanced_accuracy": 0.6400067069081153,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695,</a:t>
            </a:r>
          </a:p>
          <a:p>
            <a:r>
              <a:t>              157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60,</a:t>
            </a:r>
          </a:p>
          <a:p>
            <a:r>
              <a:t>              52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0.32398753894080995,</a:t>
            </a:r>
          </a:p>
          <a:p>
            <a:r>
              <a:t>          "positive_count": 112,</a:t>
            </a:r>
          </a:p>
          <a:p>
            <a:r>
              <a:t>          "positive_rate": 0.11618257261410789,</a:t>
            </a:r>
          </a:p>
          <a:p>
            <a:r>
              <a:t>          "precision": 0.24880382775119617,</a:t>
            </a:r>
          </a:p>
          <a:p>
            <a:r>
              <a:t>          "recall": 0.4642857142857143,</a:t>
            </a:r>
          </a:p>
          <a:p>
            <a:r>
              <a:t>          "roc_auc": 0.6950347920858484,</a:t>
            </a:r>
          </a:p>
          <a:p>
            <a:r>
              <a:t>          "row_count": 964,</a:t>
            </a:r>
          </a:p>
          <a:p>
            <a:r>
              <a:t>          "threshold": 0.15999999999999998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0.778816199376947,</a:t>
            </a:r>
          </a:p>
          <a:p>
            <a:r>
              <a:t>          "auc_prc": 0.16465653734247818,</a:t>
            </a:r>
          </a:p>
          <a:p>
            <a:r>
              <a:t>          "average_precision": 0.16802265110790726,</a:t>
            </a:r>
          </a:p>
          <a:p>
            <a:r>
              <a:t>          "balanced_accuracy": 0.6235342691990091,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708,</a:t>
            </a:r>
          </a:p>
          <a:p>
            <a:r>
              <a:t>              157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56,</a:t>
            </a:r>
          </a:p>
          <a:p>
            <a:r>
              <a:t>              42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0.2828282828282828,</a:t>
            </a:r>
          </a:p>
          <a:p>
            <a:r>
              <a:t>          "positive_count": 98,</a:t>
            </a:r>
          </a:p>
          <a:p>
            <a:r>
              <a:t>          "positive_rate": 0.10176531671858775,</a:t>
            </a:r>
          </a:p>
          <a:p>
            <a:r>
              <a:t>          "precision": 0.21105527638190955,</a:t>
            </a:r>
          </a:p>
          <a:p>
            <a:r>
              <a:t>          "recall": 0.42857142857142855,</a:t>
            </a:r>
          </a:p>
          <a:p>
            <a:r>
              <a:t>          "roc_auc": 0.6807714993511855,</a:t>
            </a:r>
          </a:p>
          <a:p>
            <a:r>
              <a:t>          "row_count": 963,</a:t>
            </a:r>
          </a:p>
          <a:p>
            <a:r>
              <a:t>          "threshold": 0.15999999999999998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"Tasks/task-summaries/validate-refactored-model-per-dataset-20260927-134055/artifacts/cluster-run/hyperledger/results/model/words_20/NN/refactored/metrics.json",</a:t>
            </a:r>
          </a:p>
          <a:p>
            <a:r>
              <a:t>      "blob_sha1": "a209eed615aa25cf25d77eedcee95e96f11f8bb4",</a:t>
            </a:r>
          </a:p>
          <a:p>
            <a:r>
              <a:t>      "sha256": "26950f0e4421058c85451d2345f8bd9bdf4c63ae890dcb140e705fe57ce5815a",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0.783195020746888,</a:t>
            </a:r>
          </a:p>
          <a:p>
            <a:r>
              <a:t>          "auc_prc": 0.18135380424766082,</a:t>
            </a:r>
          </a:p>
          <a:p>
            <a:r>
              <a:t>          "average_precision": 0.18039718751991723,</a:t>
            </a:r>
          </a:p>
          <a:p>
            <a:r>
              <a:t>          "balanced_accuracy": 0.5438883299798792,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729,</a:t>
            </a:r>
          </a:p>
          <a:p>
            <a:r>
              <a:t>              123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86,</a:t>
            </a:r>
          </a:p>
          <a:p>
            <a:r>
              <a:t>              26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0.19923371647509577,</a:t>
            </a:r>
          </a:p>
          <a:p>
            <a:r>
              <a:t>          "positive_count": 112,</a:t>
            </a:r>
          </a:p>
          <a:p>
            <a:r>
              <a:t>          "positive_rate": 0.11618257261410789,</a:t>
            </a:r>
          </a:p>
          <a:p>
            <a:r>
              <a:t>          "precision": 0.174496644295302,</a:t>
            </a:r>
          </a:p>
          <a:p>
            <a:r>
              <a:t>          "recall": 0.23214285714285715,</a:t>
            </a:r>
          </a:p>
          <a:p>
            <a:r>
              <a:t>          "roc_auc": 0.5386747568745808,</a:t>
            </a:r>
          </a:p>
          <a:p>
            <a:r>
              <a:t>          "row_count": 964,</a:t>
            </a:r>
          </a:p>
          <a:p>
            <a:r>
              <a:t>          "threshold": 0.13999999999999999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0.8006230529595015,</a:t>
            </a:r>
          </a:p>
          <a:p>
            <a:r>
              <a:t>          "auc_prc": 0.17379416168374567,</a:t>
            </a:r>
          </a:p>
          <a:p>
            <a:r>
              <a:t>          "average_precision": 0.1730040672982797,</a:t>
            </a:r>
          </a:p>
          <a:p>
            <a:r>
              <a:t>          "balanced_accuracy": 0.6221009791199716,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732,</a:t>
            </a:r>
          </a:p>
          <a:p>
            <a:r>
              <a:t>              133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59,</a:t>
            </a:r>
          </a:p>
          <a:p>
            <a:r>
              <a:t>              39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0.2888888888888889,</a:t>
            </a:r>
          </a:p>
          <a:p>
            <a:r>
              <a:t>          "positive_count": 98,</a:t>
            </a:r>
          </a:p>
          <a:p>
            <a:r>
              <a:t>          "positive_rate": 0.10176531671858775,</a:t>
            </a:r>
          </a:p>
          <a:p>
            <a:r>
              <a:t>          "precision": 0.22674418604651161,</a:t>
            </a:r>
          </a:p>
          <a:p>
            <a:r>
              <a:t>          "recall": 0.3979591836734694,</a:t>
            </a:r>
          </a:p>
          <a:p>
            <a:r>
              <a:t>          "roc_auc": 0.653822106877433,</a:t>
            </a:r>
          </a:p>
          <a:p>
            <a:r>
              <a:t>          "row_count": 963,</a:t>
            </a:r>
          </a:p>
          <a:p>
            <a:r>
              <a:t>          "threshold": 0.13999999999999999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"Tasks/task-summaries/validate-refactored-model-per-dataset-20260927-134055/artifacts/cluster-run/inteldaos/results/model/words_5/RF/baseline/metrics.json",</a:t>
            </a:r>
          </a:p>
          <a:p>
            <a:r>
              <a:t>      "blob_sha1": "2fc6bb60ccb7b49a47a0d39ec49c511008ec68d0",</a:t>
            </a:r>
          </a:p>
          <a:p>
            <a:r>
              <a:t>      "sha256": "b75ed3e3aeed8e4177c9d9ffff819e9839f19e01bf24bf3e893f134f45719ad4",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0.3203592814371258,</a:t>
            </a:r>
          </a:p>
          <a:p>
            <a:r>
              <a:t>          "auc_prc": 0.21045691344644568,</a:t>
            </a:r>
          </a:p>
          <a:p>
            <a:r>
              <a:t>          "average_precision": 0.21947692304928906,</a:t>
            </a:r>
          </a:p>
          <a:p>
            <a:r>
              <a:t>          "balanced_accuracy": 0.5962334437086093,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77,</a:t>
            </a:r>
          </a:p>
          <a:p>
            <a:r>
              <a:t>              225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2,</a:t>
            </a:r>
          </a:p>
          <a:p>
            <a:r>
              <a:t>              30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0.20905923344947733,</a:t>
            </a:r>
          </a:p>
          <a:p>
            <a:r>
              <a:t>          "positive_count": 32,</a:t>
            </a:r>
          </a:p>
          <a:p>
            <a:r>
              <a:t>          "positive_rate": 0.09580838323353294,</a:t>
            </a:r>
          </a:p>
          <a:p>
            <a:r>
              <a:t>          "precision": 0.11764705882352941,</a:t>
            </a:r>
          </a:p>
          <a:p>
            <a:r>
              <a:t>          "recall": 0.9375,</a:t>
            </a:r>
          </a:p>
          <a:p>
            <a:r>
              <a:t>          "roc_auc": 0.6843956953642384,</a:t>
            </a:r>
          </a:p>
          <a:p>
            <a:r>
              <a:t>          "row_count": 334,</a:t>
            </a:r>
          </a:p>
          <a:p>
            <a:r>
              <a:t>          "threshold": 0.20999999999999996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0.36036036036036034,</a:t>
            </a:r>
          </a:p>
          <a:p>
            <a:r>
              <a:t>          "auc_prc": 0.19333825319214956,</a:t>
            </a:r>
          </a:p>
          <a:p>
            <a:r>
              <a:t>          "average_precision": 0.20143665790269544,</a:t>
            </a:r>
          </a:p>
          <a:p>
            <a:r>
              <a:t>          "balanced_accuracy": 0.5348001642485628,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79,</a:t>
            </a:r>
          </a:p>
          <a:p>
            <a:r>
              <a:t>              202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11,</a:t>
            </a:r>
          </a:p>
          <a:p>
            <a:r>
              <a:t>              41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0.2779661016949153,</a:t>
            </a:r>
          </a:p>
          <a:p>
            <a:r>
              <a:t>          "positive_count": 52,</a:t>
            </a:r>
          </a:p>
          <a:p>
            <a:r>
              <a:t>          "positive_rate": 0.15615615615615616,</a:t>
            </a:r>
          </a:p>
          <a:p>
            <a:r>
              <a:t>          "precision": 0.16872427983539096,</a:t>
            </a:r>
          </a:p>
          <a:p>
            <a:r>
              <a:t>          "recall": 0.7884615384615384,</a:t>
            </a:r>
          </a:p>
          <a:p>
            <a:r>
              <a:t>          "roc_auc": 0.5533807829181495,</a:t>
            </a:r>
          </a:p>
          <a:p>
            <a:r>
              <a:t>          "row_count": 333,</a:t>
            </a:r>
          </a:p>
          <a:p>
            <a:r>
              <a:t>          "threshold": 0.20999999999999996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"Tasks/task-summaries/validate-refactored-model-per-dataset-20260927-134055/artifacts/cluster-run/inteldaos/results/model/words_5/RF/refactored/metrics.json",</a:t>
            </a:r>
          </a:p>
          <a:p>
            <a:r>
              <a:t>      "blob_sha1": "8146195986568dfb0fac05751cb74ee63ce58cff",</a:t>
            </a:r>
          </a:p>
          <a:p>
            <a:r>
              <a:t>      "sha256": "8e7140ebe69d5574265e047446be89debe738dca2d642ed6104e32333aee9486",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0.1437125748502994,</a:t>
            </a:r>
          </a:p>
          <a:p>
            <a:r>
              <a:t>          "auc_prc": 0.1409411440279429,</a:t>
            </a:r>
          </a:p>
          <a:p>
            <a:r>
              <a:t>          "average_precision": 0.15200500757391877,</a:t>
            </a:r>
          </a:p>
          <a:p>
            <a:r>
              <a:t>          "balanced_accuracy": 0.5264900662251656,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16,</a:t>
            </a:r>
          </a:p>
          <a:p>
            <a:r>
              <a:t>              286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0,</a:t>
            </a:r>
          </a:p>
          <a:p>
            <a:r>
              <a:t>              32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0.18285714285714286,</a:t>
            </a:r>
          </a:p>
          <a:p>
            <a:r>
              <a:t>          "positive_count": 32,</a:t>
            </a:r>
          </a:p>
          <a:p>
            <a:r>
              <a:t>          "positive_rate": 0.09580838323353294,</a:t>
            </a:r>
          </a:p>
          <a:p>
            <a:r>
              <a:t>          "precision": 0.10062893081761007,</a:t>
            </a:r>
          </a:p>
          <a:p>
            <a:r>
              <a:t>          "recall": 1.0,</a:t>
            </a:r>
          </a:p>
          <a:p>
            <a:r>
              <a:t>          "roc_auc": 0.6385554635761589,</a:t>
            </a:r>
          </a:p>
          <a:p>
            <a:r>
              <a:t>          "row_count": 334,</a:t>
            </a:r>
          </a:p>
          <a:p>
            <a:r>
              <a:t>          "threshold": 0.22999999999999998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0.21621621621621623,</a:t>
            </a:r>
          </a:p>
          <a:p>
            <a:r>
              <a:t>          "auc_prc": 0.16090763681490827,</a:t>
            </a:r>
          </a:p>
          <a:p>
            <a:r>
              <a:t>          "average_precision": 0.16766495560190406,</a:t>
            </a:r>
          </a:p>
          <a:p>
            <a:r>
              <a:t>          "balanced_accuracy": 0.5199151382425404,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22,</a:t>
            </a:r>
          </a:p>
          <a:p>
            <a:r>
              <a:t>              259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2,</a:t>
            </a:r>
          </a:p>
          <a:p>
            <a:r>
              <a:t>              50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0.27700831024930744,</a:t>
            </a:r>
          </a:p>
          <a:p>
            <a:r>
              <a:t>          "positive_count": 52,</a:t>
            </a:r>
          </a:p>
          <a:p>
            <a:r>
              <a:t>          "positive_rate": 0.15615615615615616,</a:t>
            </a:r>
          </a:p>
          <a:p>
            <a:r>
              <a:t>          "precision": 0.16181229773462782,</a:t>
            </a:r>
          </a:p>
          <a:p>
            <a:r>
              <a:t>          "recall": 0.9615384615384616,</a:t>
            </a:r>
          </a:p>
          <a:p>
            <a:r>
              <a:t>          "roc_auc": 0.4991787571858746,</a:t>
            </a:r>
          </a:p>
          <a:p>
            <a:r>
              <a:t>          "row_count": 333,</a:t>
            </a:r>
          </a:p>
          <a:p>
            <a:r>
              <a:t>          "threshold": 0.22999999999999998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"Tasks/task-summaries/validate-refactored-model-per-dataset-20260927-134055/artifacts/cluster-run/inteldaos/results/model/words_5/XGboost/baseline/metrics.json",</a:t>
            </a:r>
          </a:p>
          <a:p>
            <a:r>
              <a:t>      "blob_sha1": "d599aec72aa099f25ab617b2613f9ac48b4d0faf",</a:t>
            </a:r>
          </a:p>
          <a:p>
            <a:r>
              <a:t>      "sha256": "c646efd14e26bebb6e94f3b37a70a5a90c48c2b877f91affe074aa424ed70d18",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0.6347305389221557,</a:t>
            </a:r>
          </a:p>
          <a:p>
            <a:r>
              <a:t>          "auc_prc": 0.15016806535005314,</a:t>
            </a:r>
          </a:p>
          <a:p>
            <a:r>
              <a:t>          "average_precision": 0.16588169254737842,</a:t>
            </a:r>
          </a:p>
          <a:p>
            <a:r>
              <a:t>          "balanced_accuracy": 0.6024420529801324,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194,</a:t>
            </a:r>
          </a:p>
          <a:p>
            <a:r>
              <a:t>              108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14,</a:t>
            </a:r>
          </a:p>
          <a:p>
            <a:r>
              <a:t>              18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0.22784810126582278,</a:t>
            </a:r>
          </a:p>
          <a:p>
            <a:r>
              <a:t>          "positive_count": 32,</a:t>
            </a:r>
          </a:p>
          <a:p>
            <a:r>
              <a:t>          "positive_rate": 0.09580838323353294,</a:t>
            </a:r>
          </a:p>
          <a:p>
            <a:r>
              <a:t>          "precision": 0.14285714285714285,</a:t>
            </a:r>
          </a:p>
          <a:p>
            <a:r>
              <a:t>          "recall": 0.5625,</a:t>
            </a:r>
          </a:p>
          <a:p>
            <a:r>
              <a:t>          "roc_auc": 0.6580091059602649,</a:t>
            </a:r>
          </a:p>
          <a:p>
            <a:r>
              <a:t>          "row_count": 334,</a:t>
            </a:r>
          </a:p>
          <a:p>
            <a:r>
              <a:t>          "threshold": 0.27999999999999997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0.6066066066066066,</a:t>
            </a:r>
          </a:p>
          <a:p>
            <a:r>
              <a:t>          "auc_prc": 0.2013937877584027,</a:t>
            </a:r>
          </a:p>
          <a:p>
            <a:r>
              <a:t>          "average_precision": 0.20882157844968305,</a:t>
            </a:r>
          </a:p>
          <a:p>
            <a:r>
              <a:t>          "balanced_accuracy": 0.6336914864494936,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167,</a:t>
            </a:r>
          </a:p>
          <a:p>
            <a:r>
              <a:t>              114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17,</a:t>
            </a:r>
          </a:p>
          <a:p>
            <a:r>
              <a:t>              35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0.3482587064676617,</a:t>
            </a:r>
          </a:p>
          <a:p>
            <a:r>
              <a:t>          "positive_count": 52,</a:t>
            </a:r>
          </a:p>
          <a:p>
            <a:r>
              <a:t>          "positive_rate": 0.15615615615615616,</a:t>
            </a:r>
          </a:p>
          <a:p>
            <a:r>
              <a:t>          "precision": 0.2348993288590604,</a:t>
            </a:r>
          </a:p>
          <a:p>
            <a:r>
              <a:t>          "recall": 0.6730769230769231,</a:t>
            </a:r>
          </a:p>
          <a:p>
            <a:r>
              <a:t>          "roc_auc": 0.6143238434163701,</a:t>
            </a:r>
          </a:p>
          <a:p>
            <a:r>
              <a:t>          "row_count": 333,</a:t>
            </a:r>
          </a:p>
          <a:p>
            <a:r>
              <a:t>          "threshold": 0.27999999999999997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"Tasks/task-summaries/validate-refactored-model-per-dataset-20260927-134055/artifacts/cluster-run/inteldaos/results/model/words_5/XGboost/refactored/metrics.json",</a:t>
            </a:r>
          </a:p>
          <a:p>
            <a:r>
              <a:t>      "blob_sha1": "c10bda1bcad31ab260fc9265d85c8c8a4464a23f",</a:t>
            </a:r>
          </a:p>
          <a:p>
            <a:r>
              <a:t>      "sha256": "4d2a2fd9293d5a3ad0607ff0a7dd047360a48e80f6782c4b09efd4d9dd8bbca4",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0.1377245508982036,</a:t>
            </a:r>
          </a:p>
          <a:p>
            <a:r>
              <a:t>          "auc_prc": 0.08789647988402041,</a:t>
            </a:r>
          </a:p>
          <a:p>
            <a:r>
              <a:t>          "average_precision": 0.09340930994697588,</a:t>
            </a:r>
          </a:p>
          <a:p>
            <a:r>
              <a:t>          "balanced_accuracy": 0.4533319536423841,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19,</a:t>
            </a:r>
          </a:p>
          <a:p>
            <a:r>
              <a:t>              283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5,</a:t>
            </a:r>
          </a:p>
          <a:p>
            <a:r>
              <a:t>              27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0.15789473684210525,</a:t>
            </a:r>
          </a:p>
          <a:p>
            <a:r>
              <a:t>          "positive_count": 32,</a:t>
            </a:r>
          </a:p>
          <a:p>
            <a:r>
              <a:t>          "positive_rate": 0.09580838323353294,</a:t>
            </a:r>
          </a:p>
          <a:p>
            <a:r>
              <a:t>          "precision": 0.08709677419354839,</a:t>
            </a:r>
          </a:p>
          <a:p>
            <a:r>
              <a:t>          "recall": 0.84375,</a:t>
            </a:r>
          </a:p>
          <a:p>
            <a:r>
              <a:t>          "roc_auc": 0.45736754966887416,</a:t>
            </a:r>
          </a:p>
          <a:p>
            <a:r>
              <a:t>          "row_count": 334,</a:t>
            </a:r>
          </a:p>
          <a:p>
            <a:r>
              <a:t>          "threshold": 0.22999999999999998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0.22822822822822822,</a:t>
            </a:r>
          </a:p>
          <a:p>
            <a:r>
              <a:t>          "auc_prc": 0.13852449707323244,</a:t>
            </a:r>
          </a:p>
          <a:p>
            <a:r>
              <a:t>          "average_precision": 0.1430020277073029,</a:t>
            </a:r>
          </a:p>
          <a:p>
            <a:r>
              <a:t>          "balanced_accuracy": 0.5348686011497399,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25,</a:t>
            </a:r>
          </a:p>
          <a:p>
            <a:r>
              <a:t>              256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1,</a:t>
            </a:r>
          </a:p>
          <a:p>
            <a:r>
              <a:t>              51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0.2841225626740947,</a:t>
            </a:r>
          </a:p>
          <a:p>
            <a:r>
              <a:t>          "positive_count": 52,</a:t>
            </a:r>
          </a:p>
          <a:p>
            <a:r>
              <a:t>          "positive_rate": 0.15615615615615616,</a:t>
            </a:r>
          </a:p>
          <a:p>
            <a:r>
              <a:t>          "precision": 0.16612377850162866,</a:t>
            </a:r>
          </a:p>
          <a:p>
            <a:r>
              <a:t>          "recall": 0.9807692307692307,</a:t>
            </a:r>
          </a:p>
          <a:p>
            <a:r>
              <a:t>          "roc_auc": 0.4596564467560909,</a:t>
            </a:r>
          </a:p>
          <a:p>
            <a:r>
              <a:t>          "row_count": 333,</a:t>
            </a:r>
          </a:p>
          <a:p>
            <a:r>
              <a:t>          "threshold": 0.22999999999999998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"Tasks/task-summaries/validate-refactored-model-per-dataset-20260927-134055/artifacts/cluster-run/inteldaos/results/model/words_5/NN/baseline/metrics.json",</a:t>
            </a:r>
          </a:p>
          <a:p>
            <a:r>
              <a:t>      "blob_sha1": "12fafc5f8a54418707182fb2615bdd4c23b2eaba",</a:t>
            </a:r>
          </a:p>
          <a:p>
            <a:r>
              <a:t>      "sha256": "f7201359ae1fea63ad92a8bf3bfc1dbcef5405a319a76e9f28d4319bc0977c0c",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0.5838323353293413,</a:t>
            </a:r>
          </a:p>
          <a:p>
            <a:r>
              <a:t>          "auc_prc": 0.20723646580065866,</a:t>
            </a:r>
          </a:p>
          <a:p>
            <a:r>
              <a:t>          "average_precision": 0.22304187913497261,</a:t>
            </a:r>
          </a:p>
          <a:p>
            <a:r>
              <a:t>          "balanced_accuracy": 0.6441432119205298,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172,</a:t>
            </a:r>
          </a:p>
          <a:p>
            <a:r>
              <a:t>              130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9,</a:t>
            </a:r>
          </a:p>
          <a:p>
            <a:r>
              <a:t>              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0.24864864864864863,</a:t>
            </a:r>
          </a:p>
          <a:p>
            <a:r>
              <a:t>          "positive_count": 32,</a:t>
            </a:r>
          </a:p>
          <a:p>
            <a:r>
              <a:t>          "positive_rate": 0.09580838323353294,</a:t>
            </a:r>
          </a:p>
          <a:p>
            <a:r>
              <a:t>          "precision": 0.1503267973856209,</a:t>
            </a:r>
          </a:p>
          <a:p>
            <a:r>
              <a:t>          "recall": 0.71875,</a:t>
            </a:r>
          </a:p>
          <a:p>
            <a:r>
              <a:t>          "roc_auc": 0.691328642384106,</a:t>
            </a:r>
          </a:p>
          <a:p>
            <a:r>
              <a:t>          "row_count": 334,</a:t>
            </a:r>
          </a:p>
          <a:p>
            <a:r>
              <a:t>          "threshold": 0.36999999999999994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0.5285285285285285,</a:t>
            </a:r>
          </a:p>
          <a:p>
            <a:r>
              <a:t>          "auc_prc": 0.1531670657478929,</a:t>
            </a:r>
          </a:p>
          <a:p>
            <a:r>
              <a:t>          "average_precision": 0.15960989991796806,</a:t>
            </a:r>
          </a:p>
          <a:p>
            <a:r>
              <a:t>          "balanced_accuracy": 0.48555981385162883,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154,</a:t>
            </a:r>
          </a:p>
          <a:p>
            <a:r>
              <a:t>              127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30,</a:t>
            </a:r>
          </a:p>
          <a:p>
            <a:r>
              <a:t>              22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0.2189054726368159,</a:t>
            </a:r>
          </a:p>
          <a:p>
            <a:r>
              <a:t>          "positive_count": 52,</a:t>
            </a:r>
          </a:p>
          <a:p>
            <a:r>
              <a:t>          "positive_rate": 0.15615615615615616,</a:t>
            </a:r>
          </a:p>
          <a:p>
            <a:r>
              <a:t>          "precision": 0.1476510067114094,</a:t>
            </a:r>
          </a:p>
          <a:p>
            <a:r>
              <a:t>          "recall": 0.4230769230769231,</a:t>
            </a:r>
          </a:p>
          <a:p>
            <a:r>
              <a:t>          "roc_auc": 0.42389816589104845,</a:t>
            </a:r>
          </a:p>
          <a:p>
            <a:r>
              <a:t>          "row_count": 333,</a:t>
            </a:r>
          </a:p>
          <a:p>
            <a:r>
              <a:t>          "threshold": 0.36999999999999994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"Tasks/task-summaries/validate-refactored-model-per-dataset-20260927-134055/artifacts/cluster-run/inteldaos/results/model/words_5/NN/refactored/metrics.json",</a:t>
            </a:r>
          </a:p>
          <a:p>
            <a:r>
              <a:t>      "blob_sha1": "023cfba4edfaf181c56fbad33ec968dd69fa52ec",</a:t>
            </a:r>
          </a:p>
          <a:p>
            <a:r>
              <a:t>      "sha256": "03e6cb7a8b048372a30718ded5903f35b55346130cfc9320943088775ea9a6b9",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0.6976047904191617,</a:t>
            </a:r>
          </a:p>
          <a:p>
            <a:r>
              <a:t>          "auc_prc": 0.3208883949720782,</a:t>
            </a:r>
          </a:p>
          <a:p>
            <a:r>
              <a:t>          "average_precision": 0.3320779015859781,</a:t>
            </a:r>
          </a:p>
          <a:p>
            <a:r>
              <a:t>          "balanced_accuracy": 0.6930877483443709,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211,</a:t>
            </a:r>
          </a:p>
          <a:p>
            <a:r>
              <a:t>              91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10,</a:t>
            </a:r>
          </a:p>
          <a:p>
            <a:r>
              <a:t>              22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0.30344827586206896,</a:t>
            </a:r>
          </a:p>
          <a:p>
            <a:r>
              <a:t>          "positive_count": 32,</a:t>
            </a:r>
          </a:p>
          <a:p>
            <a:r>
              <a:t>          "positive_rate": 0.09580838323353294,</a:t>
            </a:r>
          </a:p>
          <a:p>
            <a:r>
              <a:t>          "precision": 0.19469026548672566,</a:t>
            </a:r>
          </a:p>
          <a:p>
            <a:r>
              <a:t>          "recall": 0.6875,</a:t>
            </a:r>
          </a:p>
          <a:p>
            <a:r>
              <a:t>          "roc_auc": 0.7134726821192053,</a:t>
            </a:r>
          </a:p>
          <a:p>
            <a:r>
              <a:t>          "row_count": 334,</a:t>
            </a:r>
          </a:p>
          <a:p>
            <a:r>
              <a:t>          "threshold": 0.63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0.6366366366366366,</a:t>
            </a:r>
          </a:p>
          <a:p>
            <a:r>
              <a:t>          "auc_prc": 0.16079741831604244,</a:t>
            </a:r>
          </a:p>
          <a:p>
            <a:r>
              <a:t>          "average_precision": 0.1681689570128422,</a:t>
            </a:r>
          </a:p>
          <a:p>
            <a:r>
              <a:t>          "balanced_accuracy": 0.5339447029838489,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192,</a:t>
            </a:r>
          </a:p>
          <a:p>
            <a:r>
              <a:t>              89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32,</a:t>
            </a:r>
          </a:p>
          <a:p>
            <a:r>
              <a:t>              20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0.24844720496894412,</a:t>
            </a:r>
          </a:p>
          <a:p>
            <a:r>
              <a:t>          "positive_count": 52,</a:t>
            </a:r>
          </a:p>
          <a:p>
            <a:r>
              <a:t>          "positive_rate": 0.15615615615615616,</a:t>
            </a:r>
          </a:p>
          <a:p>
            <a:r>
              <a:t>          "precision": 0.1834862385321101,</a:t>
            </a:r>
          </a:p>
          <a:p>
            <a:r>
              <a:t>          "recall": 0.38461538461538464,</a:t>
            </a:r>
          </a:p>
          <a:p>
            <a:r>
              <a:t>          "roc_auc": 0.4514098001642486,</a:t>
            </a:r>
          </a:p>
          <a:p>
            <a:r>
              <a:t>          "row_count": 333,</a:t>
            </a:r>
          </a:p>
          <a:p>
            <a:r>
              <a:t>          "threshold": 0.63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"Tasks/task-summaries/validate-refactored-model-per-dataset-20260927-134055/artifacts/cluster-run/inteldaos/results/model/words_10/RF/baseline/metrics.json",</a:t>
            </a:r>
          </a:p>
          <a:p>
            <a:r>
              <a:t>      "blob_sha1": "9b93a9e3cfa0a1b891328e09e905d11ce00717db",</a:t>
            </a:r>
          </a:p>
          <a:p>
            <a:r>
              <a:t>      "sha256": "5dc7bfb79507c68e59c853dd1b1adb737c3e9c0f5d546f195076bd4f549a1666",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0.25449101796407186,</a:t>
            </a:r>
          </a:p>
          <a:p>
            <a:r>
              <a:t>          "auc_prc": 0.14954864229838702,</a:t>
            </a:r>
          </a:p>
          <a:p>
            <a:r>
              <a:t>          "average_precision": 0.1594648514470362,</a:t>
            </a:r>
          </a:p>
          <a:p>
            <a:r>
              <a:t>          "balanced_accuracy": 0.5605992085924251,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58,</a:t>
            </a:r>
          </a:p>
          <a:p>
            <a:r>
              <a:t>              247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2,</a:t>
            </a:r>
          </a:p>
          <a:p>
            <a:r>
              <a:t>              27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0.1782178217821782,</a:t>
            </a:r>
          </a:p>
          <a:p>
            <a:r>
              <a:t>          "positive_count": 29,</a:t>
            </a:r>
          </a:p>
          <a:p>
            <a:r>
              <a:t>          "positive_rate": 0.08682634730538923,</a:t>
            </a:r>
          </a:p>
          <a:p>
            <a:r>
              <a:t>          "precision": 0.09854014598540146,</a:t>
            </a:r>
          </a:p>
          <a:p>
            <a:r>
              <a:t>          "recall": 0.9310344827586207,</a:t>
            </a:r>
          </a:p>
          <a:p>
            <a:r>
              <a:t>          "roc_auc": 0.7037874505370265,</a:t>
            </a:r>
          </a:p>
          <a:p>
            <a:r>
              <a:t>          "row_count": 334,</a:t>
            </a:r>
          </a:p>
          <a:p>
            <a:r>
              <a:t>          "threshold": 0.12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0.2882882882882883,</a:t>
            </a:r>
          </a:p>
          <a:p>
            <a:r>
              <a:t>          "auc_prc": 0.1275359387089421,</a:t>
            </a:r>
          </a:p>
          <a:p>
            <a:r>
              <a:t>          "average_precision": 0.13522165126725572,</a:t>
            </a:r>
          </a:p>
          <a:p>
            <a:r>
              <a:t>          "balanced_accuracy": 0.5214776632302406,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61,</a:t>
            </a:r>
          </a:p>
          <a:p>
            <a:r>
              <a:t>              230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7,</a:t>
            </a:r>
          </a:p>
          <a:p>
            <a:r>
              <a:t>              35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0.22801302931596093,</a:t>
            </a:r>
          </a:p>
          <a:p>
            <a:r>
              <a:t>          "positive_count": 42,</a:t>
            </a:r>
          </a:p>
          <a:p>
            <a:r>
              <a:t>          "positive_rate": 0.12612612612612611,</a:t>
            </a:r>
          </a:p>
          <a:p>
            <a:r>
              <a:t>          "precision": 0.1320754716981132,</a:t>
            </a:r>
          </a:p>
          <a:p>
            <a:r>
              <a:t>          "recall": 0.8333333333333334,</a:t>
            </a:r>
          </a:p>
          <a:p>
            <a:r>
              <a:t>          "roc_auc": 0.5080183276059564,</a:t>
            </a:r>
          </a:p>
          <a:p>
            <a:r>
              <a:t>          "row_count": 333,</a:t>
            </a:r>
          </a:p>
          <a:p>
            <a:r>
              <a:t>          "threshold": 0.12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"Tasks/task-summaries/validate-refactored-model-per-dataset-20260927-134055/artifacts/cluster-run/inteldaos/results/model/words_10/RF/refactored/metrics.json",</a:t>
            </a:r>
          </a:p>
          <a:p>
            <a:r>
              <a:t>      "blob_sha1": "0ccb69e19dc4601a1ce0b1d22c0c9541db871c03",</a:t>
            </a:r>
          </a:p>
          <a:p>
            <a:r>
              <a:t>      "sha256": "581c78c25e4441119e5a7a8bdd0f5cb76003154160c5924d07ba34b81c9e9b89",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0.26047904191616766,</a:t>
            </a:r>
          </a:p>
          <a:p>
            <a:r>
              <a:t>          "auc_prc": 0.1410068080598237,</a:t>
            </a:r>
          </a:p>
          <a:p>
            <a:r>
              <a:t>          "average_precision": 0.15373049887499568,</a:t>
            </a:r>
          </a:p>
          <a:p>
            <a:r>
              <a:t>          "balanced_accuracy": 0.5638778971170153,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60,</a:t>
            </a:r>
          </a:p>
          <a:p>
            <a:r>
              <a:t>              245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2,</a:t>
            </a:r>
          </a:p>
          <a:p>
            <a:r>
              <a:t>              27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0.17940199335548174,</a:t>
            </a:r>
          </a:p>
          <a:p>
            <a:r>
              <a:t>          "positive_count": 29,</a:t>
            </a:r>
          </a:p>
          <a:p>
            <a:r>
              <a:t>          "positive_rate": 0.08682634730538923,</a:t>
            </a:r>
          </a:p>
          <a:p>
            <a:r>
              <a:t>          "precision": 0.09926470588235294,</a:t>
            </a:r>
          </a:p>
          <a:p>
            <a:r>
              <a:t>          "recall": 0.9310344827586207,</a:t>
            </a:r>
          </a:p>
          <a:p>
            <a:r>
              <a:t>          "roc_auc": 0.6459016393442623,</a:t>
            </a:r>
          </a:p>
          <a:p>
            <a:r>
              <a:t>          "row_count": 334,</a:t>
            </a:r>
          </a:p>
          <a:p>
            <a:r>
              <a:t>          "threshold": 0.29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0.2912912912912913,</a:t>
            </a:r>
          </a:p>
          <a:p>
            <a:r>
              <a:t>          "auc_prc": 0.11511453529872043,</a:t>
            </a:r>
          </a:p>
          <a:p>
            <a:r>
              <a:t>          "average_precision": 0.12288535254327884,</a:t>
            </a:r>
          </a:p>
          <a:p>
            <a:r>
              <a:t>          "balanced_accuracy": 0.5435689739813451,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60,</a:t>
            </a:r>
          </a:p>
          <a:p>
            <a:r>
              <a:t>              231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5,</a:t>
            </a:r>
          </a:p>
          <a:p>
            <a:r>
              <a:t>              37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0.23870967741935487,</a:t>
            </a:r>
          </a:p>
          <a:p>
            <a:r>
              <a:t>          "positive_count": 42,</a:t>
            </a:r>
          </a:p>
          <a:p>
            <a:r>
              <a:t>          "positive_rate": 0.12612612612612611,</a:t>
            </a:r>
          </a:p>
          <a:p>
            <a:r>
              <a:t>          "precision": 0.13805970149253732,</a:t>
            </a:r>
          </a:p>
          <a:p>
            <a:r>
              <a:t>          "recall": 0.8809523809523809,</a:t>
            </a:r>
          </a:p>
          <a:p>
            <a:r>
              <a:t>          "roc_auc": 0.4595810832924235,</a:t>
            </a:r>
          </a:p>
          <a:p>
            <a:r>
              <a:t>          "row_count": 333,</a:t>
            </a:r>
          </a:p>
          <a:p>
            <a:r>
              <a:t>          "threshold": 0.29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"Tasks/task-summaries/validate-refactored-model-per-dataset-20260927-134055/artifacts/cluster-run/inteldaos/results/model/words_10/XGboost/baseline/metrics.json",</a:t>
            </a:r>
          </a:p>
          <a:p>
            <a:r>
              <a:t>      "blob_sha1": "b40e70eee63bd1c9d5b50d48545b3140d74ed48a",</a:t>
            </a:r>
          </a:p>
          <a:p>
            <a:r>
              <a:t>      "sha256": "5bbcb5f787f332e00bb8949ea714f2bb4f641f93e776ceb72431c475a8d4e862",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0.6107784431137725,</a:t>
            </a:r>
          </a:p>
          <a:p>
            <a:r>
              <a:t>          "auc_prc": 0.2060907279754762,</a:t>
            </a:r>
          </a:p>
          <a:p>
            <a:r>
              <a:t>          "average_precision": 0.21563174885998476,</a:t>
            </a:r>
          </a:p>
          <a:p>
            <a:r>
              <a:t>          "balanced_accuracy": 0.6932730356133409,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181,</a:t>
            </a:r>
          </a:p>
          <a:p>
            <a:r>
              <a:t>              124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6,</a:t>
            </a:r>
          </a:p>
          <a:p>
            <a:r>
              <a:t>              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0.2613636363636364,</a:t>
            </a:r>
          </a:p>
          <a:p>
            <a:r>
              <a:t>          "positive_count": 29,</a:t>
            </a:r>
          </a:p>
          <a:p>
            <a:r>
              <a:t>          "positive_rate": 0.08682634730538923,</a:t>
            </a:r>
          </a:p>
          <a:p>
            <a:r>
              <a:t>          "precision": 0.1564625850340136,</a:t>
            </a:r>
          </a:p>
          <a:p>
            <a:r>
              <a:t>          "recall": 0.7931034482758621,</a:t>
            </a:r>
          </a:p>
          <a:p>
            <a:r>
              <a:t>          "roc_auc": 0.7213114754098361,</a:t>
            </a:r>
          </a:p>
          <a:p>
            <a:r>
              <a:t>          "row_count": 334,</a:t>
            </a:r>
          </a:p>
          <a:p>
            <a:r>
              <a:t>          "threshold": 0.14999999999999997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0.4924924924924925,</a:t>
            </a:r>
          </a:p>
          <a:p>
            <a:r>
              <a:t>          "auc_prc": 0.1403252124030216,</a:t>
            </a:r>
          </a:p>
          <a:p>
            <a:r>
              <a:t>          "average_precision": 0.1462103006137821,</a:t>
            </a:r>
          </a:p>
          <a:p>
            <a:r>
              <a:t>          "balanced_accuracy": 0.5670103092783505,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136,</a:t>
            </a:r>
          </a:p>
          <a:p>
            <a:r>
              <a:t>              155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14,</a:t>
            </a:r>
          </a:p>
          <a:p>
            <a:r>
              <a:t>              28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0.24888888888888885,</a:t>
            </a:r>
          </a:p>
          <a:p>
            <a:r>
              <a:t>          "positive_count": 42,</a:t>
            </a:r>
          </a:p>
          <a:p>
            <a:r>
              <a:t>          "positive_rate": 0.12612612612612611,</a:t>
            </a:r>
          </a:p>
          <a:p>
            <a:r>
              <a:t>          "precision": 0.15300546448087432,</a:t>
            </a:r>
          </a:p>
          <a:p>
            <a:r>
              <a:t>          "recall": 0.6666666666666666,</a:t>
            </a:r>
          </a:p>
          <a:p>
            <a:r>
              <a:t>          "roc_auc": 0.5404189167075765,</a:t>
            </a:r>
          </a:p>
          <a:p>
            <a:r>
              <a:t>          "row_count": 333,</a:t>
            </a:r>
          </a:p>
          <a:p>
            <a:r>
              <a:t>          "threshold": 0.14999999999999997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"Tasks/task-summaries/validate-refactored-model-per-dataset-20260927-134055/artifacts/cluster-run/inteldaos/results/model/words_10/XGboost/refactored/metrics.json",</a:t>
            </a:r>
          </a:p>
          <a:p>
            <a:r>
              <a:t>      "blob_sha1": "551b0da75ff615ada59c8eeec1318285fe6ad065",</a:t>
            </a:r>
          </a:p>
          <a:p>
            <a:r>
              <a:t>      "sha256": "ba23bf3e962a4d74f6ba0940e6fa19dd1074e762fd8724d1d526444bacaaacff",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0.1377245508982036,</a:t>
            </a:r>
          </a:p>
          <a:p>
            <a:r>
              <a:t>          "auc_prc": 0.14625962125220218,</a:t>
            </a:r>
          </a:p>
          <a:p>
            <a:r>
              <a:t>          "average_precision": 0.16443959088349575,</a:t>
            </a:r>
          </a:p>
          <a:p>
            <a:r>
              <a:t>          "balanced_accuracy": 0.5122668174109667,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18,</a:t>
            </a:r>
          </a:p>
          <a:p>
            <a:r>
              <a:t>              287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1,</a:t>
            </a:r>
          </a:p>
          <a:p>
            <a:r>
              <a:t>              28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0.16279069767441862,</a:t>
            </a:r>
          </a:p>
          <a:p>
            <a:r>
              <a:t>          "positive_count": 29,</a:t>
            </a:r>
          </a:p>
          <a:p>
            <a:r>
              <a:t>          "positive_rate": 0.08682634730538923,</a:t>
            </a:r>
          </a:p>
          <a:p>
            <a:r>
              <a:t>          "precision": 0.08888888888888889,</a:t>
            </a:r>
          </a:p>
          <a:p>
            <a:r>
              <a:t>          "recall": 0.9655172413793104,</a:t>
            </a:r>
          </a:p>
          <a:p>
            <a:r>
              <a:t>          "roc_auc": 0.6456755228942905,</a:t>
            </a:r>
          </a:p>
          <a:p>
            <a:r>
              <a:t>          "row_count": 334,</a:t>
            </a:r>
          </a:p>
          <a:p>
            <a:r>
              <a:t>          "threshold": 0.09999999999999999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0.16816816816816818,</a:t>
            </a:r>
          </a:p>
          <a:p>
            <a:r>
              <a:t>          "auc_prc": 0.10127151481557033,</a:t>
            </a:r>
          </a:p>
          <a:p>
            <a:r>
              <a:t>          "average_precision": 0.1062358082268514,</a:t>
            </a:r>
          </a:p>
          <a:p>
            <a:r>
              <a:t>          "balanced_accuracy": 0.5138684339715267,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15,</a:t>
            </a:r>
          </a:p>
          <a:p>
            <a:r>
              <a:t>              276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1,</a:t>
            </a:r>
          </a:p>
          <a:p>
            <a:r>
              <a:t>              41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0.22841225626740946,</a:t>
            </a:r>
          </a:p>
          <a:p>
            <a:r>
              <a:t>          "positive_count": 42,</a:t>
            </a:r>
          </a:p>
          <a:p>
            <a:r>
              <a:t>          "positive_rate": 0.12612612612612611,</a:t>
            </a:r>
          </a:p>
          <a:p>
            <a:r>
              <a:t>          "precision": 0.12933753943217666,</a:t>
            </a:r>
          </a:p>
          <a:p>
            <a:r>
              <a:t>          "recall": 0.9761904761904762,</a:t>
            </a:r>
          </a:p>
          <a:p>
            <a:r>
              <a:t>          "roc_auc": 0.4107756504663721,</a:t>
            </a:r>
          </a:p>
          <a:p>
            <a:r>
              <a:t>          "row_count": 333,</a:t>
            </a:r>
          </a:p>
          <a:p>
            <a:r>
              <a:t>          "threshold": 0.09999999999999999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"Tasks/task-summaries/validate-refactored-model-per-dataset-20260927-134055/artifacts/cluster-run/inteldaos/results/model/words_10/NN/baseline/metrics.json",</a:t>
            </a:r>
          </a:p>
          <a:p>
            <a:r>
              <a:t>      "blob_sha1": "81191ba9e9e84b283781d8ca5a110f3de4fcf6b2",</a:t>
            </a:r>
          </a:p>
          <a:p>
            <a:r>
              <a:t>      "sha256": "b90e2e6eae1c194945131515a0d4d89b05928dde2974b5f54535c3d90cd1d418",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0.7964071856287425,</a:t>
            </a:r>
          </a:p>
          <a:p>
            <a:r>
              <a:t>          "auc_prc": 0.1292359150630127,</a:t>
            </a:r>
          </a:p>
          <a:p>
            <a:r>
              <a:t>          "average_precision": 0.14049988038526837,</a:t>
            </a:r>
          </a:p>
          <a:p>
            <a:r>
              <a:t>          "balanced_accuracy": 0.5608818541548898,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258,</a:t>
            </a:r>
          </a:p>
          <a:p>
            <a:r>
              <a:t>              47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21,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0.19047619047619047,</a:t>
            </a:r>
          </a:p>
          <a:p>
            <a:r>
              <a:t>          "positive_count": 29,</a:t>
            </a:r>
          </a:p>
          <a:p>
            <a:r>
              <a:t>          "positive_rate": 0.08682634730538923,</a:t>
            </a:r>
          </a:p>
          <a:p>
            <a:r>
              <a:t>          "precision": 0.14545454545454545,</a:t>
            </a:r>
          </a:p>
          <a:p>
            <a:r>
              <a:t>          "recall": 0.27586206896551724,</a:t>
            </a:r>
          </a:p>
          <a:p>
            <a:r>
              <a:t>          "roc_auc": 0.612888637648389,</a:t>
            </a:r>
          </a:p>
          <a:p>
            <a:r>
              <a:t>          "row_count": 334,</a:t>
            </a:r>
          </a:p>
          <a:p>
            <a:r>
              <a:t>          "threshold": 0.61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0.7087087087087087,</a:t>
            </a:r>
          </a:p>
          <a:p>
            <a:r>
              <a:t>          "auc_prc": 0.11111536519117104,</a:t>
            </a:r>
          </a:p>
          <a:p>
            <a:r>
              <a:t>          "average_precision": 0.1167179654201132,</a:t>
            </a:r>
          </a:p>
          <a:p>
            <a:r>
              <a:t>          "balanced_accuracy": 0.5175503190967109,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225,</a:t>
            </a:r>
          </a:p>
          <a:p>
            <a:r>
              <a:t>              66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31,</a:t>
            </a:r>
          </a:p>
          <a:p>
            <a:r>
              <a:t>              11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0.18487394957983194,</a:t>
            </a:r>
          </a:p>
          <a:p>
            <a:r>
              <a:t>          "positive_count": 42,</a:t>
            </a:r>
          </a:p>
          <a:p>
            <a:r>
              <a:t>          "positive_rate": 0.12612612612612611,</a:t>
            </a:r>
          </a:p>
          <a:p>
            <a:r>
              <a:t>          "precision": 0.14285714285714285,</a:t>
            </a:r>
          </a:p>
          <a:p>
            <a:r>
              <a:t>          "recall": 0.2619047619047619,</a:t>
            </a:r>
          </a:p>
          <a:p>
            <a:r>
              <a:t>          "roc_auc": 0.39829815087547044,</a:t>
            </a:r>
          </a:p>
          <a:p>
            <a:r>
              <a:t>          "row_count": 333,</a:t>
            </a:r>
          </a:p>
          <a:p>
            <a:r>
              <a:t>          "threshold": 0.61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"Tasks/task-summaries/validate-refactored-model-per-dataset-20260927-134055/artifacts/cluster-run/inteldaos/results/model/words_10/NN/refactored/metrics.json",</a:t>
            </a:r>
          </a:p>
          <a:p>
            <a:r>
              <a:t>      "blob_sha1": "0715fcaea375866bbfc58f7ced327db1601cf03b",</a:t>
            </a:r>
          </a:p>
          <a:p>
            <a:r>
              <a:t>      "sha256": "b868e34527f17119ce11f4abcca35cd6ad5df34644d51aaf1ec39675bacd9999",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0.7994011976047904,</a:t>
            </a:r>
          </a:p>
          <a:p>
            <a:r>
              <a:t>          "auc_prc": 0.10148657765577553,</a:t>
            </a:r>
          </a:p>
          <a:p>
            <a:r>
              <a:t>          "average_precision": 0.10875132189666747,</a:t>
            </a:r>
          </a:p>
          <a:p>
            <a:r>
              <a:t>          "balanced_accuracy": 0.5625211984171848,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259,</a:t>
            </a:r>
          </a:p>
          <a:p>
            <a:r>
              <a:t>              46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21,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0.19277108433734938,</a:t>
            </a:r>
          </a:p>
          <a:p>
            <a:r>
              <a:t>          "positive_count": 29,</a:t>
            </a:r>
          </a:p>
          <a:p>
            <a:r>
              <a:t>          "positive_rate": 0.08682634730538923,</a:t>
            </a:r>
          </a:p>
          <a:p>
            <a:r>
              <a:t>          "precision": 0.14814814814814814,</a:t>
            </a:r>
          </a:p>
          <a:p>
            <a:r>
              <a:t>          "recall": 0.27586206896551724,</a:t>
            </a:r>
          </a:p>
          <a:p>
            <a:r>
              <a:t>          "roc_auc": 0.5390616167326173,</a:t>
            </a:r>
          </a:p>
          <a:p>
            <a:r>
              <a:t>          "row_count": 334,</a:t>
            </a:r>
          </a:p>
          <a:p>
            <a:r>
              <a:t>          "threshold": 0.4799999999999999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0.7807807807807807,</a:t>
            </a:r>
          </a:p>
          <a:p>
            <a:r>
              <a:t>          "auc_prc": 0.10364170797295666,</a:t>
            </a:r>
          </a:p>
          <a:p>
            <a:r>
              <a:t>          "average_precision": 0.1081512605537147,</a:t>
            </a:r>
          </a:p>
          <a:p>
            <a:r>
              <a:t>          "balanced_accuracy": 0.48748159057437407,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256,</a:t>
            </a:r>
          </a:p>
          <a:p>
            <a:r>
              <a:t>              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38,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0.09876543209876541,</a:t>
            </a:r>
          </a:p>
          <a:p>
            <a:r>
              <a:t>          "positive_count": 42,</a:t>
            </a:r>
          </a:p>
          <a:p>
            <a:r>
              <a:t>          "positive_rate": 0.12612612612612611,</a:t>
            </a:r>
          </a:p>
          <a:p>
            <a:r>
              <a:t>          "precision": 0.10256410256410256,</a:t>
            </a:r>
          </a:p>
          <a:p>
            <a:r>
              <a:t>          "recall": 0.09523809523809523,</a:t>
            </a:r>
          </a:p>
          <a:p>
            <a:r>
              <a:t>          "roc_auc": 0.4036164293896253,</a:t>
            </a:r>
          </a:p>
          <a:p>
            <a:r>
              <a:t>          "row_count": 333,</a:t>
            </a:r>
          </a:p>
          <a:p>
            <a:r>
              <a:t>          "threshold": 0.4799999999999999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"Tasks/task-summaries/validate-refactored-model-per-dataset-20260927-134055/artifacts/cluster-run/inteldaos/results/model/words_15/RF/baseline/metrics.json",</a:t>
            </a:r>
          </a:p>
          <a:p>
            <a:r>
              <a:t>      "blob_sha1": "1365de0b6966d247e8702d403a2cf21f28134ae9",</a:t>
            </a:r>
          </a:p>
          <a:p>
            <a:r>
              <a:t>      "sha256": "558509228588fcb0ff97d281a7e047f155ab1a271012a2caf14c57584dd07901",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0.10778443113772455,</a:t>
            </a:r>
          </a:p>
          <a:p>
            <a:r>
              <a:t>          "auc_prc": 0.11231384903294374,</a:t>
            </a:r>
          </a:p>
          <a:p>
            <a:r>
              <a:t>          "average_precision": 0.12222850259343136,</a:t>
            </a:r>
          </a:p>
          <a:p>
            <a:r>
              <a:t>          "balanced_accuracy": 0.5001344086021505,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13,</a:t>
            </a:r>
          </a:p>
          <a:p>
            <a:r>
              <a:t>              297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1,</a:t>
            </a:r>
          </a:p>
          <a:p>
            <a:r>
              <a:t>              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0.13372093023255813,</a:t>
            </a:r>
          </a:p>
          <a:p>
            <a:r>
              <a:t>          "positive_count": 24,</a:t>
            </a:r>
          </a:p>
          <a:p>
            <a:r>
              <a:t>          "positive_rate": 0.0718562874251497,</a:t>
            </a:r>
          </a:p>
          <a:p>
            <a:r>
              <a:t>          "precision": 0.071875,</a:t>
            </a:r>
          </a:p>
          <a:p>
            <a:r>
              <a:t>          "recall": 0.9583333333333334,</a:t>
            </a:r>
          </a:p>
          <a:p>
            <a:r>
              <a:t>          "roc_auc": 0.6325268817204301,</a:t>
            </a:r>
          </a:p>
          <a:p>
            <a:r>
              <a:t>          "row_count": 334,</a:t>
            </a:r>
          </a:p>
          <a:p>
            <a:r>
              <a:t>          "threshold": 0.07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0.16216216216216217,</a:t>
            </a:r>
          </a:p>
          <a:p>
            <a:r>
              <a:t>          "auc_prc": 0.10788127840273495,</a:t>
            </a:r>
          </a:p>
          <a:p>
            <a:r>
              <a:t>          "average_precision": 0.11442166721071745,</a:t>
            </a:r>
          </a:p>
          <a:p>
            <a:r>
              <a:t>          "balanced_accuracy": 0.49272970561998214,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19,</a:t>
            </a:r>
          </a:p>
          <a:p>
            <a:r>
              <a:t>              276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3,</a:t>
            </a:r>
          </a:p>
          <a:p>
            <a:r>
              <a:t>              35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0.20057306590257878,</a:t>
            </a:r>
          </a:p>
          <a:p>
            <a:r>
              <a:t>          "positive_count": 38,</a:t>
            </a:r>
          </a:p>
          <a:p>
            <a:r>
              <a:t>          "positive_rate": 0.11411411411411411,</a:t>
            </a:r>
          </a:p>
          <a:p>
            <a:r>
              <a:t>          "precision": 0.11254019292604502,</a:t>
            </a:r>
          </a:p>
          <a:p>
            <a:r>
              <a:t>          "recall": 0.9210526315789473,</a:t>
            </a:r>
          </a:p>
          <a:p>
            <a:r>
              <a:t>          "roc_auc": 0.45205173951828725,</a:t>
            </a:r>
          </a:p>
          <a:p>
            <a:r>
              <a:t>          "row_count": 333,</a:t>
            </a:r>
          </a:p>
          <a:p>
            <a:r>
              <a:t>          "threshold": 0.07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"Tasks/task-summaries/validate-refactored-model-per-dataset-20260927-134055/artifacts/cluster-run/inteldaos/results/model/words_15/RF/refactored/metrics.json",</a:t>
            </a:r>
          </a:p>
          <a:p>
            <a:r>
              <a:t>      "blob_sha1": "66e3535c73043aebcca52d5804922a42ef75e5ba",</a:t>
            </a:r>
          </a:p>
          <a:p>
            <a:r>
              <a:t>      "sha256": "0bf696ca37d636ad6acedb1114c6a69b31563394f8100464d6de4ea389104512",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0.0748502994011976,</a:t>
            </a:r>
          </a:p>
          <a:p>
            <a:r>
              <a:t>          "auc_prc": 0.07755312406152674,</a:t>
            </a:r>
          </a:p>
          <a:p>
            <a:r>
              <a:t>          "average_precision": 0.08252386202718578,</a:t>
            </a:r>
          </a:p>
          <a:p>
            <a:r>
              <a:t>          "balanced_accuracy": 0.5016129032258064,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1,</a:t>
            </a:r>
          </a:p>
          <a:p>
            <a:r>
              <a:t>              309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0,</a:t>
            </a:r>
          </a:p>
          <a:p>
            <a:r>
              <a:t>              24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0.13445378151260504,</a:t>
            </a:r>
          </a:p>
          <a:p>
            <a:r>
              <a:t>          "positive_count": 24,</a:t>
            </a:r>
          </a:p>
          <a:p>
            <a:r>
              <a:t>          "positive_rate": 0.0718562874251497,</a:t>
            </a:r>
          </a:p>
          <a:p>
            <a:r>
              <a:t>          "precision": 0.07207207207207207,</a:t>
            </a:r>
          </a:p>
          <a:p>
            <a:r>
              <a:t>          "recall": 1.0,</a:t>
            </a:r>
          </a:p>
          <a:p>
            <a:r>
              <a:t>          "roc_auc": 0.5661290322580645,</a:t>
            </a:r>
          </a:p>
          <a:p>
            <a:r>
              <a:t>          "row_count": 334,</a:t>
            </a:r>
          </a:p>
          <a:p>
            <a:r>
              <a:t>          "threshold": 0.09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0.12312312312312312,</a:t>
            </a:r>
          </a:p>
          <a:p>
            <a:r>
              <a:t>          "auc_prc": 0.09474627594217755,</a:t>
            </a:r>
          </a:p>
          <a:p>
            <a:r>
              <a:t>          "average_precision": 0.10253700398401358,</a:t>
            </a:r>
          </a:p>
          <a:p>
            <a:r>
              <a:t>          "balanced_accuracy": 0.5050847457627119,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3,</a:t>
            </a:r>
          </a:p>
          <a:p>
            <a:r>
              <a:t>              292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0,</a:t>
            </a:r>
          </a:p>
          <a:p>
            <a:r>
              <a:t>              38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0.20652173913043478,</a:t>
            </a:r>
          </a:p>
          <a:p>
            <a:r>
              <a:t>          "positive_count": 38,</a:t>
            </a:r>
          </a:p>
          <a:p>
            <a:r>
              <a:t>          "positive_rate": 0.11411411411411411,</a:t>
            </a:r>
          </a:p>
          <a:p>
            <a:r>
              <a:t>          "precision": 0.11515151515151516,</a:t>
            </a:r>
          </a:p>
          <a:p>
            <a:r>
              <a:t>          "recall": 1.0,</a:t>
            </a:r>
          </a:p>
          <a:p>
            <a:r>
              <a:t>          "roc_auc": 0.41681534344335414,</a:t>
            </a:r>
          </a:p>
          <a:p>
            <a:r>
              <a:t>          "row_count": 333,</a:t>
            </a:r>
          </a:p>
          <a:p>
            <a:r>
              <a:t>          "threshold": 0.09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"Tasks/task-summaries/validate-refactored-model-per-dataset-20260927-134055/artifacts/cluster-run/inteldaos/results/model/words_15/XGboost/baseline/metrics.json",</a:t>
            </a:r>
          </a:p>
          <a:p>
            <a:r>
              <a:t>      "blob_sha1": "c56083fe2e7906e338034091749b3a09d7bdf849",</a:t>
            </a:r>
          </a:p>
          <a:p>
            <a:r>
              <a:t>      "sha256": "bebb01039ce4f6c6cae8d58dc7082e4a63ac6c4209e0a3f6b056b17f68c04901",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0.8323353293413174,</a:t>
            </a:r>
          </a:p>
          <a:p>
            <a:r>
              <a:t>          "auc_prc": 0.24364200589496596,</a:t>
            </a:r>
          </a:p>
          <a:p>
            <a:r>
              <a:t>          "average_precision": 0.2524883734368554,</a:t>
            </a:r>
          </a:p>
          <a:p>
            <a:r>
              <a:t>          "balanced_accuracy": 0.6021505376344086,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270,</a:t>
            </a:r>
          </a:p>
          <a:p>
            <a:r>
              <a:t>              40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16,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0.2222222222222222,</a:t>
            </a:r>
          </a:p>
          <a:p>
            <a:r>
              <a:t>          "positive_count": 24,</a:t>
            </a:r>
          </a:p>
          <a:p>
            <a:r>
              <a:t>          "positive_rate": 0.0718562874251497,</a:t>
            </a:r>
          </a:p>
          <a:p>
            <a:r>
              <a:t>          "precision": 0.16666666666666666,</a:t>
            </a:r>
          </a:p>
          <a:p>
            <a:r>
              <a:t>          "recall": 0.3333333333333333,</a:t>
            </a:r>
          </a:p>
          <a:p>
            <a:r>
              <a:t>          "roc_auc": 0.690994623655914,</a:t>
            </a:r>
          </a:p>
          <a:p>
            <a:r>
              <a:t>          "row_count": 334,</a:t>
            </a:r>
          </a:p>
          <a:p>
            <a:r>
              <a:t>          "threshold": 0.7499999999999999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0.7837837837837838,</a:t>
            </a:r>
          </a:p>
          <a:p>
            <a:r>
              <a:t>          "auc_prc": 0.11896043542941717,</a:t>
            </a:r>
          </a:p>
          <a:p>
            <a:r>
              <a:t>          "average_precision": 0.12507237987658784,</a:t>
            </a:r>
          </a:p>
          <a:p>
            <a:r>
              <a:t>          "balanced_accuracy": 0.5570026761819804,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251,</a:t>
            </a:r>
          </a:p>
          <a:p>
            <a:r>
              <a:t>              44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0.21739130434782608,</a:t>
            </a:r>
          </a:p>
          <a:p>
            <a:r>
              <a:t>          "positive_count": 38,</a:t>
            </a:r>
          </a:p>
          <a:p>
            <a:r>
              <a:t>          "positive_rate": 0.11411411411411411,</a:t>
            </a:r>
          </a:p>
          <a:p>
            <a:r>
              <a:t>          "precision": 0.18518518518518517,</a:t>
            </a:r>
          </a:p>
          <a:p>
            <a:r>
              <a:t>          "recall": 0.2631578947368421,</a:t>
            </a:r>
          </a:p>
          <a:p>
            <a:r>
              <a:t>          "roc_auc": 0.4840321141837645,</a:t>
            </a:r>
          </a:p>
          <a:p>
            <a:r>
              <a:t>          "row_count": 333,</a:t>
            </a:r>
          </a:p>
          <a:p>
            <a:r>
              <a:t>          "threshold": 0.7499999999999999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"Tasks/task-summaries/validate-refactored-model-per-dataset-20260927-134055/artifacts/cluster-run/inteldaos/results/model/words_15/XGboost/refactored/metrics.json",</a:t>
            </a:r>
          </a:p>
          <a:p>
            <a:r>
              <a:t>      "blob_sha1": "266c77640518edf62db9654c1721c2c2622904cd",</a:t>
            </a:r>
          </a:p>
          <a:p>
            <a:r>
              <a:t>      "sha256": "0301708c667e67eaa3be8c92eacf30f72e42598da672f62019ea75f13391c5e0",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0.17664670658682635,</a:t>
            </a:r>
          </a:p>
          <a:p>
            <a:r>
              <a:t>          "auc_prc": 0.09348340538411129,</a:t>
            </a:r>
          </a:p>
          <a:p>
            <a:r>
              <a:t>          "average_precision": 0.10733214425047873,</a:t>
            </a:r>
          </a:p>
          <a:p>
            <a:r>
              <a:t>          "balanced_accuracy": 0.5372311827956989,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36,</a:t>
            </a:r>
          </a:p>
          <a:p>
            <a:r>
              <a:t>              274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1,</a:t>
            </a:r>
          </a:p>
          <a:p>
            <a:r>
              <a:t>              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0.14330218068535822,</a:t>
            </a:r>
          </a:p>
          <a:p>
            <a:r>
              <a:t>          "positive_count": 24,</a:t>
            </a:r>
          </a:p>
          <a:p>
            <a:r>
              <a:t>          "positive_rate": 0.0718562874251497,</a:t>
            </a:r>
          </a:p>
          <a:p>
            <a:r>
              <a:t>          "precision": 0.07744107744107744,</a:t>
            </a:r>
          </a:p>
          <a:p>
            <a:r>
              <a:t>          "recall": 0.9583333333333334,</a:t>
            </a:r>
          </a:p>
          <a:p>
            <a:r>
              <a:t>          "roc_auc": 0.5471102150537634,</a:t>
            </a:r>
          </a:p>
          <a:p>
            <a:r>
              <a:t>          "row_count": 334,</a:t>
            </a:r>
          </a:p>
          <a:p>
            <a:r>
              <a:t>          "threshold": 0.05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0.18018018018018017,</a:t>
            </a:r>
          </a:p>
          <a:p>
            <a:r>
              <a:t>          "auc_prc": 0.07817952958321774,</a:t>
            </a:r>
          </a:p>
          <a:p>
            <a:r>
              <a:t>          "average_precision": 0.08104496683267769,</a:t>
            </a:r>
          </a:p>
          <a:p>
            <a:r>
              <a:t>          "balanced_accuracy": 0.41119536128456735,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33,</a:t>
            </a:r>
          </a:p>
          <a:p>
            <a:r>
              <a:t>              262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11,</a:t>
            </a:r>
          </a:p>
          <a:p>
            <a:r>
              <a:t>              27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0.1651376146788991,</a:t>
            </a:r>
          </a:p>
          <a:p>
            <a:r>
              <a:t>          "positive_count": 38,</a:t>
            </a:r>
          </a:p>
          <a:p>
            <a:r>
              <a:t>          "positive_rate": 0.11411411411411411,</a:t>
            </a:r>
          </a:p>
          <a:p>
            <a:r>
              <a:t>          "precision": 0.09342560553633218,</a:t>
            </a:r>
          </a:p>
          <a:p>
            <a:r>
              <a:t>          "recall": 0.7105263157894737,</a:t>
            </a:r>
          </a:p>
          <a:p>
            <a:r>
              <a:t>          "roc_auc": 0.32867975022301515,</a:t>
            </a:r>
          </a:p>
          <a:p>
            <a:r>
              <a:t>          "row_count": 333,</a:t>
            </a:r>
          </a:p>
          <a:p>
            <a:r>
              <a:t>          "threshold": 0.05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"Tasks/task-summaries/validate-refactored-model-per-dataset-20260927-134055/artifacts/cluster-run/inteldaos/results/model/words_15/NN/baseline/metrics.json",</a:t>
            </a:r>
          </a:p>
          <a:p>
            <a:r>
              <a:t>      "blob_sha1": "ce193995e3446e318c77b1c8525fdd7599af1a28",</a:t>
            </a:r>
          </a:p>
          <a:p>
            <a:r>
              <a:t>      "sha256": "1a54bef5041fe1897dd48bee4dade3a5f1f9900b6497f2ca579be1151bd42a4e",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0.8682634730538922,</a:t>
            </a:r>
          </a:p>
          <a:p>
            <a:r>
              <a:t>          "auc_prc": 0.12062603542661182,</a:t>
            </a:r>
          </a:p>
          <a:p>
            <a:r>
              <a:t>          "average_precision": 0.13910275702267774,</a:t>
            </a:r>
          </a:p>
          <a:p>
            <a:r>
              <a:t>          "balanced_accuracy": 0.5061827956989248,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288,</a:t>
            </a:r>
          </a:p>
          <a:p>
            <a:r>
              <a:t>              22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22,</a:t>
            </a:r>
          </a:p>
          <a:p>
            <a:r>
              <a:t>              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0.08333333333333333,</a:t>
            </a:r>
          </a:p>
          <a:p>
            <a:r>
              <a:t>          "positive_count": 24,</a:t>
            </a:r>
          </a:p>
          <a:p>
            <a:r>
              <a:t>          "positive_rate": 0.0718562874251497,</a:t>
            </a:r>
          </a:p>
          <a:p>
            <a:r>
              <a:t>          "precision": 0.08333333333333333,</a:t>
            </a:r>
          </a:p>
          <a:p>
            <a:r>
              <a:t>          "recall": 0.08333333333333333,</a:t>
            </a:r>
          </a:p>
          <a:p>
            <a:r>
              <a:t>          "roc_auc": 0.625,</a:t>
            </a:r>
          </a:p>
          <a:p>
            <a:r>
              <a:t>          "row_count": 334,</a:t>
            </a:r>
          </a:p>
          <a:p>
            <a:r>
              <a:t>          "threshold": 0.9099999999999999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0.8018018018018018,</a:t>
            </a:r>
          </a:p>
          <a:p>
            <a:r>
              <a:t>          "auc_prc": 0.10283158176772364,</a:t>
            </a:r>
          </a:p>
          <a:p>
            <a:r>
              <a:t>          "average_precision": 0.109175393064735,</a:t>
            </a:r>
          </a:p>
          <a:p>
            <a:r>
              <a:t>          "balanced_accuracy": 0.5327832292595897,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260,</a:t>
            </a:r>
          </a:p>
          <a:p>
            <a:r>
              <a:t>              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31,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0.175,</a:t>
            </a:r>
          </a:p>
          <a:p>
            <a:r>
              <a:t>          "positive_count": 38,</a:t>
            </a:r>
          </a:p>
          <a:p>
            <a:r>
              <a:t>          "positive_rate": 0.11411411411411411,</a:t>
            </a:r>
          </a:p>
          <a:p>
            <a:r>
              <a:t>          "precision": 0.16666666666666666,</a:t>
            </a:r>
          </a:p>
          <a:p>
            <a:r>
              <a:t>          "recall": 0.18421052631578946,</a:t>
            </a:r>
          </a:p>
          <a:p>
            <a:r>
              <a:t>          "roc_auc": 0.39964317573595004,</a:t>
            </a:r>
          </a:p>
          <a:p>
            <a:r>
              <a:t>          "row_count": 333,</a:t>
            </a:r>
          </a:p>
          <a:p>
            <a:r>
              <a:t>          "threshold": 0.9099999999999999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"Tasks/task-summaries/validate-refactored-model-per-dataset-20260927-134055/artifacts/cluster-run/inteldaos/results/model/words_15/NN/refactored/metrics.json",</a:t>
            </a:r>
          </a:p>
          <a:p>
            <a:r>
              <a:t>      "blob_sha1": "547d6846ea63eb6bdca0325a180244fc3188e563",</a:t>
            </a:r>
          </a:p>
          <a:p>
            <a:r>
              <a:t>      "sha256": "266d7118cefb015d01c3b83c286a80a3cc4c3e71e73c34b015309c7abab9e7f4",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0.7514970059880239,</a:t>
            </a:r>
          </a:p>
          <a:p>
            <a:r>
              <a:t>          "auc_prc": 0.17063303869575477,</a:t>
            </a:r>
          </a:p>
          <a:p>
            <a:r>
              <a:t>          "average_precision": 0.18061173105196043,</a:t>
            </a:r>
          </a:p>
          <a:p>
            <a:r>
              <a:t>          "balanced_accuracy": 0.616263440860215,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240,</a:t>
            </a:r>
          </a:p>
          <a:p>
            <a:r>
              <a:t>              70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13,</a:t>
            </a:r>
          </a:p>
          <a:p>
            <a:r>
              <a:t>              11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0.2095238095238095,</a:t>
            </a:r>
          </a:p>
          <a:p>
            <a:r>
              <a:t>          "positive_count": 24,</a:t>
            </a:r>
          </a:p>
          <a:p>
            <a:r>
              <a:t>          "positive_rate": 0.0718562874251497,</a:t>
            </a:r>
          </a:p>
          <a:p>
            <a:r>
              <a:t>          "precision": 0.13580246913580246,</a:t>
            </a:r>
          </a:p>
          <a:p>
            <a:r>
              <a:t>          "recall": 0.4583333333333333,</a:t>
            </a:r>
          </a:p>
          <a:p>
            <a:r>
              <a:t>          "roc_auc": 0.5649193548387097,</a:t>
            </a:r>
          </a:p>
          <a:p>
            <a:r>
              <a:t>          "row_count": 334,</a:t>
            </a:r>
          </a:p>
          <a:p>
            <a:r>
              <a:t>          "threshold": 0.13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0.6426426426426426,</a:t>
            </a:r>
          </a:p>
          <a:p>
            <a:r>
              <a:t>          "auc_prc": 0.08635264147808747,</a:t>
            </a:r>
          </a:p>
          <a:p>
            <a:r>
              <a:t>          "average_precision": 0.09056879428471867,</a:t>
            </a:r>
          </a:p>
          <a:p>
            <a:r>
              <a:t>          "balanced_accuracy": 0.465878679750223,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205,</a:t>
            </a:r>
          </a:p>
          <a:p>
            <a:r>
              <a:t>              90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29,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0.1313868613138686,</a:t>
            </a:r>
          </a:p>
          <a:p>
            <a:r>
              <a:t>          "positive_count": 38,</a:t>
            </a:r>
          </a:p>
          <a:p>
            <a:r>
              <a:t>          "positive_rate": 0.11411411411411411,</a:t>
            </a:r>
          </a:p>
          <a:p>
            <a:r>
              <a:t>          "precision": 0.09090909090909091,</a:t>
            </a:r>
          </a:p>
          <a:p>
            <a:r>
              <a:t>          "recall": 0.23684210526315788,</a:t>
            </a:r>
          </a:p>
          <a:p>
            <a:r>
              <a:t>          "roc_auc": 0.3529884032114184,</a:t>
            </a:r>
          </a:p>
          <a:p>
            <a:r>
              <a:t>          "row_count": 333,</a:t>
            </a:r>
          </a:p>
          <a:p>
            <a:r>
              <a:t>          "threshold": 0.13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"Tasks/task-summaries/validate-refactored-model-per-dataset-20260927-134055/artifacts/cluster-run/inteldaos/results/model/words_20/RF/baseline/metrics.json",</a:t>
            </a:r>
          </a:p>
          <a:p>
            <a:r>
              <a:t>      "blob_sha1": "7582dc95b7edd1c0b183e5cbdb1320d8b5499391",</a:t>
            </a:r>
          </a:p>
          <a:p>
            <a:r>
              <a:t>      "sha256": "708ba44db3835b32f740003820c69ee9e9255502c7af7095e164ded2eb40ed0e",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0.8293413173652695,</a:t>
            </a:r>
          </a:p>
          <a:p>
            <a:r>
              <a:t>          "auc_prc": 0.10267715858007523,</a:t>
            </a:r>
          </a:p>
          <a:p>
            <a:r>
              <a:t>          "average_precision": 0.12024835361654783,</a:t>
            </a:r>
          </a:p>
          <a:p>
            <a:r>
              <a:t>          "balanced_accuracy": 0.5284090909090909,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273,</a:t>
            </a:r>
          </a:p>
          <a:p>
            <a:r>
              <a:t>              39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0.12307692307692308,</a:t>
            </a:r>
          </a:p>
          <a:p>
            <a:r>
              <a:t>          "positive_count": 22,</a:t>
            </a:r>
          </a:p>
          <a:p>
            <a:r>
              <a:t>          "positive_rate": 0.0658682634730539,</a:t>
            </a:r>
          </a:p>
          <a:p>
            <a:r>
              <a:t>          "precision": 0.09302325581395349,</a:t>
            </a:r>
          </a:p>
          <a:p>
            <a:r>
              <a:t>          "recall": 0.18181818181818182,</a:t>
            </a:r>
          </a:p>
          <a:p>
            <a:r>
              <a:t>          "roc_auc": 0.6401515151515151,</a:t>
            </a:r>
          </a:p>
          <a:p>
            <a:r>
              <a:t>          "row_count": 334,</a:t>
            </a:r>
          </a:p>
          <a:p>
            <a:r>
              <a:t>          "threshold": 0.24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0.8168168168168168,</a:t>
            </a:r>
          </a:p>
          <a:p>
            <a:r>
              <a:t>          "auc_prc": 0.10197530076979065,</a:t>
            </a:r>
          </a:p>
          <a:p>
            <a:r>
              <a:t>          "average_precision": 0.10992895053578891,</a:t>
            </a:r>
          </a:p>
          <a:p>
            <a:r>
              <a:t>          "balanced_accuracy": 0.553960396039604,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265,</a:t>
            </a:r>
          </a:p>
          <a:p>
            <a:r>
              <a:t>              38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23,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0.18666666666666668,</a:t>
            </a:r>
          </a:p>
          <a:p>
            <a:r>
              <a:t>          "positive_count": 30,</a:t>
            </a:r>
          </a:p>
          <a:p>
            <a:r>
              <a:t>          "positive_rate": 0.09009009009009009,</a:t>
            </a:r>
          </a:p>
          <a:p>
            <a:r>
              <a:t>          "precision": 0.15555555555555556,</a:t>
            </a:r>
          </a:p>
          <a:p>
            <a:r>
              <a:t>          "recall": 0.23333333333333334,</a:t>
            </a:r>
          </a:p>
          <a:p>
            <a:r>
              <a:t>          "roc_auc": 0.5012651265126513,</a:t>
            </a:r>
          </a:p>
          <a:p>
            <a:r>
              <a:t>          "row_count": 333,</a:t>
            </a:r>
          </a:p>
          <a:p>
            <a:r>
              <a:t>          "threshold": 0.24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"Tasks/task-summaries/validate-refactored-model-per-dataset-20260927-134055/artifacts/cluster-run/inteldaos/results/model/words_20/RF/refactored/metrics.json",</a:t>
            </a:r>
          </a:p>
          <a:p>
            <a:r>
              <a:t>      "blob_sha1": "79d88cd58ef188a197f3884c26c90120c94659d3",</a:t>
            </a:r>
          </a:p>
          <a:p>
            <a:r>
              <a:t>      "sha256": "90857b521f0fc13e0f39777361c974c71ca70bd4d0452ad34ce01fcb6de55362",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0.39820359281437123,</a:t>
            </a:r>
          </a:p>
          <a:p>
            <a:r>
              <a:t>          "auc_prc": 0.08313306753351948,</a:t>
            </a:r>
          </a:p>
          <a:p>
            <a:r>
              <a:t>          "average_precision": 0.08998660754920397,</a:t>
            </a:r>
          </a:p>
          <a:p>
            <a:r>
              <a:t>          "balanced_accuracy": 0.6145104895104895,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114,</a:t>
            </a:r>
          </a:p>
          <a:p>
            <a:r>
              <a:t>              198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3,</a:t>
            </a:r>
          </a:p>
          <a:p>
            <a:r>
              <a:t>              19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0.1589958158995816,</a:t>
            </a:r>
          </a:p>
          <a:p>
            <a:r>
              <a:t>          "positive_count": 22,</a:t>
            </a:r>
          </a:p>
          <a:p>
            <a:r>
              <a:t>          "positive_rate": 0.0658682634730539,</a:t>
            </a:r>
          </a:p>
          <a:p>
            <a:r>
              <a:t>          "precision": 0.08755760368663594,</a:t>
            </a:r>
          </a:p>
          <a:p>
            <a:r>
              <a:t>          "recall": 0.8636363636363636,</a:t>
            </a:r>
          </a:p>
          <a:p>
            <a:r>
              <a:t>          "roc_auc": 0.5901806526806527,</a:t>
            </a:r>
          </a:p>
          <a:p>
            <a:r>
              <a:t>          "row_count": 334,</a:t>
            </a:r>
          </a:p>
          <a:p>
            <a:r>
              <a:t>          "threshold": 0.24999999999999994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0.4174174174174174,</a:t>
            </a:r>
          </a:p>
          <a:p>
            <a:r>
              <a:t>          "auc_prc": 0.07789038533897338,</a:t>
            </a:r>
          </a:p>
          <a:p>
            <a:r>
              <a:t>          "average_precision": 0.08207970526827826,</a:t>
            </a:r>
          </a:p>
          <a:p>
            <a:r>
              <a:t>          "balanced_accuracy": 0.5597359735973597,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117,</a:t>
            </a:r>
          </a:p>
          <a:p>
            <a:r>
              <a:t>              186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8,</a:t>
            </a:r>
          </a:p>
          <a:p>
            <a:r>
              <a:t>              22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0.18487394957983191,</a:t>
            </a:r>
          </a:p>
          <a:p>
            <a:r>
              <a:t>          "positive_count": 30,</a:t>
            </a:r>
          </a:p>
          <a:p>
            <a:r>
              <a:t>          "positive_rate": 0.09009009009009009,</a:t>
            </a:r>
          </a:p>
          <a:p>
            <a:r>
              <a:t>          "precision": 0.10576923076923077,</a:t>
            </a:r>
          </a:p>
          <a:p>
            <a:r>
              <a:t>          "recall": 0.7333333333333333,</a:t>
            </a:r>
          </a:p>
          <a:p>
            <a:r>
              <a:t>          "roc_auc": 0.4564906490649065,</a:t>
            </a:r>
          </a:p>
          <a:p>
            <a:r>
              <a:t>          "row_count": 333,</a:t>
            </a:r>
          </a:p>
          <a:p>
            <a:r>
              <a:t>          "threshold": 0.24999999999999994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"Tasks/task-summaries/validate-refactored-model-per-dataset-20260927-134055/artifacts/cluster-run/inteldaos/results/model/words_20/XGboost/baseline/metrics.json",</a:t>
            </a:r>
          </a:p>
          <a:p>
            <a:r>
              <a:t>      "blob_sha1": "2e6688a70789554aab9930c43ed91fb8c7bab70a",</a:t>
            </a:r>
          </a:p>
          <a:p>
            <a:r>
              <a:t>      "sha256": "781dd67aa8af284c907c312ca170c80a913386ef194153ef53e729d22d74c3f9",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0.39221556886227543,</a:t>
            </a:r>
          </a:p>
          <a:p>
            <a:r>
              <a:t>          "auc_prc": 0.14383687240703827,</a:t>
            </a:r>
          </a:p>
          <a:p>
            <a:r>
              <a:t>          "average_precision": 0.16674232970151925,</a:t>
            </a:r>
          </a:p>
          <a:p>
            <a:r>
              <a:t>          "balanced_accuracy": 0.5479312354312355,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115,</a:t>
            </a:r>
          </a:p>
          <a:p>
            <a:r>
              <a:t>              197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6,</a:t>
            </a:r>
          </a:p>
          <a:p>
            <a:r>
              <a:t>              16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0.13617021276595745,</a:t>
            </a:r>
          </a:p>
          <a:p>
            <a:r>
              <a:t>          "positive_count": 22,</a:t>
            </a:r>
          </a:p>
          <a:p>
            <a:r>
              <a:t>          "positive_rate": 0.0658682634730539,</a:t>
            </a:r>
          </a:p>
          <a:p>
            <a:r>
              <a:t>          "precision": 0.07511737089201878,</a:t>
            </a:r>
          </a:p>
          <a:p>
            <a:r>
              <a:t>          "recall": 0.7272727272727273,</a:t>
            </a:r>
          </a:p>
          <a:p>
            <a:r>
              <a:t>          "roc_auc": 0.664918414918415,</a:t>
            </a:r>
          </a:p>
          <a:p>
            <a:r>
              <a:t>          "row_count": 334,</a:t>
            </a:r>
          </a:p>
          <a:p>
            <a:r>
              <a:t>          "threshold": 0.06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0.42342342342342343,</a:t>
            </a:r>
          </a:p>
          <a:p>
            <a:r>
              <a:t>          "auc_prc": 0.09684563339193936,</a:t>
            </a:r>
          </a:p>
          <a:p>
            <a:r>
              <a:t>          "average_precision": 0.10643066633232517,</a:t>
            </a:r>
          </a:p>
          <a:p>
            <a:r>
              <a:t>          "balanced_accuracy": 0.517986798679868,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122,</a:t>
            </a:r>
          </a:p>
          <a:p>
            <a:r>
              <a:t>              181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11,</a:t>
            </a:r>
          </a:p>
          <a:p>
            <a:r>
              <a:t>              19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0.16521739130434784,</a:t>
            </a:r>
          </a:p>
          <a:p>
            <a:r>
              <a:t>          "positive_count": 30,</a:t>
            </a:r>
          </a:p>
          <a:p>
            <a:r>
              <a:t>          "positive_rate": 0.09009009009009009,</a:t>
            </a:r>
          </a:p>
          <a:p>
            <a:r>
              <a:t>          "precision": 0.095,</a:t>
            </a:r>
          </a:p>
          <a:p>
            <a:r>
              <a:t>          "recall": 0.6333333333333333,</a:t>
            </a:r>
          </a:p>
          <a:p>
            <a:r>
              <a:t>          "roc_auc": 0.49587458745874585,</a:t>
            </a:r>
          </a:p>
          <a:p>
            <a:r>
              <a:t>          "row_count": 333,</a:t>
            </a:r>
          </a:p>
          <a:p>
            <a:r>
              <a:t>          "threshold": 0.06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"Tasks/task-summaries/validate-refactored-model-per-dataset-20260927-134055/artifacts/cluster-run/inteldaos/results/model/words_20/XGboost/refactored/metrics.json",</a:t>
            </a:r>
          </a:p>
          <a:p>
            <a:r>
              <a:t>      "blob_sha1": "0e6985c2abd1c185ecb1c8028a81d664edf6ba20",</a:t>
            </a:r>
          </a:p>
          <a:p>
            <a:r>
              <a:t>      "sha256": "809371c37d89828a0c7c295fad8520a079335b56783f785e7d7e8e7429abfc59",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0.5029940119760479,</a:t>
            </a:r>
          </a:p>
          <a:p>
            <a:r>
              <a:t>          "auc_prc": 0.0971024279649895,</a:t>
            </a:r>
          </a:p>
          <a:p>
            <a:r>
              <a:t>          "average_precision": 0.11001940492672285,</a:t>
            </a:r>
          </a:p>
          <a:p>
            <a:r>
              <a:t>          "balanced_accuracy": 0.6283508158508159,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151,</a:t>
            </a:r>
          </a:p>
          <a:p>
            <a:r>
              <a:t>              161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5,</a:t>
            </a:r>
          </a:p>
          <a:p>
            <a:r>
              <a:t>              17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0.16999999999999998,</a:t>
            </a:r>
          </a:p>
          <a:p>
            <a:r>
              <a:t>          "positive_count": 22,</a:t>
            </a:r>
          </a:p>
          <a:p>
            <a:r>
              <a:t>          "positive_rate": 0.0658682634730539,</a:t>
            </a:r>
          </a:p>
          <a:p>
            <a:r>
              <a:t>          "precision": 0.09550561797752809,</a:t>
            </a:r>
          </a:p>
          <a:p>
            <a:r>
              <a:t>          "recall": 0.7727272727272727,</a:t>
            </a:r>
          </a:p>
          <a:p>
            <a:r>
              <a:t>          "roc_auc": 0.6314102564102564,</a:t>
            </a:r>
          </a:p>
          <a:p>
            <a:r>
              <a:t>          "row_count": 334,</a:t>
            </a:r>
          </a:p>
          <a:p>
            <a:r>
              <a:t>          "threshold": 0.18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0.5135135135135135,</a:t>
            </a:r>
          </a:p>
          <a:p>
            <a:r>
              <a:t>          "auc_prc": 0.07224233795518087,</a:t>
            </a:r>
          </a:p>
          <a:p>
            <a:r>
              <a:t>          "average_precision": 0.07570518902689519,</a:t>
            </a:r>
          </a:p>
          <a:p>
            <a:r>
              <a:t>          "balanced_accuracy": 0.49240924092409244,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157,</a:t>
            </a:r>
          </a:p>
          <a:p>
            <a:r>
              <a:t>              146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16,</a:t>
            </a:r>
          </a:p>
          <a:p>
            <a:r>
              <a:t>              14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0.14736842105263157,</a:t>
            </a:r>
          </a:p>
          <a:p>
            <a:r>
              <a:t>          "positive_count": 30,</a:t>
            </a:r>
          </a:p>
          <a:p>
            <a:r>
              <a:t>          "positive_rate": 0.09009009009009009,</a:t>
            </a:r>
          </a:p>
          <a:p>
            <a:r>
              <a:t>          "precision": 0.0875,</a:t>
            </a:r>
          </a:p>
          <a:p>
            <a:r>
              <a:t>          "recall": 0.4666666666666667,</a:t>
            </a:r>
          </a:p>
          <a:p>
            <a:r>
              <a:t>          "roc_auc": 0.4151815181518152,</a:t>
            </a:r>
          </a:p>
          <a:p>
            <a:r>
              <a:t>          "row_count": 333,</a:t>
            </a:r>
          </a:p>
          <a:p>
            <a:r>
              <a:t>          "threshold": 0.18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"Tasks/task-summaries/validate-refactored-model-per-dataset-20260927-134055/artifacts/cluster-run/inteldaos/results/model/words_20/NN/baseline/metrics.json",</a:t>
            </a:r>
          </a:p>
          <a:p>
            <a:r>
              <a:t>      "blob_sha1": "5a61ed067a213e5706763661f2fed71b3aa3c7e7",</a:t>
            </a:r>
          </a:p>
          <a:p>
            <a:r>
              <a:t>      "sha256": "271802710a02bb9577cb7188f18268be677f0df55f3f419ed9aecaaa4f123b0c",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0.8592814371257484,</a:t>
            </a:r>
          </a:p>
          <a:p>
            <a:r>
              <a:t>          "auc_prc": 0.07135153877966843,</a:t>
            </a:r>
          </a:p>
          <a:p>
            <a:r>
              <a:t>          "average_precision": 0.0785657431304356,</a:t>
            </a:r>
          </a:p>
          <a:p>
            <a:r>
              <a:t>          "balanced_accuracy": 0.5444347319347319,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283,</a:t>
            </a:r>
          </a:p>
          <a:p>
            <a:r>
              <a:t>              29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0.14545454545454545,</a:t>
            </a:r>
          </a:p>
          <a:p>
            <a:r>
              <a:t>          "positive_count": 22,</a:t>
            </a:r>
          </a:p>
          <a:p>
            <a:r>
              <a:t>          "positive_rate": 0.0658682634730539,</a:t>
            </a:r>
          </a:p>
          <a:p>
            <a:r>
              <a:t>          "precision": 0.12121212121212122,</a:t>
            </a:r>
          </a:p>
          <a:p>
            <a:r>
              <a:t>          "recall": 0.18181818181818182,</a:t>
            </a:r>
          </a:p>
          <a:p>
            <a:r>
              <a:t>          "roc_auc": 0.513986013986014,</a:t>
            </a:r>
          </a:p>
          <a:p>
            <a:r>
              <a:t>          "row_count": 334,</a:t>
            </a:r>
          </a:p>
          <a:p>
            <a:r>
              <a:t>          "threshold": 0.84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0.8528528528528528,</a:t>
            </a:r>
          </a:p>
          <a:p>
            <a:r>
              <a:t>          "auc_prc": 0.06370031081909015,</a:t>
            </a:r>
          </a:p>
          <a:p>
            <a:r>
              <a:t>          "average_precision": 0.06758724659668411,</a:t>
            </a:r>
          </a:p>
          <a:p>
            <a:r>
              <a:t>          "balanced_accuracy": 0.4986798679867987,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282,</a:t>
            </a:r>
          </a:p>
          <a:p>
            <a:r>
              <a:t>              21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0.07547169811320756,</a:t>
            </a:r>
          </a:p>
          <a:p>
            <a:r>
              <a:t>          "positive_count": 30,</a:t>
            </a:r>
          </a:p>
          <a:p>
            <a:r>
              <a:t>          "positive_rate": 0.09009009009009009,</a:t>
            </a:r>
          </a:p>
          <a:p>
            <a:r>
              <a:t>          "precision": 0.08695652173913043,</a:t>
            </a:r>
          </a:p>
          <a:p>
            <a:r>
              <a:t>          "recall": 0.06666666666666667,</a:t>
            </a:r>
          </a:p>
          <a:p>
            <a:r>
              <a:t>          "roc_auc": 0.3365236523652365,</a:t>
            </a:r>
          </a:p>
          <a:p>
            <a:r>
              <a:t>          "row_count": 333,</a:t>
            </a:r>
          </a:p>
          <a:p>
            <a:r>
              <a:t>          "threshold": 0.84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"Tasks/task-summaries/validate-refactored-model-per-dataset-20260927-134055/artifacts/cluster-run/inteldaos/results/model/words_20/NN/refactored/metrics.json",</a:t>
            </a:r>
          </a:p>
          <a:p>
            <a:r>
              <a:t>      "blob_sha1": "062823c4a444ca99e1d1296388ccb8fa6138be01",</a:t>
            </a:r>
          </a:p>
          <a:p>
            <a:r>
              <a:t>      "sha256": "d2046c4919db0ab2446c04fc7951a93adc28fc8e88fa124d3d5de2b6d91b7c9f",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0.8353293413173652,</a:t>
            </a:r>
          </a:p>
          <a:p>
            <a:r>
              <a:t>          "auc_prc": 0.08146593469588742,</a:t>
            </a:r>
          </a:p>
          <a:p>
            <a:r>
              <a:t>          "average_precision": 0.09863597346431938,</a:t>
            </a:r>
          </a:p>
          <a:p>
            <a:r>
              <a:t>          "balanced_accuracy": 0.5316142191142191,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275,</a:t>
            </a:r>
          </a:p>
          <a:p>
            <a:r>
              <a:t>              37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0.12698412698412698,</a:t>
            </a:r>
          </a:p>
          <a:p>
            <a:r>
              <a:t>          "positive_count": 22,</a:t>
            </a:r>
          </a:p>
          <a:p>
            <a:r>
              <a:t>          "positive_rate": 0.0658682634730539,</a:t>
            </a:r>
          </a:p>
          <a:p>
            <a:r>
              <a:t>          "precision": 0.0975609756097561,</a:t>
            </a:r>
          </a:p>
          <a:p>
            <a:r>
              <a:t>          "recall": 0.18181818181818182,</a:t>
            </a:r>
          </a:p>
          <a:p>
            <a:r>
              <a:t>          "roc_auc": 0.4965034965034965,</a:t>
            </a:r>
          </a:p>
          <a:p>
            <a:r>
              <a:t>          "row_count": 334,</a:t>
            </a:r>
          </a:p>
          <a:p>
            <a:r>
              <a:t>          "threshold": 0.94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0.8618618618618619,</a:t>
            </a:r>
          </a:p>
          <a:p>
            <a:r>
              <a:t>          "auc_prc": 0.061805527510505234,</a:t>
            </a:r>
          </a:p>
          <a:p>
            <a:r>
              <a:t>          "average_precision": 0.06670169565471466,</a:t>
            </a:r>
          </a:p>
          <a:p>
            <a:r>
              <a:t>          "balanced_accuracy": 0.4886138613861386,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286,</a:t>
            </a:r>
          </a:p>
          <a:p>
            <a:r>
              <a:t>              17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29,</a:t>
            </a:r>
          </a:p>
          <a:p>
            <a:r>
              <a:t>              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0.04166666666666667,</a:t>
            </a:r>
          </a:p>
          <a:p>
            <a:r>
              <a:t>          "positive_count": 30,</a:t>
            </a:r>
          </a:p>
          <a:p>
            <a:r>
              <a:t>          "positive_rate": 0.09009009009009009,</a:t>
            </a:r>
          </a:p>
          <a:p>
            <a:r>
              <a:t>          "precision": 0.05555555555555555,</a:t>
            </a:r>
          </a:p>
          <a:p>
            <a:r>
              <a:t>          "recall": 0.03333333333333333,</a:t>
            </a:r>
          </a:p>
          <a:p>
            <a:r>
              <a:t>          "roc_auc": 0.30627062706270625,</a:t>
            </a:r>
          </a:p>
          <a:p>
            <a:r>
              <a:t>          "row_count": 333,</a:t>
            </a:r>
          </a:p>
          <a:p>
            <a:r>
              <a:t>          "threshold": 0.94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"Tasks/task-summaries/validate-refactored-model-per-dataset-20260927-134055/artifacts/cluster-run/jira/results/model/words_5/RF/baseline/metrics.json",</a:t>
            </a:r>
          </a:p>
          <a:p>
            <a:r>
              <a:t>      "blob_sha1": "9b004ddfa866cccde6551355c91d14b617a97070",</a:t>
            </a:r>
          </a:p>
          <a:p>
            <a:r>
              <a:t>      "sha256": "403d7c23118cdeba16b668857ec219b6c4f7507ab321926377c2d9a1fba0f8ba",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0.47468354430379744,</a:t>
            </a:r>
          </a:p>
          <a:p>
            <a:r>
              <a:t>          "auc_prc": 0.5545352824417178,</a:t>
            </a:r>
          </a:p>
          <a:p>
            <a:r>
              <a:t>          "average_precision": 0.5588439538686221,</a:t>
            </a:r>
          </a:p>
          <a:p>
            <a:r>
              <a:t>          "balanced_accuracy": 0.48517324738114426,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91,</a:t>
            </a:r>
          </a:p>
          <a:p>
            <a:r>
              <a:t>              55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111,</a:t>
            </a:r>
          </a:p>
          <a:p>
            <a:r>
              <a:t>              59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0.4154929577464789,</a:t>
            </a:r>
          </a:p>
          <a:p>
            <a:r>
              <a:t>          "positive_count": 170,</a:t>
            </a:r>
          </a:p>
          <a:p>
            <a:r>
              <a:t>          "positive_rate": 0.5379746835443038,</a:t>
            </a:r>
          </a:p>
          <a:p>
            <a:r>
              <a:t>          "precision": 0.5175438596491229,</a:t>
            </a:r>
          </a:p>
          <a:p>
            <a:r>
              <a:t>          "recall": 0.34705882352941175,</a:t>
            </a:r>
          </a:p>
          <a:p>
            <a:r>
              <a:t>          "roc_auc": 0.6192989524576954,</a:t>
            </a:r>
          </a:p>
          <a:p>
            <a:r>
              <a:t>          "row_count": 316,</a:t>
            </a:r>
          </a:p>
          <a:p>
            <a:r>
              <a:t>          "threshold": 0.32999999999999996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0.7929936305732485,</a:t>
            </a:r>
          </a:p>
          <a:p>
            <a:r>
              <a:t>          "auc_prc": 0.8907205892741642,</a:t>
            </a:r>
          </a:p>
          <a:p>
            <a:r>
              <a:t>          "average_precision": 0.8910395421378593,</a:t>
            </a:r>
          </a:p>
          <a:p>
            <a:r>
              <a:t>          "balanced_accuracy": 0.7916396103896104,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138,</a:t>
            </a:r>
          </a:p>
          <a:p>
            <a:r>
              <a:t>              22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43,</a:t>
            </a:r>
          </a:p>
          <a:p>
            <a:r>
              <a:t>              111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0.7735191637630662,</a:t>
            </a:r>
          </a:p>
          <a:p>
            <a:r>
              <a:t>          "positive_count": 154,</a:t>
            </a:r>
          </a:p>
          <a:p>
            <a:r>
              <a:t>          "positive_rate": 0.49044585987261147,</a:t>
            </a:r>
          </a:p>
          <a:p>
            <a:r>
              <a:t>          "precision": 0.8345864661654135,</a:t>
            </a:r>
          </a:p>
          <a:p>
            <a:r>
              <a:t>          "recall": 0.7207792207792207,</a:t>
            </a:r>
          </a:p>
          <a:p>
            <a:r>
              <a:t>          "roc_auc": 0.8670454545454546,</a:t>
            </a:r>
          </a:p>
          <a:p>
            <a:r>
              <a:t>          "row_count": 314,</a:t>
            </a:r>
          </a:p>
          <a:p>
            <a:r>
              <a:t>          "threshold": 0.32999999999999996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"Tasks/task-summaries/validate-refactored-model-per-dataset-20260927-134055/artifacts/cluster-run/jira/results/model/words_5/RF/refactored/metrics.json",</a:t>
            </a:r>
          </a:p>
          <a:p>
            <a:r>
              <a:t>      "blob_sha1": "5d42572d5ef80dab26cb80766543d31f76c5c36d",</a:t>
            </a:r>
          </a:p>
          <a:p>
            <a:r>
              <a:t>      "sha256": "11b852a0322b47f7a0aeb28972780fe8afae3f1046ec27df3cbd096f9f0cac85",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0.6234177215189873,</a:t>
            </a:r>
          </a:p>
          <a:p>
            <a:r>
              <a:t>          "auc_prc": 0.5750859609311418,</a:t>
            </a:r>
          </a:p>
          <a:p>
            <a:r>
              <a:t>          "average_precision": 0.5799625533260699,</a:t>
            </a:r>
          </a:p>
          <a:p>
            <a:r>
              <a:t>          "balanced_accuracy": 0.622925060435133,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90,</a:t>
            </a:r>
          </a:p>
          <a:p>
            <a:r>
              <a:t>              56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63,</a:t>
            </a:r>
          </a:p>
          <a:p>
            <a:r>
              <a:t>              107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0.6426426426426426,</a:t>
            </a:r>
          </a:p>
          <a:p>
            <a:r>
              <a:t>          "positive_count": 170,</a:t>
            </a:r>
          </a:p>
          <a:p>
            <a:r>
              <a:t>          "positive_rate": 0.5379746835443038,</a:t>
            </a:r>
          </a:p>
          <a:p>
            <a:r>
              <a:t>          "precision": 0.656441717791411,</a:t>
            </a:r>
          </a:p>
          <a:p>
            <a:r>
              <a:t>          "recall": 0.6294117647058823,</a:t>
            </a:r>
          </a:p>
          <a:p>
            <a:r>
              <a:t>          "roc_auc": 0.6499597099113618,</a:t>
            </a:r>
          </a:p>
          <a:p>
            <a:r>
              <a:t>          "row_count": 316,</a:t>
            </a:r>
          </a:p>
          <a:p>
            <a:r>
              <a:t>          "threshold": 0.4499999999999999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0.8375796178343949,</a:t>
            </a:r>
          </a:p>
          <a:p>
            <a:r>
              <a:t>          "auc_prc": 0.9119188340214004,</a:t>
            </a:r>
          </a:p>
          <a:p>
            <a:r>
              <a:t>          "average_precision": 0.9121816423402784,</a:t>
            </a:r>
          </a:p>
          <a:p>
            <a:r>
              <a:t>          "balanced_accuracy": 0.8366071428571429,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142,</a:t>
            </a:r>
          </a:p>
          <a:p>
            <a:r>
              <a:t>              18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33,</a:t>
            </a:r>
          </a:p>
          <a:p>
            <a:r>
              <a:t>              121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0.825938566552901,</a:t>
            </a:r>
          </a:p>
          <a:p>
            <a:r>
              <a:t>          "positive_count": 154,</a:t>
            </a:r>
          </a:p>
          <a:p>
            <a:r>
              <a:t>          "positive_rate": 0.49044585987261147,</a:t>
            </a:r>
          </a:p>
          <a:p>
            <a:r>
              <a:t>          "precision": 0.8705035971223022,</a:t>
            </a:r>
          </a:p>
          <a:p>
            <a:r>
              <a:t>          "recall": 0.7857142857142857,</a:t>
            </a:r>
          </a:p>
          <a:p>
            <a:r>
              <a:t>          "roc_auc": 0.894237012987013,</a:t>
            </a:r>
          </a:p>
          <a:p>
            <a:r>
              <a:t>          "row_count": 314,</a:t>
            </a:r>
          </a:p>
          <a:p>
            <a:r>
              <a:t>          "threshold": 0.4499999999999999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"Tasks/task-summaries/validate-refactored-model-per-dataset-20260927-134055/artifacts/cluster-run/jira/results/model/words_5/XGboost/baseline/metrics.json",</a:t>
            </a:r>
          </a:p>
          <a:p>
            <a:r>
              <a:t>      "blob_sha1": "a747a30f15f15b6de3c37edba7babe5fd93e8a9c",</a:t>
            </a:r>
          </a:p>
          <a:p>
            <a:r>
              <a:t>      "sha256": "5ecd03eba15420f44cc7030ed6104ab33f55b17c12a08017068774373bccc005",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0.6772151898734177,</a:t>
            </a:r>
          </a:p>
          <a:p>
            <a:r>
              <a:t>          "auc_prc": 0.5672912433826084,</a:t>
            </a:r>
          </a:p>
          <a:p>
            <a:r>
              <a:t>          "average_precision": 0.5716186756295258,</a:t>
            </a:r>
          </a:p>
          <a:p>
            <a:r>
              <a:t>          "balanced_accuracy": 0.6714746172441579,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87,</a:t>
            </a:r>
          </a:p>
          <a:p>
            <a:r>
              <a:t>              59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43,</a:t>
            </a:r>
          </a:p>
          <a:p>
            <a:r>
              <a:t>              127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0.7134831460674157,</a:t>
            </a:r>
          </a:p>
          <a:p>
            <a:r>
              <a:t>          "positive_count": 170,</a:t>
            </a:r>
          </a:p>
          <a:p>
            <a:r>
              <a:t>          "positive_rate": 0.5379746835443038,</a:t>
            </a:r>
          </a:p>
          <a:p>
            <a:r>
              <a:t>          "precision": 0.6827956989247311,</a:t>
            </a:r>
          </a:p>
          <a:p>
            <a:r>
              <a:t>          "recall": 0.7470588235294118,</a:t>
            </a:r>
          </a:p>
          <a:p>
            <a:r>
              <a:t>          "roc_auc": 0.6344480257856567,</a:t>
            </a:r>
          </a:p>
          <a:p>
            <a:r>
              <a:t>          "row_count": 316,</a:t>
            </a:r>
          </a:p>
          <a:p>
            <a:r>
              <a:t>          "threshold": 0.15999999999999998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0.7929936305732485,</a:t>
            </a:r>
          </a:p>
          <a:p>
            <a:r>
              <a:t>          "auc_prc": 0.8977188624787695,</a:t>
            </a:r>
          </a:p>
          <a:p>
            <a:r>
              <a:t>          "average_precision": 0.897960879204863,</a:t>
            </a:r>
          </a:p>
          <a:p>
            <a:r>
              <a:t>          "balanced_accuracy": 0.793952922077922,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119,</a:t>
            </a:r>
          </a:p>
          <a:p>
            <a:r>
              <a:t>              41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24,</a:t>
            </a:r>
          </a:p>
          <a:p>
            <a:r>
              <a:t>              130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0.7999999999999999,</a:t>
            </a:r>
          </a:p>
          <a:p>
            <a:r>
              <a:t>          "positive_count": 154,</a:t>
            </a:r>
          </a:p>
          <a:p>
            <a:r>
              <a:t>          "positive_rate": 0.49044585987261147,</a:t>
            </a:r>
          </a:p>
          <a:p>
            <a:r>
              <a:t>          "precision": 0.7602339181286549,</a:t>
            </a:r>
          </a:p>
          <a:p>
            <a:r>
              <a:t>          "recall": 0.8441558441558441,</a:t>
            </a:r>
          </a:p>
          <a:p>
            <a:r>
              <a:t>          "roc_auc": 0.8778003246753247,</a:t>
            </a:r>
          </a:p>
          <a:p>
            <a:r>
              <a:t>          "row_count": 314,</a:t>
            </a:r>
          </a:p>
          <a:p>
            <a:r>
              <a:t>          "threshold": 0.15999999999999998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"Tasks/task-summaries/validate-refactored-model-per-dataset-20260927-134055/artifacts/cluster-run/jira/results/model/words_5/XGboost/refactored/metrics.json",</a:t>
            </a:r>
          </a:p>
          <a:p>
            <a:r>
              <a:t>      "blob_sha1": "45a2517b7d093936ffc7a76f5f084e09f270d15d",</a:t>
            </a:r>
          </a:p>
          <a:p>
            <a:r>
              <a:t>      "sha256": "be6e8b351aa23f3112f21b0224f454702a670caa6f5c36857c344665a2d69f29",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0.6613924050632911,</a:t>
            </a:r>
          </a:p>
          <a:p>
            <a:r>
              <a:t>          "auc_prc": 0.5753418831841499,</a:t>
            </a:r>
          </a:p>
          <a:p>
            <a:r>
              <a:t>          "average_precision": 0.5790822636139572,</a:t>
            </a:r>
          </a:p>
          <a:p>
            <a:r>
              <a:t>          "balanced_accuracy": 0.657252215954875,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88,</a:t>
            </a:r>
          </a:p>
          <a:p>
            <a:r>
              <a:t>              58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49,</a:t>
            </a:r>
          </a:p>
          <a:p>
            <a:r>
              <a:t>              121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0.6934097421203439,</a:t>
            </a:r>
          </a:p>
          <a:p>
            <a:r>
              <a:t>          "positive_count": 170,</a:t>
            </a:r>
          </a:p>
          <a:p>
            <a:r>
              <a:t>          "positive_rate": 0.5379746835443038,</a:t>
            </a:r>
          </a:p>
          <a:p>
            <a:r>
              <a:t>          "precision": 0.6759776536312849,</a:t>
            </a:r>
          </a:p>
          <a:p>
            <a:r>
              <a:t>          "recall": 0.711764705882353,</a:t>
            </a:r>
          </a:p>
          <a:p>
            <a:r>
              <a:t>          "roc_auc": 0.6402095084609186,</a:t>
            </a:r>
          </a:p>
          <a:p>
            <a:r>
              <a:t>          "row_count": 316,</a:t>
            </a:r>
          </a:p>
          <a:p>
            <a:r>
              <a:t>          "threshold": 0.3499999999999999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0.8471337579617835,</a:t>
            </a:r>
          </a:p>
          <a:p>
            <a:r>
              <a:t>          "auc_prc": 0.9235899542066995,</a:t>
            </a:r>
          </a:p>
          <a:p>
            <a:r>
              <a:t>          "average_precision": 0.9237801540784717,</a:t>
            </a:r>
          </a:p>
          <a:p>
            <a:r>
              <a:t>          "balanced_accuracy": 0.8469561688311689,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137,</a:t>
            </a:r>
          </a:p>
          <a:p>
            <a:r>
              <a:t>              23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25,</a:t>
            </a:r>
          </a:p>
          <a:p>
            <a:r>
              <a:t>              129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0.8431372549019608,</a:t>
            </a:r>
          </a:p>
          <a:p>
            <a:r>
              <a:t>          "positive_count": 154,</a:t>
            </a:r>
          </a:p>
          <a:p>
            <a:r>
              <a:t>          "positive_rate": 0.49044585987261147,</a:t>
            </a:r>
          </a:p>
          <a:p>
            <a:r>
              <a:t>          "precision": 0.8486842105263158,</a:t>
            </a:r>
          </a:p>
          <a:p>
            <a:r>
              <a:t>          "recall": 0.8376623376623377,</a:t>
            </a:r>
          </a:p>
          <a:p>
            <a:r>
              <a:t>          "roc_auc": 0.907224025974026,</a:t>
            </a:r>
          </a:p>
          <a:p>
            <a:r>
              <a:t>          "row_count": 314,</a:t>
            </a:r>
          </a:p>
          <a:p>
            <a:r>
              <a:t>          "threshold": 0.3499999999999999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"Tasks/task-summaries/validate-refactored-model-per-dataset-20260927-134055/artifacts/cluster-run/jira/results/model/words_5/NN/baseline/metrics.json",</a:t>
            </a:r>
          </a:p>
          <a:p>
            <a:r>
              <a:t>      "blob_sha1": "86ee17f78d6db3ebcd2eb9f78b7ee69c2225391b",</a:t>
            </a:r>
          </a:p>
          <a:p>
            <a:r>
              <a:t>      "sha256": "f31be4234198fc2e1d892926b6336e412298d6edc60c451cfb2dab0e5a234964",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0.5727848101265823,</a:t>
            </a:r>
          </a:p>
          <a:p>
            <a:r>
              <a:t>          "auc_prc": 0.5794077935530147,</a:t>
            </a:r>
          </a:p>
          <a:p>
            <a:r>
              <a:t>          "average_precision": 0.582989784273221,</a:t>
            </a:r>
          </a:p>
          <a:p>
            <a:r>
              <a:t>          "balanced_accuracy": 0.5807010475423046,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100,</a:t>
            </a:r>
          </a:p>
          <a:p>
            <a:r>
              <a:t>              46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89,</a:t>
            </a:r>
          </a:p>
          <a:p>
            <a:r>
              <a:t>              81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0.5454545454545454,</a:t>
            </a:r>
          </a:p>
          <a:p>
            <a:r>
              <a:t>          "positive_count": 170,</a:t>
            </a:r>
          </a:p>
          <a:p>
            <a:r>
              <a:t>          "positive_rate": 0.5379746835443038,</a:t>
            </a:r>
          </a:p>
          <a:p>
            <a:r>
              <a:t>          "precision": 0.6377952755905512,</a:t>
            </a:r>
          </a:p>
          <a:p>
            <a:r>
              <a:t>          "recall": 0.4764705882352941,</a:t>
            </a:r>
          </a:p>
          <a:p>
            <a:r>
              <a:t>          "roc_auc": 0.6182111200644641,</a:t>
            </a:r>
          </a:p>
          <a:p>
            <a:r>
              <a:t>          "row_count": 316,</a:t>
            </a:r>
          </a:p>
          <a:p>
            <a:r>
              <a:t>          "threshold": 0.4099999999999999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0.8280254777070064,</a:t>
            </a:r>
          </a:p>
          <a:p>
            <a:r>
              <a:t>          "auc_prc": 0.9070706162802119,</a:t>
            </a:r>
          </a:p>
          <a:p>
            <a:r>
              <a:t>          "average_precision": 0.9073462215016119,</a:t>
            </a:r>
          </a:p>
          <a:p>
            <a:r>
              <a:t>          "balanced_accuracy": 0.8268668831168831,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142,</a:t>
            </a:r>
          </a:p>
          <a:p>
            <a:r>
              <a:t>              18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36,</a:t>
            </a:r>
          </a:p>
          <a:p>
            <a:r>
              <a:t>              118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0.8137931034482758,</a:t>
            </a:r>
          </a:p>
          <a:p>
            <a:r>
              <a:t>          "positive_count": 154,</a:t>
            </a:r>
          </a:p>
          <a:p>
            <a:r>
              <a:t>          "positive_rate": 0.49044585987261147,</a:t>
            </a:r>
          </a:p>
          <a:p>
            <a:r>
              <a:t>          "precision": 0.8676470588235294,</a:t>
            </a:r>
          </a:p>
          <a:p>
            <a:r>
              <a:t>          "recall": 0.7662337662337663,</a:t>
            </a:r>
          </a:p>
          <a:p>
            <a:r>
              <a:t>          "roc_auc": 0.8858360389610389,</a:t>
            </a:r>
          </a:p>
          <a:p>
            <a:r>
              <a:t>          "row_count": 314,</a:t>
            </a:r>
          </a:p>
          <a:p>
            <a:r>
              <a:t>          "threshold": 0.4099999999999999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"Tasks/task-summaries/validate-refactored-model-per-dataset-20260927-134055/artifacts/cluster-run/jira/results/model/words_5/NN/refactored/metrics.json",</a:t>
            </a:r>
          </a:p>
          <a:p>
            <a:r>
              <a:t>      "blob_sha1": "8ca7b1e7163da9e46fec3a01351ff73c5897ba29",</a:t>
            </a:r>
          </a:p>
          <a:p>
            <a:r>
              <a:t>      "sha256": "a97052648a43ad6d9be1b379d9b431cfea89e1cf4634aea5dd1881ee92274cae",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0.6139240506329114,</a:t>
            </a:r>
          </a:p>
          <a:p>
            <a:r>
              <a:t>          "auc_prc": 0.5816971080657576,</a:t>
            </a:r>
          </a:p>
          <a:p>
            <a:r>
              <a:t>          "average_precision": 0.5852938338755023,</a:t>
            </a:r>
          </a:p>
          <a:p>
            <a:r>
              <a:t>          "balanced_accuracy": 0.6087832393231265,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79,</a:t>
            </a:r>
          </a:p>
          <a:p>
            <a:r>
              <a:t>              67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55,</a:t>
            </a:r>
          </a:p>
          <a:p>
            <a:r>
              <a:t>              115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0.6534090909090909,</a:t>
            </a:r>
          </a:p>
          <a:p>
            <a:r>
              <a:t>          "positive_count": 170,</a:t>
            </a:r>
          </a:p>
          <a:p>
            <a:r>
              <a:t>          "positive_rate": 0.5379746835443038,</a:t>
            </a:r>
          </a:p>
          <a:p>
            <a:r>
              <a:t>          "precision": 0.6318681318681318,</a:t>
            </a:r>
          </a:p>
          <a:p>
            <a:r>
              <a:t>          "recall": 0.6764705882352942,</a:t>
            </a:r>
          </a:p>
          <a:p>
            <a:r>
              <a:t>          "roc_auc": 0.6118855761482676,</a:t>
            </a:r>
          </a:p>
          <a:p>
            <a:r>
              <a:t>          "row_count": 316,</a:t>
            </a:r>
          </a:p>
          <a:p>
            <a:r>
              <a:t>          "threshold": 0.06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0.7898089171974523,</a:t>
            </a:r>
          </a:p>
          <a:p>
            <a:r>
              <a:t>          "auc_prc": 0.9000547166158699,</a:t>
            </a:r>
          </a:p>
          <a:p>
            <a:r>
              <a:t>          "average_precision": 0.9003306202027666,</a:t>
            </a:r>
          </a:p>
          <a:p>
            <a:r>
              <a:t>          "balanced_accuracy": 0.790340909090909,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122,</a:t>
            </a:r>
          </a:p>
          <a:p>
            <a:r>
              <a:t>              38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126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0.7924528301886793,</a:t>
            </a:r>
          </a:p>
          <a:p>
            <a:r>
              <a:t>          "positive_count": 154,</a:t>
            </a:r>
          </a:p>
          <a:p>
            <a:r>
              <a:t>          "positive_rate": 0.49044585987261147,</a:t>
            </a:r>
          </a:p>
          <a:p>
            <a:r>
              <a:t>          "precision": 0.7682926829268293,</a:t>
            </a:r>
          </a:p>
          <a:p>
            <a:r>
              <a:t>          "recall": 0.8181818181818182,</a:t>
            </a:r>
          </a:p>
          <a:p>
            <a:r>
              <a:t>          "roc_auc": 0.8744318181818181,</a:t>
            </a:r>
          </a:p>
          <a:p>
            <a:r>
              <a:t>          "row_count": 314,</a:t>
            </a:r>
          </a:p>
          <a:p>
            <a:r>
              <a:t>          "threshold": 0.06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"Tasks/task-summaries/validate-refactored-model-per-dataset-20260927-134055/artifacts/cluster-run/jira/results/model/words_10/RF/baseline/metrics.json",</a:t>
            </a:r>
          </a:p>
          <a:p>
            <a:r>
              <a:t>      "blob_sha1": "31283c887c46d349dc89c2a61d424f9b03574cad",</a:t>
            </a:r>
          </a:p>
          <a:p>
            <a:r>
              <a:t>      "sha256": "f056145a31efc6b0eb8635594db2a5f3b6268789d1d575f9f53de15f908866c2",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0.48417721518987344,</a:t>
            </a:r>
          </a:p>
          <a:p>
            <a:r>
              <a:t>          "auc_prc": 0.5562596889948788,</a:t>
            </a:r>
          </a:p>
          <a:p>
            <a:r>
              <a:t>          "average_precision": 0.5607915287724665,</a:t>
            </a:r>
          </a:p>
          <a:p>
            <a:r>
              <a:t>          "balanced_accuracy": 0.49245827984595636,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108,</a:t>
            </a:r>
          </a:p>
          <a:p>
            <a:r>
              <a:t>              44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119,</a:t>
            </a:r>
          </a:p>
          <a:p>
            <a:r>
              <a:t>              45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0.3557312252964427,</a:t>
            </a:r>
          </a:p>
          <a:p>
            <a:r>
              <a:t>          "positive_count": 164,</a:t>
            </a:r>
          </a:p>
          <a:p>
            <a:r>
              <a:t>          "positive_rate": 0.5189873417721519,</a:t>
            </a:r>
          </a:p>
          <a:p>
            <a:r>
              <a:t>          "precision": 0.5056179775280899,</a:t>
            </a:r>
          </a:p>
          <a:p>
            <a:r>
              <a:t>          "recall": 0.27439024390243905,</a:t>
            </a:r>
          </a:p>
          <a:p>
            <a:r>
              <a:t>          "roc_auc": 0.646461810012837,</a:t>
            </a:r>
          </a:p>
          <a:p>
            <a:r>
              <a:t>          "row_count": 316,</a:t>
            </a:r>
          </a:p>
          <a:p>
            <a:r>
              <a:t>          "threshold": 0.4099999999999999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0.8152866242038217,</a:t>
            </a:r>
          </a:p>
          <a:p>
            <a:r>
              <a:t>          "auc_prc": 0.8958107778317119,</a:t>
            </a:r>
          </a:p>
          <a:p>
            <a:r>
              <a:t>          "average_precision": 0.8961056024856017,</a:t>
            </a:r>
          </a:p>
          <a:p>
            <a:r>
              <a:t>          "balanced_accuracy": 0.8106319038336582,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155,</a:t>
            </a:r>
          </a:p>
          <a:p>
            <a:r>
              <a:t>              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51,</a:t>
            </a:r>
          </a:p>
          <a:p>
            <a:r>
              <a:t>              101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0.7769230769230768,</a:t>
            </a:r>
          </a:p>
          <a:p>
            <a:r>
              <a:t>          "positive_count": 152,</a:t>
            </a:r>
          </a:p>
          <a:p>
            <a:r>
              <a:t>          "positive_rate": 0.4840764331210191,</a:t>
            </a:r>
          </a:p>
          <a:p>
            <a:r>
              <a:t>          "precision": 0.9351851851851852,</a:t>
            </a:r>
          </a:p>
          <a:p>
            <a:r>
              <a:t>          "recall": 0.6644736842105263,</a:t>
            </a:r>
          </a:p>
          <a:p>
            <a:r>
              <a:t>          "roc_auc": 0.8749187784275504,</a:t>
            </a:r>
          </a:p>
          <a:p>
            <a:r>
              <a:t>          "row_count": 314,</a:t>
            </a:r>
          </a:p>
          <a:p>
            <a:r>
              <a:t>          "threshold": 0.4099999999999999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"Tasks/task-summaries/validate-refactored-model-per-dataset-20260927-134055/artifacts/cluster-run/jira/results/model/words_10/RF/refactored/metrics.json",</a:t>
            </a:r>
          </a:p>
          <a:p>
            <a:r>
              <a:t>      "blob_sha1": "5ba139d47c2fea4ce68b62e0853f1cb61f391eb6",</a:t>
            </a:r>
          </a:p>
          <a:p>
            <a:r>
              <a:t>      "sha256": "dd3e91fe053bd1786ddbc284562bf0f4caf501ddd91d0139226a3f10839bdbc1",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0.6487341772151899,</a:t>
            </a:r>
          </a:p>
          <a:p>
            <a:r>
              <a:t>          "auc_prc": 0.5556630811049026,</a:t>
            </a:r>
          </a:p>
          <a:p>
            <a:r>
              <a:t>          "average_precision": 0.5598468839662158,</a:t>
            </a:r>
          </a:p>
          <a:p>
            <a:r>
              <a:t>          "balanced_accuracy": 0.6469030808729139,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91,</a:t>
            </a:r>
          </a:p>
          <a:p>
            <a:r>
              <a:t>              61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50,</a:t>
            </a:r>
          </a:p>
          <a:p>
            <a:r>
              <a:t>              114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0.672566371681416,</a:t>
            </a:r>
          </a:p>
          <a:p>
            <a:r>
              <a:t>          "positive_count": 164,</a:t>
            </a:r>
          </a:p>
          <a:p>
            <a:r>
              <a:t>          "positive_rate": 0.5189873417721519,</a:t>
            </a:r>
          </a:p>
          <a:p>
            <a:r>
              <a:t>          "precision": 0.6514285714285715,</a:t>
            </a:r>
          </a:p>
          <a:p>
            <a:r>
              <a:t>          "recall": 0.6951219512195121,</a:t>
            </a:r>
          </a:p>
          <a:p>
            <a:r>
              <a:t>          "roc_auc": 0.6507942875481386,</a:t>
            </a:r>
          </a:p>
          <a:p>
            <a:r>
              <a:t>          "row_count": 316,</a:t>
            </a:r>
          </a:p>
          <a:p>
            <a:r>
              <a:t>          "threshold": 0.3999999999999999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0.8089171974522293,</a:t>
            </a:r>
          </a:p>
          <a:p>
            <a:r>
              <a:t>          "auc_prc": 0.8991599719135432,</a:t>
            </a:r>
          </a:p>
          <a:p>
            <a:r>
              <a:t>          "average_precision": 0.8994610348261993,</a:t>
            </a:r>
          </a:p>
          <a:p>
            <a:r>
              <a:t>          "balanced_accuracy": 0.8089262508122157,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131,</a:t>
            </a:r>
          </a:p>
          <a:p>
            <a:r>
              <a:t>              31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29,</a:t>
            </a:r>
          </a:p>
          <a:p>
            <a:r>
              <a:t>              123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0.803921568627451,</a:t>
            </a:r>
          </a:p>
          <a:p>
            <a:r>
              <a:t>          "positive_count": 152,</a:t>
            </a:r>
          </a:p>
          <a:p>
            <a:r>
              <a:t>          "positive_rate": 0.4840764331210191,</a:t>
            </a:r>
          </a:p>
          <a:p>
            <a:r>
              <a:t>          "precision": 0.7987012987012987,</a:t>
            </a:r>
          </a:p>
          <a:p>
            <a:r>
              <a:t>          "recall": 0.8092105263157895,</a:t>
            </a:r>
          </a:p>
          <a:p>
            <a:r>
              <a:t>          "roc_auc": 0.8808073424301495,</a:t>
            </a:r>
          </a:p>
          <a:p>
            <a:r>
              <a:t>          "row_count": 314,</a:t>
            </a:r>
          </a:p>
          <a:p>
            <a:r>
              <a:t>          "threshold": 0.3999999999999999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"Tasks/task-summaries/validate-refactored-model-per-dataset-20260927-134055/artifacts/cluster-run/jira/results/model/words_10/XGboost/baseline/metrics.json",</a:t>
            </a:r>
          </a:p>
          <a:p>
            <a:r>
              <a:t>      "blob_sha1": "b5a6510d24ba0402687e4df9584dd7b9a135b7ed",</a:t>
            </a:r>
          </a:p>
          <a:p>
            <a:r>
              <a:t>      "sha256": "197f9a493dce2a68e80655237c7ff6e2c3dacc0c359c2b6f855c7d38cfd72963",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0.5569620253164557,</a:t>
            </a:r>
          </a:p>
          <a:p>
            <a:r>
              <a:t>          "auc_prc": 0.541289104656868,</a:t>
            </a:r>
          </a:p>
          <a:p>
            <a:r>
              <a:t>          "average_precision": 0.545704766494155,</a:t>
            </a:r>
          </a:p>
          <a:p>
            <a:r>
              <a:t>          "balanced_accuracy": 0.5584884467265725,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91,</a:t>
            </a:r>
          </a:p>
          <a:p>
            <a:r>
              <a:t>              61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79,</a:t>
            </a:r>
          </a:p>
          <a:p>
            <a:r>
              <a:t>              85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0.5483870967741935,</a:t>
            </a:r>
          </a:p>
          <a:p>
            <a:r>
              <a:t>          "positive_count": 164,</a:t>
            </a:r>
          </a:p>
          <a:p>
            <a:r>
              <a:t>          "positive_rate": 0.5189873417721519,</a:t>
            </a:r>
          </a:p>
          <a:p>
            <a:r>
              <a:t>          "precision": 0.5821917808219178,</a:t>
            </a:r>
          </a:p>
          <a:p>
            <a:r>
              <a:t>          "recall": 0.5182926829268293,</a:t>
            </a:r>
          </a:p>
          <a:p>
            <a:r>
              <a:t>          "roc_auc": 0.6161344672657253,</a:t>
            </a:r>
          </a:p>
          <a:p>
            <a:r>
              <a:t>          "row_count": 316,</a:t>
            </a:r>
          </a:p>
          <a:p>
            <a:r>
              <a:t>          "threshold": 0.09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0.7738853503184714,</a:t>
            </a:r>
          </a:p>
          <a:p>
            <a:r>
              <a:t>          "auc_prc": 0.8871142637216715,</a:t>
            </a:r>
          </a:p>
          <a:p>
            <a:r>
              <a:t>          "average_precision": 0.8874595953660047,</a:t>
            </a:r>
          </a:p>
          <a:p>
            <a:r>
              <a:t>          "balanced_accuracy": 0.7749756335282652,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120,</a:t>
            </a:r>
          </a:p>
          <a:p>
            <a:r>
              <a:t>              42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29,</a:t>
            </a:r>
          </a:p>
          <a:p>
            <a:r>
              <a:t>              123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0.7760252365930599,</a:t>
            </a:r>
          </a:p>
          <a:p>
            <a:r>
              <a:t>          "positive_count": 152,</a:t>
            </a:r>
          </a:p>
          <a:p>
            <a:r>
              <a:t>          "positive_rate": 0.4840764331210191,</a:t>
            </a:r>
          </a:p>
          <a:p>
            <a:r>
              <a:t>          "precision": 0.7454545454545455,</a:t>
            </a:r>
          </a:p>
          <a:p>
            <a:r>
              <a:t>          "recall": 0.8092105263157895,</a:t>
            </a:r>
          </a:p>
          <a:p>
            <a:r>
              <a:t>          "roc_auc": 0.8648879142300195,</a:t>
            </a:r>
          </a:p>
          <a:p>
            <a:r>
              <a:t>          "row_count": 314,</a:t>
            </a:r>
          </a:p>
          <a:p>
            <a:r>
              <a:t>          "threshold": 0.09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"Tasks/task-summaries/validate-refactored-model-per-dataset-20260927-134055/artifacts/cluster-run/jira/results/model/words_10/XGboost/refactored/metrics.json",</a:t>
            </a:r>
          </a:p>
          <a:p>
            <a:r>
              <a:t>      "blob_sha1": "72dcc95b5b2cc382682eb5cc948604e937a5d74e",</a:t>
            </a:r>
          </a:p>
          <a:p>
            <a:r>
              <a:t>      "sha256": "a6a9a9b963d253a4a76550da47d45f8929366118a7f270b69a9d20fe1313f057",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0.7436708860759493,</a:t>
            </a:r>
          </a:p>
          <a:p>
            <a:r>
              <a:t>          "auc_prc": 0.5661166448407884,</a:t>
            </a:r>
          </a:p>
          <a:p>
            <a:r>
              <a:t>          "average_precision": 0.5759045306249805,</a:t>
            </a:r>
          </a:p>
          <a:p>
            <a:r>
              <a:t>          "balanced_accuracy": 0.7383664955070603,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91,</a:t>
            </a:r>
          </a:p>
          <a:p>
            <a:r>
              <a:t>              61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20,</a:t>
            </a:r>
          </a:p>
          <a:p>
            <a:r>
              <a:t>              144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0.7804878048780488,</a:t>
            </a:r>
          </a:p>
          <a:p>
            <a:r>
              <a:t>          "positive_count": 164,</a:t>
            </a:r>
          </a:p>
          <a:p>
            <a:r>
              <a:t>          "positive_rate": 0.5189873417721519,</a:t>
            </a:r>
          </a:p>
          <a:p>
            <a:r>
              <a:t>          "precision": 0.7024390243902439,</a:t>
            </a:r>
          </a:p>
          <a:p>
            <a:r>
              <a:t>          "recall": 0.8780487804878049,</a:t>
            </a:r>
          </a:p>
          <a:p>
            <a:r>
              <a:t>          "roc_auc": 0.6604621309370988,</a:t>
            </a:r>
          </a:p>
          <a:p>
            <a:r>
              <a:t>          "row_count": 316,</a:t>
            </a:r>
          </a:p>
          <a:p>
            <a:r>
              <a:t>          "threshold": 0.31999999999999995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0.8694267515923567,</a:t>
            </a:r>
          </a:p>
          <a:p>
            <a:r>
              <a:t>          "auc_prc": 0.9258057267313121,</a:t>
            </a:r>
          </a:p>
          <a:p>
            <a:r>
              <a:t>          "average_precision": 0.9260769786502197,</a:t>
            </a:r>
          </a:p>
          <a:p>
            <a:r>
              <a:t>          "balanced_accuracy": 0.8710201429499675,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133,</a:t>
            </a:r>
          </a:p>
          <a:p>
            <a:r>
              <a:t>              29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12,</a:t>
            </a:r>
          </a:p>
          <a:p>
            <a:r>
              <a:t>              140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0.8722741433021807,</a:t>
            </a:r>
          </a:p>
          <a:p>
            <a:r>
              <a:t>          "positive_count": 152,</a:t>
            </a:r>
          </a:p>
          <a:p>
            <a:r>
              <a:t>          "positive_rate": 0.4840764331210191,</a:t>
            </a:r>
          </a:p>
          <a:p>
            <a:r>
              <a:t>          "precision": 0.8284023668639053,</a:t>
            </a:r>
          </a:p>
          <a:p>
            <a:r>
              <a:t>          "recall": 0.9210526315789473,</a:t>
            </a:r>
          </a:p>
          <a:p>
            <a:r>
              <a:t>          "roc_auc": 0.9151234567901234,</a:t>
            </a:r>
          </a:p>
          <a:p>
            <a:r>
              <a:t>          "row_count": 314,</a:t>
            </a:r>
          </a:p>
          <a:p>
            <a:r>
              <a:t>          "threshold": 0.31999999999999995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"Tasks/task-summaries/validate-refactored-model-per-dataset-20260927-134055/artifacts/cluster-run/jira/results/model/words_10/NN/baseline/metrics.json",</a:t>
            </a:r>
          </a:p>
          <a:p>
            <a:r>
              <a:t>      "blob_sha1": "c52c32db46265b44ce2373548e02082e8faf7f8e",</a:t>
            </a:r>
          </a:p>
          <a:p>
            <a:r>
              <a:t>      "sha256": "875f968c1f92d79dac7ae795870696c11ae6af5d1c12ff2beec2f8f8cc249fa4",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0.6487341772151899,</a:t>
            </a:r>
          </a:p>
          <a:p>
            <a:r>
              <a:t>          "auc_prc": 0.5889108722863673,</a:t>
            </a:r>
          </a:p>
          <a:p>
            <a:r>
              <a:t>          "average_precision": 0.592620902011702,</a:t>
            </a:r>
          </a:p>
          <a:p>
            <a:r>
              <a:t>          "balanced_accuracy": 0.6483472400513479,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97,</a:t>
            </a:r>
          </a:p>
          <a:p>
            <a:r>
              <a:t>              55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56,</a:t>
            </a:r>
          </a:p>
          <a:p>
            <a:r>
              <a:t>              108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0.6605504587155964,</a:t>
            </a:r>
          </a:p>
          <a:p>
            <a:r>
              <a:t>          "positive_count": 164,</a:t>
            </a:r>
          </a:p>
          <a:p>
            <a:r>
              <a:t>          "positive_rate": 0.5189873417721519,</a:t>
            </a:r>
          </a:p>
          <a:p>
            <a:r>
              <a:t>          "precision": 0.6625766871165644,</a:t>
            </a:r>
          </a:p>
          <a:p>
            <a:r>
              <a:t>          "recall": 0.6585365853658537,</a:t>
            </a:r>
          </a:p>
          <a:p>
            <a:r>
              <a:t>          "roc_auc": 0.6678433889602053,</a:t>
            </a:r>
          </a:p>
          <a:p>
            <a:r>
              <a:t>          "row_count": 316,</a:t>
            </a:r>
          </a:p>
          <a:p>
            <a:r>
              <a:t>          "threshold": 0.25999999999999995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0.8662420382165605,</a:t>
            </a:r>
          </a:p>
          <a:p>
            <a:r>
              <a:t>          "auc_prc": 0.9227392689131598,</a:t>
            </a:r>
          </a:p>
          <a:p>
            <a:r>
              <a:t>          "average_precision": 0.9229712794598512,</a:t>
            </a:r>
          </a:p>
          <a:p>
            <a:r>
              <a:t>          "balanced_accuracy": 0.8648879142300194,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147,</a:t>
            </a:r>
          </a:p>
          <a:p>
            <a:r>
              <a:t>              15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27,</a:t>
            </a:r>
          </a:p>
          <a:p>
            <a:r>
              <a:t>              125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0.8561643835616439,</a:t>
            </a:r>
          </a:p>
          <a:p>
            <a:r>
              <a:t>          "positive_count": 152,</a:t>
            </a:r>
          </a:p>
          <a:p>
            <a:r>
              <a:t>          "positive_rate": 0.4840764331210191,</a:t>
            </a:r>
          </a:p>
          <a:p>
            <a:r>
              <a:t>          "precision": 0.8928571428571429,</a:t>
            </a:r>
          </a:p>
          <a:p>
            <a:r>
              <a:t>          "recall": 0.8223684210526315,</a:t>
            </a:r>
          </a:p>
          <a:p>
            <a:r>
              <a:t>          "roc_auc": 0.9069606887589343,</a:t>
            </a:r>
          </a:p>
          <a:p>
            <a:r>
              <a:t>          "row_count": 314,</a:t>
            </a:r>
          </a:p>
          <a:p>
            <a:r>
              <a:t>          "threshold": 0.25999999999999995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"Tasks/task-summaries/validate-refactored-model-per-dataset-20260927-134055/artifacts/cluster-run/jira/results/model/words_10/NN/refactored/metrics.json",</a:t>
            </a:r>
          </a:p>
          <a:p>
            <a:r>
              <a:t>      "blob_sha1": "b24526c148a31c98ffc99ff58c45c1ba900a0619",</a:t>
            </a:r>
          </a:p>
          <a:p>
            <a:r>
              <a:t>      "sha256": "a3a583e130dbe4313f5f6a5df5da7cdb552950a94218399a781f08e48ef83e07",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0.6107594936708861,</a:t>
            </a:r>
          </a:p>
          <a:p>
            <a:r>
              <a:t>          "auc_prc": 0.6035949461196317,</a:t>
            </a:r>
          </a:p>
          <a:p>
            <a:r>
              <a:t>          "average_precision": 0.6072351544996657,</a:t>
            </a:r>
          </a:p>
          <a:p>
            <a:r>
              <a:t>          "balanced_accuracy": 0.6122432605905006,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99,</a:t>
            </a:r>
          </a:p>
          <a:p>
            <a:r>
              <a:t>              53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70,</a:t>
            </a:r>
          </a:p>
          <a:p>
            <a:r>
              <a:t>              94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0.6045016077170419,</a:t>
            </a:r>
          </a:p>
          <a:p>
            <a:r>
              <a:t>          "positive_count": 164,</a:t>
            </a:r>
          </a:p>
          <a:p>
            <a:r>
              <a:t>          "positive_rate": 0.5189873417721519,</a:t>
            </a:r>
          </a:p>
          <a:p>
            <a:r>
              <a:t>          "precision": 0.6394557823129252,</a:t>
            </a:r>
          </a:p>
          <a:p>
            <a:r>
              <a:t>          "recall": 0.573170731707317,</a:t>
            </a:r>
          </a:p>
          <a:p>
            <a:r>
              <a:t>          "roc_auc": 0.6732991014120667,</a:t>
            </a:r>
          </a:p>
          <a:p>
            <a:r>
              <a:t>          "row_count": 316,</a:t>
            </a:r>
          </a:p>
          <a:p>
            <a:r>
              <a:t>          "threshold": 0.5399999999999999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0.8535031847133758,</a:t>
            </a:r>
          </a:p>
          <a:p>
            <a:r>
              <a:t>          "auc_prc": 0.9130902151973606,</a:t>
            </a:r>
          </a:p>
          <a:p>
            <a:r>
              <a:t>          "average_precision": 0.9133713050390566,</a:t>
            </a:r>
          </a:p>
          <a:p>
            <a:r>
              <a:t>          "balanced_accuracy": 0.8515269655620532,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148,</a:t>
            </a:r>
          </a:p>
          <a:p>
            <a:r>
              <a:t>              14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32,</a:t>
            </a:r>
          </a:p>
          <a:p>
            <a:r>
              <a:t>              120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0.8391608391608391,</a:t>
            </a:r>
          </a:p>
          <a:p>
            <a:r>
              <a:t>          "positive_count": 152,</a:t>
            </a:r>
          </a:p>
          <a:p>
            <a:r>
              <a:t>          "positive_rate": 0.4840764331210191,</a:t>
            </a:r>
          </a:p>
          <a:p>
            <a:r>
              <a:t>          "precision": 0.8955223880597015,</a:t>
            </a:r>
          </a:p>
          <a:p>
            <a:r>
              <a:t>          "recall": 0.7894736842105263,</a:t>
            </a:r>
          </a:p>
          <a:p>
            <a:r>
              <a:t>          "roc_auc": 0.8995695256660169,</a:t>
            </a:r>
          </a:p>
          <a:p>
            <a:r>
              <a:t>          "row_count": 314,</a:t>
            </a:r>
          </a:p>
          <a:p>
            <a:r>
              <a:t>          "threshold": 0.5399999999999999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"Tasks/task-summaries/validate-refactored-model-per-dataset-20260927-134055/artifacts/cluster-run/jira/results/model/words_15/RF/baseline/metrics.json",</a:t>
            </a:r>
          </a:p>
          <a:p>
            <a:r>
              <a:t>      "blob_sha1": "00a7cd641a6bb5dc23979ad18a520f3560c62709",</a:t>
            </a:r>
          </a:p>
          <a:p>
            <a:r>
              <a:t>      "sha256": "490ecb27f7ae4da5362a234fc226b89c190245ce5d485035c28841c212eae557",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0.46835443037974683,</a:t>
            </a:r>
          </a:p>
          <a:p>
            <a:r>
              <a:t>          "auc_prc": 0.5334270763837718,</a:t>
            </a:r>
          </a:p>
          <a:p>
            <a:r>
              <a:t>          "average_precision": 0.5386660778154069,</a:t>
            </a:r>
          </a:p>
          <a:p>
            <a:r>
              <a:t>          "balanced_accuracy": 0.47131410256410255,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110,</a:t>
            </a:r>
          </a:p>
          <a:p>
            <a:r>
              <a:t>              46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122,</a:t>
            </a:r>
          </a:p>
          <a:p>
            <a:r>
              <a:t>              38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0.31147540983606553,</a:t>
            </a:r>
          </a:p>
          <a:p>
            <a:r>
              <a:t>          "positive_count": 160,</a:t>
            </a:r>
          </a:p>
          <a:p>
            <a:r>
              <a:t>          "positive_rate": 0.5063291139240507,</a:t>
            </a:r>
          </a:p>
          <a:p>
            <a:r>
              <a:t>          "precision": 0.4523809523809524,</a:t>
            </a:r>
          </a:p>
          <a:p>
            <a:r>
              <a:t>          "recall": 0.2375,</a:t>
            </a:r>
          </a:p>
          <a:p>
            <a:r>
              <a:t>          "roc_auc": 0.625801282051282,</a:t>
            </a:r>
          </a:p>
          <a:p>
            <a:r>
              <a:t>          "row_count": 316,</a:t>
            </a:r>
          </a:p>
          <a:p>
            <a:r>
              <a:t>          "threshold": 0.38999999999999996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0.8375796178343949,</a:t>
            </a:r>
          </a:p>
          <a:p>
            <a:r>
              <a:t>          "auc_prc": 0.890131048911036,</a:t>
            </a:r>
          </a:p>
          <a:p>
            <a:r>
              <a:t>          "average_precision": 0.8904871583436398,</a:t>
            </a:r>
          </a:p>
          <a:p>
            <a:r>
              <a:t>          "balanced_accuracy": 0.8256860098965362,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164,</a:t>
            </a:r>
          </a:p>
          <a:p>
            <a:r>
              <a:t>              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44,</a:t>
            </a:r>
          </a:p>
          <a:p>
            <a:r>
              <a:t>              99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0.7951807228915663,</a:t>
            </a:r>
          </a:p>
          <a:p>
            <a:r>
              <a:t>          "positive_count": 143,</a:t>
            </a:r>
          </a:p>
          <a:p>
            <a:r>
              <a:t>          "positive_rate": 0.4554140127388535,</a:t>
            </a:r>
          </a:p>
          <a:p>
            <a:r>
              <a:t>          "precision": 0.9339622641509434,</a:t>
            </a:r>
          </a:p>
          <a:p>
            <a:r>
              <a:t>          "recall": 0.6923076923076923,</a:t>
            </a:r>
          </a:p>
          <a:p>
            <a:r>
              <a:t>          "roc_auc": 0.8837770416717785,</a:t>
            </a:r>
          </a:p>
          <a:p>
            <a:r>
              <a:t>          "row_count": 314,</a:t>
            </a:r>
          </a:p>
          <a:p>
            <a:r>
              <a:t>          "threshold": 0.38999999999999996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"Tasks/task-summaries/validate-refactored-model-per-dataset-20260927-134055/artifacts/cluster-run/jira/results/model/words_15/RF/refactored/metrics.json",</a:t>
            </a:r>
          </a:p>
          <a:p>
            <a:r>
              <a:t>      "blob_sha1": "4b5c0ca0cc86bae063da7f66e74946334b27ce13",</a:t>
            </a:r>
          </a:p>
          <a:p>
            <a:r>
              <a:t>      "sha256": "2557ef95ed3d7222b3595d563704d4088b42d6c56fae03a226f2fe87307a1a98",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0.6613924050632911,</a:t>
            </a:r>
          </a:p>
          <a:p>
            <a:r>
              <a:t>          "auc_prc": 0.5480481975424383,</a:t>
            </a:r>
          </a:p>
          <a:p>
            <a:r>
              <a:t>          "average_precision": 0.5516707048583218,</a:t>
            </a:r>
          </a:p>
          <a:p>
            <a:r>
              <a:t>          "balanced_accuracy": 0.6604166666666667,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91,</a:t>
            </a:r>
          </a:p>
          <a:p>
            <a:r>
              <a:t>              65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42,</a:t>
            </a:r>
          </a:p>
          <a:p>
            <a:r>
              <a:t>              118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0.6880466472303207,</a:t>
            </a:r>
          </a:p>
          <a:p>
            <a:r>
              <a:t>          "positive_count": 160,</a:t>
            </a:r>
          </a:p>
          <a:p>
            <a:r>
              <a:t>          "positive_rate": 0.5063291139240507,</a:t>
            </a:r>
          </a:p>
          <a:p>
            <a:r>
              <a:t>          "precision": 0.644808743169399,</a:t>
            </a:r>
          </a:p>
          <a:p>
            <a:r>
              <a:t>          "recall": 0.7375,</a:t>
            </a:r>
          </a:p>
          <a:p>
            <a:r>
              <a:t>          "roc_auc": 0.6473557692307692,</a:t>
            </a:r>
          </a:p>
          <a:p>
            <a:r>
              <a:t>          "row_count": 316,</a:t>
            </a:r>
          </a:p>
          <a:p>
            <a:r>
              <a:t>          "threshold": 0.38999999999999996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0.8312101910828026,</a:t>
            </a:r>
          </a:p>
          <a:p>
            <a:r>
              <a:t>          "auc_prc": 0.9090355164496924,</a:t>
            </a:r>
          </a:p>
          <a:p>
            <a:r>
              <a:t>          "average_precision": 0.9093351845094046,</a:t>
            </a:r>
          </a:p>
          <a:p>
            <a:r>
              <a:t>          "balanced_accuracy": 0.8307160675581728,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143,</a:t>
            </a:r>
          </a:p>
          <a:p>
            <a:r>
              <a:t>              28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25,</a:t>
            </a:r>
          </a:p>
          <a:p>
            <a:r>
              <a:t>              118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0.8166089965397925,</a:t>
            </a:r>
          </a:p>
          <a:p>
            <a:r>
              <a:t>          "positive_count": 143,</a:t>
            </a:r>
          </a:p>
          <a:p>
            <a:r>
              <a:t>          "positive_rate": 0.4554140127388535,</a:t>
            </a:r>
          </a:p>
          <a:p>
            <a:r>
              <a:t>          "precision": 0.8082191780821918,</a:t>
            </a:r>
          </a:p>
          <a:p>
            <a:r>
              <a:t>          "recall": 0.8251748251748252,</a:t>
            </a:r>
          </a:p>
          <a:p>
            <a:r>
              <a:t>          "roc_auc": 0.9036927984296406,</a:t>
            </a:r>
          </a:p>
          <a:p>
            <a:r>
              <a:t>          "row_count": 314,</a:t>
            </a:r>
          </a:p>
          <a:p>
            <a:r>
              <a:t>          "threshold": 0.38999999999999996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"Tasks/task-summaries/validate-refactored-model-per-dataset-20260927-134055/artifacts/cluster-run/jira/results/model/words_15/XGboost/baseline/metrics.json",</a:t>
            </a:r>
          </a:p>
          <a:p>
            <a:r>
              <a:t>      "blob_sha1": "807a4819ac6b70bf35182cb8e865e727efcde962",</a:t>
            </a:r>
          </a:p>
          <a:p>
            <a:r>
              <a:t>      "sha256": "4d2c9ac77af38f53cfb484f7d446b44226d3c4f75d5780416b83a1c7b0ae88a9",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0.439873417721519,</a:t>
            </a:r>
          </a:p>
          <a:p>
            <a:r>
              <a:t>          "auc_prc": 0.5196458711317348,</a:t>
            </a:r>
          </a:p>
          <a:p>
            <a:r>
              <a:t>          "average_precision": 0.5248660566087113,</a:t>
            </a:r>
          </a:p>
          <a:p>
            <a:r>
              <a:t>          "balanced_accuracy": 0.4438301282051282,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118,</a:t>
            </a:r>
          </a:p>
          <a:p>
            <a:r>
              <a:t>              38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139,</a:t>
            </a:r>
          </a:p>
          <a:p>
            <a:r>
              <a:t>              21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0.1917808219178082,</a:t>
            </a:r>
          </a:p>
          <a:p>
            <a:r>
              <a:t>          "positive_count": 160,</a:t>
            </a:r>
          </a:p>
          <a:p>
            <a:r>
              <a:t>          "positive_rate": 0.5063291139240507,</a:t>
            </a:r>
          </a:p>
          <a:p>
            <a:r>
              <a:t>          "precision": 0.3559322033898305,</a:t>
            </a:r>
          </a:p>
          <a:p>
            <a:r>
              <a:t>          "recall": 0.13125,</a:t>
            </a:r>
          </a:p>
          <a:p>
            <a:r>
              <a:t>          "roc_auc": 0.6128004807692308,</a:t>
            </a:r>
          </a:p>
          <a:p>
            <a:r>
              <a:t>          "row_count": 316,</a:t>
            </a:r>
          </a:p>
          <a:p>
            <a:r>
              <a:t>          "threshold": 0.4499999999999999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0.8407643312101911,</a:t>
            </a:r>
          </a:p>
          <a:p>
            <a:r>
              <a:t>          "auc_prc": 0.8901593126746976,</a:t>
            </a:r>
          </a:p>
          <a:p>
            <a:r>
              <a:t>          "average_precision": 0.8905565732318951,</a:t>
            </a:r>
          </a:p>
          <a:p>
            <a:r>
              <a:t>          "balanced_accuracy": 0.8274649327280906,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167,</a:t>
            </a:r>
          </a:p>
          <a:p>
            <a:r>
              <a:t>              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46,</a:t>
            </a:r>
          </a:p>
          <a:p>
            <a:r>
              <a:t>              97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0.7950819672131149,</a:t>
            </a:r>
          </a:p>
          <a:p>
            <a:r>
              <a:t>          "positive_count": 143,</a:t>
            </a:r>
          </a:p>
          <a:p>
            <a:r>
              <a:t>          "positive_rate": 0.4554140127388535,</a:t>
            </a:r>
          </a:p>
          <a:p>
            <a:r>
              <a:t>          "precision": 0.9603960396039604,</a:t>
            </a:r>
          </a:p>
          <a:p>
            <a:r>
              <a:t>          "recall": 0.6783216783216783,</a:t>
            </a:r>
          </a:p>
          <a:p>
            <a:r>
              <a:t>          "roc_auc": 0.8781131149552203,</a:t>
            </a:r>
          </a:p>
          <a:p>
            <a:r>
              <a:t>          "row_count": 314,</a:t>
            </a:r>
          </a:p>
          <a:p>
            <a:r>
              <a:t>          "threshold": 0.4499999999999999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"Tasks/task-summaries/validate-refactored-model-per-dataset-20260927-134055/artifacts/cluster-run/jira/results/model/words_15/XGboost/refactored/metrics.json",</a:t>
            </a:r>
          </a:p>
          <a:p>
            <a:r>
              <a:t>      "blob_sha1": "0913a87e24b47034f6c1d91b5ae402b4245ad91f",</a:t>
            </a:r>
          </a:p>
          <a:p>
            <a:r>
              <a:t>      "sha256": "66f3c842f5ef6fb3da76e709c6e57a476611cf919a40823f0190e3bf20428b75",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0.7088607594936709,</a:t>
            </a:r>
          </a:p>
          <a:p>
            <a:r>
              <a:t>          "auc_prc": 0.5472892979370305,</a:t>
            </a:r>
          </a:p>
          <a:p>
            <a:r>
              <a:t>          "average_precision": 0.5521474289143389,</a:t>
            </a:r>
          </a:p>
          <a:p>
            <a:r>
              <a:t>          "balanced_accuracy": 0.7071314102564102,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89,</a:t>
            </a:r>
          </a:p>
          <a:p>
            <a:r>
              <a:t>              67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25,</a:t>
            </a:r>
          </a:p>
          <a:p>
            <a:r>
              <a:t>              135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0.7458563535911602,</a:t>
            </a:r>
          </a:p>
          <a:p>
            <a:r>
              <a:t>          "positive_count": 160,</a:t>
            </a:r>
          </a:p>
          <a:p>
            <a:r>
              <a:t>          "positive_rate": 0.5063291139240507,</a:t>
            </a:r>
          </a:p>
          <a:p>
            <a:r>
              <a:t>          "precision": 0.6683168316831684,</a:t>
            </a:r>
          </a:p>
          <a:p>
            <a:r>
              <a:t>          "recall": 0.84375,</a:t>
            </a:r>
          </a:p>
          <a:p>
            <a:r>
              <a:t>          "roc_auc": 0.6557892628205129,</a:t>
            </a:r>
          </a:p>
          <a:p>
            <a:r>
              <a:t>          "row_count": 316,</a:t>
            </a:r>
          </a:p>
          <a:p>
            <a:r>
              <a:t>          "threshold": 0.20999999999999996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0.8535031847133758,</a:t>
            </a:r>
          </a:p>
          <a:p>
            <a:r>
              <a:t>          "auc_prc": 0.9222958445024516,</a:t>
            </a:r>
          </a:p>
          <a:p>
            <a:r>
              <a:t>          "average_precision": 0.9226736818655735,</a:t>
            </a:r>
          </a:p>
          <a:p>
            <a:r>
              <a:t>          "balanced_accuracy": 0.8580542264752791,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138,</a:t>
            </a:r>
          </a:p>
          <a:p>
            <a:r>
              <a:t>              33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13,</a:t>
            </a:r>
          </a:p>
          <a:p>
            <a:r>
              <a:t>              130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0.8496732026143791,</a:t>
            </a:r>
          </a:p>
          <a:p>
            <a:r>
              <a:t>          "positive_count": 143,</a:t>
            </a:r>
          </a:p>
          <a:p>
            <a:r>
              <a:t>          "positive_rate": 0.4554140127388535,</a:t>
            </a:r>
          </a:p>
          <a:p>
            <a:r>
              <a:t>          "precision": 0.7975460122699386,</a:t>
            </a:r>
          </a:p>
          <a:p>
            <a:r>
              <a:t>          "recall": 0.9090909090909091,</a:t>
            </a:r>
          </a:p>
          <a:p>
            <a:r>
              <a:t>          "roc_auc": 0.9195190774138142,</a:t>
            </a:r>
          </a:p>
          <a:p>
            <a:r>
              <a:t>          "row_count": 314,</a:t>
            </a:r>
          </a:p>
          <a:p>
            <a:r>
              <a:t>          "threshold": 0.20999999999999996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"Tasks/task-summaries/validate-refactored-model-per-dataset-20260927-134055/artifacts/cluster-run/jira/results/model/words_15/NN/baseline/metrics.json",</a:t>
            </a:r>
          </a:p>
          <a:p>
            <a:r>
              <a:t>      "blob_sha1": "fc352c8dae75f2ffef0cc3709ff54e581fcdc93d",</a:t>
            </a:r>
          </a:p>
          <a:p>
            <a:r>
              <a:t>      "sha256": "53b24ef80a82718a69f5375f33d453df424afb019211fe924bd490c4322f4b0e",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0.6582278481012658,</a:t>
            </a:r>
          </a:p>
          <a:p>
            <a:r>
              <a:t>          "auc_prc": 0.5885068459339253,</a:t>
            </a:r>
          </a:p>
          <a:p>
            <a:r>
              <a:t>          "average_precision": 0.5922779116216248,</a:t>
            </a:r>
          </a:p>
          <a:p>
            <a:r>
              <a:t>          "balanced_accuracy": 0.6579326923076922,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99,</a:t>
            </a:r>
          </a:p>
          <a:p>
            <a:r>
              <a:t>              57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51,</a:t>
            </a:r>
          </a:p>
          <a:p>
            <a:r>
              <a:t>              109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0.6687116564417177,</a:t>
            </a:r>
          </a:p>
          <a:p>
            <a:r>
              <a:t>          "positive_count": 160,</a:t>
            </a:r>
          </a:p>
          <a:p>
            <a:r>
              <a:t>          "positive_rate": 0.5063291139240507,</a:t>
            </a:r>
          </a:p>
          <a:p>
            <a:r>
              <a:t>          "precision": 0.6566265060240963,</a:t>
            </a:r>
          </a:p>
          <a:p>
            <a:r>
              <a:t>          "recall": 0.68125,</a:t>
            </a:r>
          </a:p>
          <a:p>
            <a:r>
              <a:t>          "roc_auc": 0.6823717948717949,</a:t>
            </a:r>
          </a:p>
          <a:p>
            <a:r>
              <a:t>          "row_count": 316,</a:t>
            </a:r>
          </a:p>
          <a:p>
            <a:r>
              <a:t>          "threshold": 0.16999999999999998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0.8821656050955414,</a:t>
            </a:r>
          </a:p>
          <a:p>
            <a:r>
              <a:t>          "auc_prc": 0.9112727708629749,</a:t>
            </a:r>
          </a:p>
          <a:p>
            <a:r>
              <a:t>          "average_precision": 0.9117723881725495,</a:t>
            </a:r>
          </a:p>
          <a:p>
            <a:r>
              <a:t>          "balanced_accuracy": 0.8797898008424324,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155,</a:t>
            </a:r>
          </a:p>
          <a:p>
            <a:r>
              <a:t>              16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21,</a:t>
            </a:r>
          </a:p>
          <a:p>
            <a:r>
              <a:t>              122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0.8683274021352313,</a:t>
            </a:r>
          </a:p>
          <a:p>
            <a:r>
              <a:t>          "positive_count": 143,</a:t>
            </a:r>
          </a:p>
          <a:p>
            <a:r>
              <a:t>          "positive_rate": 0.4554140127388535,</a:t>
            </a:r>
          </a:p>
          <a:p>
            <a:r>
              <a:t>          "precision": 0.8840579710144928,</a:t>
            </a:r>
          </a:p>
          <a:p>
            <a:r>
              <a:t>          "recall": 0.8531468531468531,</a:t>
            </a:r>
          </a:p>
          <a:p>
            <a:r>
              <a:t>          "roc_auc": 0.9170244959718644,</a:t>
            </a:r>
          </a:p>
          <a:p>
            <a:r>
              <a:t>          "row_count": 314,</a:t>
            </a:r>
          </a:p>
          <a:p>
            <a:r>
              <a:t>          "threshold": 0.16999999999999998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"Tasks/task-summaries/validate-refactored-model-per-dataset-20260927-134055/artifacts/cluster-run/jira/results/model/words_15/NN/refactored/metrics.json",</a:t>
            </a:r>
          </a:p>
          <a:p>
            <a:r>
              <a:t>      "blob_sha1": "2ea42b260302839c366556cdbfb37de03b3888fe",</a:t>
            </a:r>
          </a:p>
          <a:p>
            <a:r>
              <a:t>      "sha256": "229b0c73c613855ceb6df94f53aecdd4c34a121ece28584908dbcb161d65c018",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0.6582278481012658,</a:t>
            </a:r>
          </a:p>
          <a:p>
            <a:r>
              <a:t>          "auc_prc": 0.6023896140602406,</a:t>
            </a:r>
          </a:p>
          <a:p>
            <a:r>
              <a:t>          "average_precision": 0.6061305330283797,</a:t>
            </a:r>
          </a:p>
          <a:p>
            <a:r>
              <a:t>          "balanced_accuracy": 0.6578525641025641,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98,</a:t>
            </a:r>
          </a:p>
          <a:p>
            <a:r>
              <a:t>              58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50,</a:t>
            </a:r>
          </a:p>
          <a:p>
            <a:r>
              <a:t>              110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0.6707317073170732,</a:t>
            </a:r>
          </a:p>
          <a:p>
            <a:r>
              <a:t>          "positive_count": 160,</a:t>
            </a:r>
          </a:p>
          <a:p>
            <a:r>
              <a:t>          "positive_rate": 0.5063291139240507,</a:t>
            </a:r>
          </a:p>
          <a:p>
            <a:r>
              <a:t>          "precision": 0.6547619047619048,</a:t>
            </a:r>
          </a:p>
          <a:p>
            <a:r>
              <a:t>          "recall": 0.6875,</a:t>
            </a:r>
          </a:p>
          <a:p>
            <a:r>
              <a:t>          "roc_auc": 0.6807291666666667,</a:t>
            </a:r>
          </a:p>
          <a:p>
            <a:r>
              <a:t>          "row_count": 316,</a:t>
            </a:r>
          </a:p>
          <a:p>
            <a:r>
              <a:t>          "threshold": 0.05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0.8662420382165605,</a:t>
            </a:r>
          </a:p>
          <a:p>
            <a:r>
              <a:t>          "auc_prc": 0.8887705538024393,</a:t>
            </a:r>
          </a:p>
          <a:p>
            <a:r>
              <a:t>          "average_precision": 0.8896802184012125,</a:t>
            </a:r>
          </a:p>
          <a:p>
            <a:r>
              <a:t>          "balanced_accuracy": 0.8668874984664459,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147,</a:t>
            </a:r>
          </a:p>
          <a:p>
            <a:r>
              <a:t>              24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18,</a:t>
            </a:r>
          </a:p>
          <a:p>
            <a:r>
              <a:t>              125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0.8561643835616438,</a:t>
            </a:r>
          </a:p>
          <a:p>
            <a:r>
              <a:t>          "positive_count": 143,</a:t>
            </a:r>
          </a:p>
          <a:p>
            <a:r>
              <a:t>          "positive_rate": 0.4554140127388535,</a:t>
            </a:r>
          </a:p>
          <a:p>
            <a:r>
              <a:t>          "precision": 0.8389261744966443,</a:t>
            </a:r>
          </a:p>
          <a:p>
            <a:r>
              <a:t>          "recall": 0.8741258741258742,</a:t>
            </a:r>
          </a:p>
          <a:p>
            <a:r>
              <a:t>          "roc_auc": 0.9064327485380117,</a:t>
            </a:r>
          </a:p>
          <a:p>
            <a:r>
              <a:t>          "row_count": 314,</a:t>
            </a:r>
          </a:p>
          <a:p>
            <a:r>
              <a:t>          "threshold": 0.05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"Tasks/task-summaries/validate-refactored-model-per-dataset-20260927-134055/artifacts/cluster-run/jira/results/model/words_20/RF/baseline/metrics.json",</a:t>
            </a:r>
          </a:p>
          <a:p>
            <a:r>
              <a:t>      "blob_sha1": "70ed48857759eef3194f2c10d6e1589ef3890de8",</a:t>
            </a:r>
          </a:p>
          <a:p>
            <a:r>
              <a:t>      "sha256": "f415599a826e56f615f08409350f5b1a123c830ec7e57beda4081e5e0ca52d4c",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0.7215189873417721,</a:t>
            </a:r>
          </a:p>
          <a:p>
            <a:r>
              <a:t>          "auc_prc": 0.19499981723367565,</a:t>
            </a:r>
          </a:p>
          <a:p>
            <a:r>
              <a:t>          "average_precision": 0.2075819328647004,</a:t>
            </a:r>
          </a:p>
          <a:p>
            <a:r>
              <a:t>          "balanced_accuracy": 0.57019955654102,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213,</a:t>
            </a:r>
          </a:p>
          <a:p>
            <a:r>
              <a:t>              62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26,</a:t>
            </a:r>
          </a:p>
          <a:p>
            <a:r>
              <a:t>              15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0.2542372881355932,</a:t>
            </a:r>
          </a:p>
          <a:p>
            <a:r>
              <a:t>          "positive_count": 41,</a:t>
            </a:r>
          </a:p>
          <a:p>
            <a:r>
              <a:t>          "positive_rate": 0.12974683544303797,</a:t>
            </a:r>
          </a:p>
          <a:p>
            <a:r>
              <a:t>          "precision": 0.19480519480519481,</a:t>
            </a:r>
          </a:p>
          <a:p>
            <a:r>
              <a:t>          "recall": 0.36585365853658536,</a:t>
            </a:r>
          </a:p>
          <a:p>
            <a:r>
              <a:t>          "roc_auc": 0.5887361419068736,</a:t>
            </a:r>
          </a:p>
          <a:p>
            <a:r>
              <a:t>          "row_count": 316,</a:t>
            </a:r>
          </a:p>
          <a:p>
            <a:r>
              <a:t>          "threshold": 0.15999999999999998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0.8375796178343949,</a:t>
            </a:r>
          </a:p>
          <a:p>
            <a:r>
              <a:t>          "auc_prc": 0.1546501417566886,</a:t>
            </a:r>
          </a:p>
          <a:p>
            <a:r>
              <a:t>          "average_precision": 0.1622829570687164,</a:t>
            </a:r>
          </a:p>
          <a:p>
            <a:r>
              <a:t>          "balanced_accuracy": 0.667350579839429,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254,</a:t>
            </a:r>
          </a:p>
          <a:p>
            <a:r>
              <a:t>              41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0.2608695652173913,</a:t>
            </a:r>
          </a:p>
          <a:p>
            <a:r>
              <a:t>          "positive_count": 19,</a:t>
            </a:r>
          </a:p>
          <a:p>
            <a:r>
              <a:t>          "positive_rate": 0.06050955414012739,</a:t>
            </a:r>
          </a:p>
          <a:p>
            <a:r>
              <a:t>          "precision": 0.18,</a:t>
            </a:r>
          </a:p>
          <a:p>
            <a:r>
              <a:t>          "recall": 0.47368421052631576,</a:t>
            </a:r>
          </a:p>
          <a:p>
            <a:r>
              <a:t>          "roc_auc": 0.6333630686886709,</a:t>
            </a:r>
          </a:p>
          <a:p>
            <a:r>
              <a:t>          "row_count": 314,</a:t>
            </a:r>
          </a:p>
          <a:p>
            <a:r>
              <a:t>          "threshold": 0.15999999999999998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"Tasks/task-summaries/validate-refactored-model-per-dataset-20260927-134055/artifacts/cluster-run/jira/results/model/words_20/RF/refactored/metrics.json",</a:t>
            </a:r>
          </a:p>
          <a:p>
            <a:r>
              <a:t>      "blob_sha1": "8d9cfe1120db4155022e5324c01b2084a1662402",</a:t>
            </a:r>
          </a:p>
          <a:p>
            <a:r>
              <a:t>      "sha256": "dd4b5fb0a4d5294253016af8c48558af81d687ca4d3e11f5b624eb330fcdafe2",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0.7373417721518988,</a:t>
            </a:r>
          </a:p>
          <a:p>
            <a:r>
              <a:t>          "auc_prc": 0.24780245065581596,</a:t>
            </a:r>
          </a:p>
          <a:p>
            <a:r>
              <a:t>          "average_precision": 0.26312364979218633,</a:t>
            </a:r>
          </a:p>
          <a:p>
            <a:r>
              <a:t>          "balanced_accuracy": 0.5896674057649667,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217,</a:t>
            </a:r>
          </a:p>
          <a:p>
            <a:r>
              <a:t>              58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25,</a:t>
            </a:r>
          </a:p>
          <a:p>
            <a:r>
              <a:t>              16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0.2782608695652174,</a:t>
            </a:r>
          </a:p>
          <a:p>
            <a:r>
              <a:t>          "positive_count": 41,</a:t>
            </a:r>
          </a:p>
          <a:p>
            <a:r>
              <a:t>          "positive_rate": 0.12974683544303797,</a:t>
            </a:r>
          </a:p>
          <a:p>
            <a:r>
              <a:t>          "precision": 0.21621621621621623,</a:t>
            </a:r>
          </a:p>
          <a:p>
            <a:r>
              <a:t>          "recall": 0.3902439024390244,</a:t>
            </a:r>
          </a:p>
          <a:p>
            <a:r>
              <a:t>          "roc_auc": 0.6307760532150776,</a:t>
            </a:r>
          </a:p>
          <a:p>
            <a:r>
              <a:t>          "row_count": 316,</a:t>
            </a:r>
          </a:p>
          <a:p>
            <a:r>
              <a:t>          "threshold": 0.20999999999999996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0.8439490445859873,</a:t>
            </a:r>
          </a:p>
          <a:p>
            <a:r>
              <a:t>          "auc_prc": 0.14633621725289353,</a:t>
            </a:r>
          </a:p>
          <a:p>
            <a:r>
              <a:t>          "average_precision": 0.15338818170956137,</a:t>
            </a:r>
          </a:p>
          <a:p>
            <a:r>
              <a:t>          "balanced_accuracy": 0.6461195361284567,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257,</a:t>
            </a:r>
          </a:p>
          <a:p>
            <a:r>
              <a:t>              38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0.24615384615384617,</a:t>
            </a:r>
          </a:p>
          <a:p>
            <a:r>
              <a:t>          "positive_count": 19,</a:t>
            </a:r>
          </a:p>
          <a:p>
            <a:r>
              <a:t>          "positive_rate": 0.06050955414012739,</a:t>
            </a:r>
          </a:p>
          <a:p>
            <a:r>
              <a:t>          "precision": 0.17391304347826086,</a:t>
            </a:r>
          </a:p>
          <a:p>
            <a:r>
              <a:t>          "recall": 0.42105263157894735,</a:t>
            </a:r>
          </a:p>
          <a:p>
            <a:r>
              <a:t>          "roc_auc": 0.6410347903657448,</a:t>
            </a:r>
          </a:p>
          <a:p>
            <a:r>
              <a:t>          "row_count": 314,</a:t>
            </a:r>
          </a:p>
          <a:p>
            <a:r>
              <a:t>          "threshold": 0.20999999999999996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"Tasks/task-summaries/validate-refactored-model-per-dataset-20260927-134055/artifacts/cluster-run/jira/results/model/words_20/XGboost/baseline/metrics.json",</a:t>
            </a:r>
          </a:p>
          <a:p>
            <a:r>
              <a:t>      "blob_sha1": "d2aa60ef629cce13adf5332064f093301388b918",</a:t>
            </a:r>
          </a:p>
          <a:p>
            <a:r>
              <a:t>      "sha256": "2f2b49f16a4a8185edc4e235c8c60f3b3a955ba2bbd2b78bc14b489a3fdc0856",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0.8386075949367089,</a:t>
            </a:r>
          </a:p>
          <a:p>
            <a:r>
              <a:t>          "auc_prc": 0.27391727051659276,</a:t>
            </a:r>
          </a:p>
          <a:p>
            <a:r>
              <a:t>          "average_precision": 0.28341467658064823,</a:t>
            </a:r>
          </a:p>
          <a:p>
            <a:r>
              <a:t>          "balanced_accuracy": 0.5855875831485587,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255,</a:t>
            </a:r>
          </a:p>
          <a:p>
            <a:r>
              <a:t>              20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31,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0.28169014084507044,</a:t>
            </a:r>
          </a:p>
          <a:p>
            <a:r>
              <a:t>          "positive_count": 41,</a:t>
            </a:r>
          </a:p>
          <a:p>
            <a:r>
              <a:t>          "positive_rate": 0.12974683544303797,</a:t>
            </a:r>
          </a:p>
          <a:p>
            <a:r>
              <a:t>          "precision": 0.3333333333333333,</a:t>
            </a:r>
          </a:p>
          <a:p>
            <a:r>
              <a:t>          "recall": 0.24390243902439024,</a:t>
            </a:r>
          </a:p>
          <a:p>
            <a:r>
              <a:t>          "roc_auc": 0.5960975609756097,</a:t>
            </a:r>
          </a:p>
          <a:p>
            <a:r>
              <a:t>          "row_count": 316,</a:t>
            </a:r>
          </a:p>
          <a:p>
            <a:r>
              <a:t>          "threshold": 0.25999999999999995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0.9331210191082803,</a:t>
            </a:r>
          </a:p>
          <a:p>
            <a:r>
              <a:t>          "auc_prc": 0.12307707890496646,</a:t>
            </a:r>
          </a:p>
          <a:p>
            <a:r>
              <a:t>          "average_precision": 0.14275379577372868,</a:t>
            </a:r>
          </a:p>
          <a:p>
            <a:r>
              <a:t>          "balanced_accuracy": 0.5704727921498662,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290,</a:t>
            </a:r>
          </a:p>
          <a:p>
            <a:r>
              <a:t>              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16,</a:t>
            </a:r>
          </a:p>
          <a:p>
            <a:r>
              <a:t>              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0.22222222222222218,</a:t>
            </a:r>
          </a:p>
          <a:p>
            <a:r>
              <a:t>          "positive_count": 19,</a:t>
            </a:r>
          </a:p>
          <a:p>
            <a:r>
              <a:t>          "positive_rate": 0.06050955414012739,</a:t>
            </a:r>
          </a:p>
          <a:p>
            <a:r>
              <a:t>          "precision": 0.375,</a:t>
            </a:r>
          </a:p>
          <a:p>
            <a:r>
              <a:t>          "recall": 0.15789473684210525,</a:t>
            </a:r>
          </a:p>
          <a:p>
            <a:r>
              <a:t>          "roc_auc": 0.6161462979482605,</a:t>
            </a:r>
          </a:p>
          <a:p>
            <a:r>
              <a:t>          "row_count": 314,</a:t>
            </a:r>
          </a:p>
          <a:p>
            <a:r>
              <a:t>          "threshold": 0.25999999999999995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"Tasks/task-summaries/validate-refactored-model-per-dataset-20260927-134055/artifacts/cluster-run/jira/results/model/words_20/XGboost/refactored/metrics.json",</a:t>
            </a:r>
          </a:p>
          <a:p>
            <a:r>
              <a:t>      "blob_sha1": "54d28e35eedee69fa3d5f62cf35266ff7c20edeb",</a:t>
            </a:r>
          </a:p>
          <a:p>
            <a:r>
              <a:t>      "sha256": "218e5c8bc173358260fbc30e822e6a625b3adaafd2035d3ce43ae4c5e61d0128",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0.8069620253164557,</a:t>
            </a:r>
          </a:p>
          <a:p>
            <a:r>
              <a:t>          "auc_prc": 0.20133219983410924,</a:t>
            </a:r>
          </a:p>
          <a:p>
            <a:r>
              <a:t>          "average_precision": 0.20910101923602475,</a:t>
            </a:r>
          </a:p>
          <a:p>
            <a:r>
              <a:t>          "balanced_accuracy": 0.5362749445676275,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248,</a:t>
            </a:r>
          </a:p>
          <a:p>
            <a:r>
              <a:t>              27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34,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0.18666666666666668,</a:t>
            </a:r>
          </a:p>
          <a:p>
            <a:r>
              <a:t>          "positive_count": 41,</a:t>
            </a:r>
          </a:p>
          <a:p>
            <a:r>
              <a:t>          "positive_rate": 0.12974683544303797,</a:t>
            </a:r>
          </a:p>
          <a:p>
            <a:r>
              <a:t>          "precision": 0.20588235294117646,</a:t>
            </a:r>
          </a:p>
          <a:p>
            <a:r>
              <a:t>          "recall": 0.17073170731707318,</a:t>
            </a:r>
          </a:p>
          <a:p>
            <a:r>
              <a:t>          "roc_auc": 0.5774722838137473,</a:t>
            </a:r>
          </a:p>
          <a:p>
            <a:r>
              <a:t>          "row_count": 316,</a:t>
            </a:r>
          </a:p>
          <a:p>
            <a:r>
              <a:t>          "threshold": 0.41999999999999993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0.910828025477707,</a:t>
            </a:r>
          </a:p>
          <a:p>
            <a:r>
              <a:t>          "auc_prc": 0.12459386892903004,</a:t>
            </a:r>
          </a:p>
          <a:p>
            <a:r>
              <a:t>          "average_precision": 0.1425631826925058,</a:t>
            </a:r>
          </a:p>
          <a:p>
            <a:r>
              <a:t>          "balanced_accuracy": 0.5832292595896521,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282,</a:t>
            </a:r>
          </a:p>
          <a:p>
            <a:r>
              <a:t>              13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15,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0.2222222222222222,</a:t>
            </a:r>
          </a:p>
          <a:p>
            <a:r>
              <a:t>          "positive_count": 19,</a:t>
            </a:r>
          </a:p>
          <a:p>
            <a:r>
              <a:t>          "positive_rate": 0.06050955414012739,</a:t>
            </a:r>
          </a:p>
          <a:p>
            <a:r>
              <a:t>          "precision": 0.23529411764705882,</a:t>
            </a:r>
          </a:p>
          <a:p>
            <a:r>
              <a:t>          "recall": 0.21052631578947367,</a:t>
            </a:r>
          </a:p>
          <a:p>
            <a:r>
              <a:t>          "roc_auc": 0.6141837644959858,</a:t>
            </a:r>
          </a:p>
          <a:p>
            <a:r>
              <a:t>          "row_count": 314,</a:t>
            </a:r>
          </a:p>
          <a:p>
            <a:r>
              <a:t>          "threshold": 0.41999999999999993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"Tasks/task-summaries/validate-refactored-model-per-dataset-20260927-134055/artifacts/cluster-run/jira/results/model/words_20/NN/baseline/metrics.json",</a:t>
            </a:r>
          </a:p>
          <a:p>
            <a:r>
              <a:t>      "blob_sha1": "20cb3eba60c4efc0a77c3e4f50bf2ab035cbd978",</a:t>
            </a:r>
          </a:p>
          <a:p>
            <a:r>
              <a:t>      "sha256": "8f9551c80210353d86b938ca317a9d366fb893c57c84a7c4f4812c87ac0fd8f8",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0.7658227848101266,</a:t>
            </a:r>
          </a:p>
          <a:p>
            <a:r>
              <a:t>          "auc_prc": 0.20607698501000113,</a:t>
            </a:r>
          </a:p>
          <a:p>
            <a:r>
              <a:t>          "average_precision": 0.2141214583870924,</a:t>
            </a:r>
          </a:p>
          <a:p>
            <a:r>
              <a:t>          "balanced_accuracy": 0.5437694013303769,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232,</a:t>
            </a:r>
          </a:p>
          <a:p>
            <a:r>
              <a:t>              43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31,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0.2127659574468085,</a:t>
            </a:r>
          </a:p>
          <a:p>
            <a:r>
              <a:t>          "positive_count": 41,</a:t>
            </a:r>
          </a:p>
          <a:p>
            <a:r>
              <a:t>          "positive_rate": 0.12974683544303797,</a:t>
            </a:r>
          </a:p>
          <a:p>
            <a:r>
              <a:t>          "precision": 0.18867924528301888,</a:t>
            </a:r>
          </a:p>
          <a:p>
            <a:r>
              <a:t>          "recall": 0.24390243902439024,</a:t>
            </a:r>
          </a:p>
          <a:p>
            <a:r>
              <a:t>          "roc_auc": 0.5218625277161862,</a:t>
            </a:r>
          </a:p>
          <a:p>
            <a:r>
              <a:t>          "row_count": 316,</a:t>
            </a:r>
          </a:p>
          <a:p>
            <a:r>
              <a:t>          "threshold": 0.10999999999999999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0.9012738853503185,</a:t>
            </a:r>
          </a:p>
          <a:p>
            <a:r>
              <a:t>          "auc_prc": 0.07189308892938831,</a:t>
            </a:r>
          </a:p>
          <a:p>
            <a:r>
              <a:t>          "average_precision": 0.08419395447617686,</a:t>
            </a:r>
          </a:p>
          <a:p>
            <a:r>
              <a:t>          "balanced_accuracy": 0.5535236396074933,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280,</a:t>
            </a:r>
          </a:p>
          <a:p>
            <a:r>
              <a:t>              15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16,</a:t>
            </a:r>
          </a:p>
          <a:p>
            <a:r>
              <a:t>              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0.16216216216216214,</a:t>
            </a:r>
          </a:p>
          <a:p>
            <a:r>
              <a:t>          "positive_count": 19,</a:t>
            </a:r>
          </a:p>
          <a:p>
            <a:r>
              <a:t>          "positive_rate": 0.06050955414012739,</a:t>
            </a:r>
          </a:p>
          <a:p>
            <a:r>
              <a:t>          "precision": 0.16666666666666666,</a:t>
            </a:r>
          </a:p>
          <a:p>
            <a:r>
              <a:t>          "recall": 0.15789473684210525,</a:t>
            </a:r>
          </a:p>
          <a:p>
            <a:r>
              <a:t>          "roc_auc": 0.5013380909901873,</a:t>
            </a:r>
          </a:p>
          <a:p>
            <a:r>
              <a:t>          "row_count": 314,</a:t>
            </a:r>
          </a:p>
          <a:p>
            <a:r>
              <a:t>          "threshold": 0.10999999999999999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"Tasks/task-summaries/validate-refactored-model-per-dataset-20260927-134055/artifacts/cluster-run/jira/results/model/words_20/NN/refactored/metrics.json",</a:t>
            </a:r>
          </a:p>
          <a:p>
            <a:r>
              <a:t>      "blob_sha1": "cc9e69434c8f58ede06884c96449986972ef3e99",</a:t>
            </a:r>
          </a:p>
          <a:p>
            <a:r>
              <a:t>      "sha256": "314bef18fc35945d89c2de881aa68386f86b9f90bfa74729b747f649395c8dc8",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0.7784810126582279,</a:t>
            </a:r>
          </a:p>
          <a:p>
            <a:r>
              <a:t>          "auc_prc": 0.22111306467281172,</a:t>
            </a:r>
          </a:p>
          <a:p>
            <a:r>
              <a:t>          "average_precision": 0.22982716942818548,</a:t>
            </a:r>
          </a:p>
          <a:p>
            <a:r>
              <a:t>          "balanced_accuracy": 0.5510421286031042,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236,</a:t>
            </a:r>
          </a:p>
          <a:p>
            <a:r>
              <a:t>              39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31,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0.22222222222222224,</a:t>
            </a:r>
          </a:p>
          <a:p>
            <a:r>
              <a:t>          "positive_count": 41,</a:t>
            </a:r>
          </a:p>
          <a:p>
            <a:r>
              <a:t>          "positive_rate": 0.12974683544303797,</a:t>
            </a:r>
          </a:p>
          <a:p>
            <a:r>
              <a:t>          "precision": 0.20408163265306123,</a:t>
            </a:r>
          </a:p>
          <a:p>
            <a:r>
              <a:t>          "recall": 0.24390243902439024,</a:t>
            </a:r>
          </a:p>
          <a:p>
            <a:r>
              <a:t>          "roc_auc": 0.5617738359201774,</a:t>
            </a:r>
          </a:p>
          <a:p>
            <a:r>
              <a:t>          "row_count": 316,</a:t>
            </a:r>
          </a:p>
          <a:p>
            <a:r>
              <a:t>          "threshold": 0.09999999999999999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0.8789808917197452,</a:t>
            </a:r>
          </a:p>
          <a:p>
            <a:r>
              <a:t>          "auc_prc": 0.0823844357041692,</a:t>
            </a:r>
          </a:p>
          <a:p>
            <a:r>
              <a:t>          "average_precision": 0.10133419545101645,</a:t>
            </a:r>
          </a:p>
          <a:p>
            <a:r>
              <a:t>          "balanced_accuracy": 0.5662801070472792,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272,</a:t>
            </a:r>
          </a:p>
          <a:p>
            <a:r>
              <a:t>              23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15,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0.17391304347826086,</a:t>
            </a:r>
          </a:p>
          <a:p>
            <a:r>
              <a:t>          "positive_count": 19,</a:t>
            </a:r>
          </a:p>
          <a:p>
            <a:r>
              <a:t>          "positive_rate": 0.06050955414012739,</a:t>
            </a:r>
          </a:p>
          <a:p>
            <a:r>
              <a:t>          "precision": 0.14814814814814814,</a:t>
            </a:r>
          </a:p>
          <a:p>
            <a:r>
              <a:t>          "recall": 0.21052631578947367,</a:t>
            </a:r>
          </a:p>
          <a:p>
            <a:r>
              <a:t>          "roc_auc": 0.5081177520071365,</a:t>
            </a:r>
          </a:p>
          <a:p>
            <a:r>
              <a:t>          "row_count": 314,</a:t>
            </a:r>
          </a:p>
          <a:p>
            <a:r>
              <a:t>          "threshold": 0.09999999999999999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"Tasks/task-summaries/validate-refactored-model-per-dataset-20260927-134055/artifacts/cluster-run/mariadb/results/model/words_5/RF/baseline/metrics.json",</a:t>
            </a:r>
          </a:p>
          <a:p>
            <a:r>
              <a:t>      "blob_sha1": "08a7c9d4b98a18369c1274b8805313daed85793c",</a:t>
            </a:r>
          </a:p>
          <a:p>
            <a:r>
              <a:t>      "sha256": "923463c8459830c7aa48ad2a922ce777f3f07bcc5ac7c58c55c9b003a001e04c",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0.678391959798995,</a:t>
            </a:r>
          </a:p>
          <a:p>
            <a:r>
              <a:t>          "auc_prc": 0.19484574838475716,</a:t>
            </a:r>
          </a:p>
          <a:p>
            <a:r>
              <a:t>          "average_precision": 0.20505354435535234,</a:t>
            </a:r>
          </a:p>
          <a:p>
            <a:r>
              <a:t>          "balanced_accuracy": 0.5147151821763876,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253,</a:t>
            </a:r>
          </a:p>
          <a:p>
            <a:r>
              <a:t>              84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44,</a:t>
            </a:r>
          </a:p>
          <a:p>
            <a:r>
              <a:t>              17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0.20987654320987653,</a:t>
            </a:r>
          </a:p>
          <a:p>
            <a:r>
              <a:t>          "positive_count": 61,</a:t>
            </a:r>
          </a:p>
          <a:p>
            <a:r>
              <a:t>          "positive_rate": 0.15326633165829145,</a:t>
            </a:r>
          </a:p>
          <a:p>
            <a:r>
              <a:t>          "precision": 0.16831683168316833,</a:t>
            </a:r>
          </a:p>
          <a:p>
            <a:r>
              <a:t>          "recall": 0.2786885245901639,</a:t>
            </a:r>
          </a:p>
          <a:p>
            <a:r>
              <a:t>          "roc_auc": 0.5828914724911223,</a:t>
            </a:r>
          </a:p>
          <a:p>
            <a:r>
              <a:t>          "row_count": 398,</a:t>
            </a:r>
          </a:p>
          <a:p>
            <a:r>
              <a:t>          "threshold": 0.10999999999999999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0.803030303030303,</a:t>
            </a:r>
          </a:p>
          <a:p>
            <a:r>
              <a:t>          "auc_prc": 0.18610022287925548,</a:t>
            </a:r>
          </a:p>
          <a:p>
            <a:r>
              <a:t>          "average_precision": 0.1944331270997479,</a:t>
            </a:r>
          </a:p>
          <a:p>
            <a:r>
              <a:t>          "balanced_accuracy": 0.7158004158004159,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302,</a:t>
            </a:r>
          </a:p>
          <a:p>
            <a:r>
              <a:t>              68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10,</a:t>
            </a:r>
          </a:p>
          <a:p>
            <a:r>
              <a:t>              16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0.2909090909090909,</a:t>
            </a:r>
          </a:p>
          <a:p>
            <a:r>
              <a:t>          "positive_count": 26,</a:t>
            </a:r>
          </a:p>
          <a:p>
            <a:r>
              <a:t>          "positive_rate": 0.06565656565656566,</a:t>
            </a:r>
          </a:p>
          <a:p>
            <a:r>
              <a:t>          "precision": 0.19047619047619047,</a:t>
            </a:r>
          </a:p>
          <a:p>
            <a:r>
              <a:t>          "recall": 0.6153846153846154,</a:t>
            </a:r>
          </a:p>
          <a:p>
            <a:r>
              <a:t>          "roc_auc": 0.7521829521829522,</a:t>
            </a:r>
          </a:p>
          <a:p>
            <a:r>
              <a:t>          "row_count": 396,</a:t>
            </a:r>
          </a:p>
          <a:p>
            <a:r>
              <a:t>          "threshold": 0.10999999999999999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"Tasks/task-summaries/validate-refactored-model-per-dataset-20260927-134055/artifacts/cluster-run/mariadb/results/model/words_5/RF/refactored/metrics.json",</a:t>
            </a:r>
          </a:p>
          <a:p>
            <a:r>
              <a:t>      "blob_sha1": "1e9002e77b20157ede7bf8414f460f472255905b",</a:t>
            </a:r>
          </a:p>
          <a:p>
            <a:r>
              <a:t>      "sha256": "731cd8ac3e8c28a62901ed3507bf4a224babc7c210670c3db2a18b4f200d950c",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0.7010050251256281,</a:t>
            </a:r>
          </a:p>
          <a:p>
            <a:r>
              <a:t>          "auc_prc": 0.1820917908697961,</a:t>
            </a:r>
          </a:p>
          <a:p>
            <a:r>
              <a:t>          "average_precision": 0.18881472253726372,</a:t>
            </a:r>
          </a:p>
          <a:p>
            <a:r>
              <a:t>          "balanced_accuracy": 0.4945030889721263,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267,</a:t>
            </a:r>
          </a:p>
          <a:p>
            <a:r>
              <a:t>              70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49,</a:t>
            </a:r>
          </a:p>
          <a:p>
            <a:r>
              <a:t>              12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0.1678321678321678,</a:t>
            </a:r>
          </a:p>
          <a:p>
            <a:r>
              <a:t>          "positive_count": 61,</a:t>
            </a:r>
          </a:p>
          <a:p>
            <a:r>
              <a:t>          "positive_rate": 0.15326633165829145,</a:t>
            </a:r>
          </a:p>
          <a:p>
            <a:r>
              <a:t>          "precision": 0.14634146341463414,</a:t>
            </a:r>
          </a:p>
          <a:p>
            <a:r>
              <a:t>          "recall": 0.19672131147540983,</a:t>
            </a:r>
          </a:p>
          <a:p>
            <a:r>
              <a:t>          "roc_auc": 0.5873668336819575,</a:t>
            </a:r>
          </a:p>
          <a:p>
            <a:r>
              <a:t>          "row_count": 398,</a:t>
            </a:r>
          </a:p>
          <a:p>
            <a:r>
              <a:t>          "threshold": 0.27999999999999997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0.8383838383838383,</a:t>
            </a:r>
          </a:p>
          <a:p>
            <a:r>
              <a:t>          "auc_prc": 0.17288358762003242,</a:t>
            </a:r>
          </a:p>
          <a:p>
            <a:r>
              <a:t>          "average_precision": 0.1804223179943626,</a:t>
            </a:r>
          </a:p>
          <a:p>
            <a:r>
              <a:t>          "balanced_accuracy": 0.6632016632016633,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320,</a:t>
            </a:r>
          </a:p>
          <a:p>
            <a:r>
              <a:t>              50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14,</a:t>
            </a:r>
          </a:p>
          <a:p>
            <a:r>
              <a:t>              12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0.2727272727272727,</a:t>
            </a:r>
          </a:p>
          <a:p>
            <a:r>
              <a:t>          "positive_count": 26,</a:t>
            </a:r>
          </a:p>
          <a:p>
            <a:r>
              <a:t>          "positive_rate": 0.06565656565656566,</a:t>
            </a:r>
          </a:p>
          <a:p>
            <a:r>
              <a:t>          "precision": 0.1935483870967742,</a:t>
            </a:r>
          </a:p>
          <a:p>
            <a:r>
              <a:t>          "recall": 0.46153846153846156,</a:t>
            </a:r>
          </a:p>
          <a:p>
            <a:r>
              <a:t>          "roc_auc": 0.7444906444906445,</a:t>
            </a:r>
          </a:p>
          <a:p>
            <a:r>
              <a:t>          "row_count": 396,</a:t>
            </a:r>
          </a:p>
          <a:p>
            <a:r>
              <a:t>          "threshold": 0.27999999999999997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"Tasks/task-summaries/validate-refactored-model-per-dataset-20260927-134055/artifacts/cluster-run/mariadb/results/model/words_5/XGboost/baseline/metrics.json",</a:t>
            </a:r>
          </a:p>
          <a:p>
            <a:r>
              <a:t>      "blob_sha1": "114c777f3e7e8cbc3a9fef8814f031c4b954bb05",</a:t>
            </a:r>
          </a:p>
          <a:p>
            <a:r>
              <a:t>      "sha256": "49d5cf92b314b139a8efd7b9fc4a58e1360a9eee8f30e8932b7096f29da7dd7b",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0.6708542713567839,</a:t>
            </a:r>
          </a:p>
          <a:p>
            <a:r>
              <a:t>          "auc_prc": 0.23518746644414634,</a:t>
            </a:r>
          </a:p>
          <a:p>
            <a:r>
              <a:t>          "average_precision": 0.24002194325247667,</a:t>
            </a:r>
          </a:p>
          <a:p>
            <a:r>
              <a:t>          "balanced_accuracy": 0.5236902271732257,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248,</a:t>
            </a:r>
          </a:p>
          <a:p>
            <a:r>
              <a:t>              89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42,</a:t>
            </a:r>
          </a:p>
          <a:p>
            <a:r>
              <a:t>              19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0.22485207100591717,</a:t>
            </a:r>
          </a:p>
          <a:p>
            <a:r>
              <a:t>          "positive_count": 61,</a:t>
            </a:r>
          </a:p>
          <a:p>
            <a:r>
              <a:t>          "positive_rate": 0.15326633165829145,</a:t>
            </a:r>
          </a:p>
          <a:p>
            <a:r>
              <a:t>          "precision": 0.17592592592592593,</a:t>
            </a:r>
          </a:p>
          <a:p>
            <a:r>
              <a:t>          "recall": 0.3114754098360656,</a:t>
            </a:r>
          </a:p>
          <a:p>
            <a:r>
              <a:t>          "roc_auc": 0.5697086150702924,</a:t>
            </a:r>
          </a:p>
          <a:p>
            <a:r>
              <a:t>          "row_count": 398,</a:t>
            </a:r>
          </a:p>
          <a:p>
            <a:r>
              <a:t>          "threshold": 0.06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0.7954545454545454,</a:t>
            </a:r>
          </a:p>
          <a:p>
            <a:r>
              <a:t>          "auc_prc": 0.11353102631691736,</a:t>
            </a:r>
          </a:p>
          <a:p>
            <a:r>
              <a:t>          "average_precision": 0.1283771439518253,</a:t>
            </a:r>
          </a:p>
          <a:p>
            <a:r>
              <a:t>          "balanced_accuracy": 0.6223492723492724,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304,</a:t>
            </a:r>
          </a:p>
          <a:p>
            <a:r>
              <a:t>              66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15,</a:t>
            </a:r>
          </a:p>
          <a:p>
            <a:r>
              <a:t>              11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0.21359223300970873,</a:t>
            </a:r>
          </a:p>
          <a:p>
            <a:r>
              <a:t>          "positive_count": 26,</a:t>
            </a:r>
          </a:p>
          <a:p>
            <a:r>
              <a:t>          "positive_rate": 0.06565656565656566,</a:t>
            </a:r>
          </a:p>
          <a:p>
            <a:r>
              <a:t>          "precision": 0.14285714285714285,</a:t>
            </a:r>
          </a:p>
          <a:p>
            <a:r>
              <a:t>          "recall": 0.4230769230769231,</a:t>
            </a:r>
          </a:p>
          <a:p>
            <a:r>
              <a:t>          "roc_auc": 0.6790540540540541,</a:t>
            </a:r>
          </a:p>
          <a:p>
            <a:r>
              <a:t>          "row_count": 396,</a:t>
            </a:r>
          </a:p>
          <a:p>
            <a:r>
              <a:t>          "threshold": 0.06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"Tasks/task-summaries/validate-refactored-model-per-dataset-20260927-134055/artifacts/cluster-run/mariadb/results/model/words_5/XGboost/refactored/metrics.json",</a:t>
            </a:r>
          </a:p>
          <a:p>
            <a:r>
              <a:t>      "blob_sha1": "2a1a4ae230a9016e37d8b187427b52c31543c746",</a:t>
            </a:r>
          </a:p>
          <a:p>
            <a:r>
              <a:t>      "sha256": "4680b113120e8058c705ea3e36e8c27d6067f8b3b533f0f8213438f509495d21",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0.6884422110552764,</a:t>
            </a:r>
          </a:p>
          <a:p>
            <a:r>
              <a:t>          "auc_prc": 0.23206109011115383,</a:t>
            </a:r>
          </a:p>
          <a:p>
            <a:r>
              <a:t>          "average_precision": 0.23886112061753123,</a:t>
            </a:r>
          </a:p>
          <a:p>
            <a:r>
              <a:t>          "balanced_accuracy": 0.5340759838497835,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255,</a:t>
            </a:r>
          </a:p>
          <a:p>
            <a:r>
              <a:t>              82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42,</a:t>
            </a:r>
          </a:p>
          <a:p>
            <a:r>
              <a:t>              19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0.23456790123456792,</a:t>
            </a:r>
          </a:p>
          <a:p>
            <a:r>
              <a:t>          "positive_count": 61,</a:t>
            </a:r>
          </a:p>
          <a:p>
            <a:r>
              <a:t>          "positive_rate": 0.15326633165829145,</a:t>
            </a:r>
          </a:p>
          <a:p>
            <a:r>
              <a:t>          "precision": 0.18811881188118812,</a:t>
            </a:r>
          </a:p>
          <a:p>
            <a:r>
              <a:t>          "recall": 0.3114754098360656,</a:t>
            </a:r>
          </a:p>
          <a:p>
            <a:r>
              <a:t>          "roc_auc": 0.5891667072043586,</a:t>
            </a:r>
          </a:p>
          <a:p>
            <a:r>
              <a:t>          "row_count": 398,</a:t>
            </a:r>
          </a:p>
          <a:p>
            <a:r>
              <a:t>          "threshold": 0.24999999999999994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0.7676767676767676,</a:t>
            </a:r>
          </a:p>
          <a:p>
            <a:r>
              <a:t>          "auc_prc": 0.10931537599576387,</a:t>
            </a:r>
          </a:p>
          <a:p>
            <a:r>
              <a:t>          "average_precision": 0.12291317991345675,</a:t>
            </a:r>
          </a:p>
          <a:p>
            <a:r>
              <a:t>          "balanced_accuracy": 0.6253638253638254,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292,</a:t>
            </a:r>
          </a:p>
          <a:p>
            <a:r>
              <a:t>              78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14,</a:t>
            </a:r>
          </a:p>
          <a:p>
            <a:r>
              <a:t>              12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0.20689655172413796,</a:t>
            </a:r>
          </a:p>
          <a:p>
            <a:r>
              <a:t>          "positive_count": 26,</a:t>
            </a:r>
          </a:p>
          <a:p>
            <a:r>
              <a:t>          "positive_rate": 0.06565656565656566,</a:t>
            </a:r>
          </a:p>
          <a:p>
            <a:r>
              <a:t>          "precision": 0.13333333333333333,</a:t>
            </a:r>
          </a:p>
          <a:p>
            <a:r>
              <a:t>          "recall": 0.46153846153846156,</a:t>
            </a:r>
          </a:p>
          <a:p>
            <a:r>
              <a:t>          "roc_auc": 0.648960498960499,</a:t>
            </a:r>
          </a:p>
          <a:p>
            <a:r>
              <a:t>          "row_count": 396,</a:t>
            </a:r>
          </a:p>
          <a:p>
            <a:r>
              <a:t>          "threshold": 0.24999999999999994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"Tasks/task-summaries/validate-refactored-model-per-dataset-20260927-134055/artifacts/cluster-run/mariadb/results/model/words_5/NN/baseline/metrics.json",</a:t>
            </a:r>
          </a:p>
          <a:p>
            <a:r>
              <a:t>      "blob_sha1": "8e377da44dd97cfd1a21aa464b7bac7678cb85f2",</a:t>
            </a:r>
          </a:p>
          <a:p>
            <a:r>
              <a:t>      "sha256": "3064bf715f846c2b99cae3156ddbaee18e470e8cfcf4b6dcca82b4c85eeb1d3f",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0.821608040201005,</a:t>
            </a:r>
          </a:p>
          <a:p>
            <a:r>
              <a:t>          "auc_prc": 0.14278376069183163,</a:t>
            </a:r>
          </a:p>
          <a:p>
            <a:r>
              <a:t>          "average_precision": 0.14898695337589465,</a:t>
            </a:r>
          </a:p>
          <a:p>
            <a:r>
              <a:t>          "balanced_accuracy": 0.505302330106533,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324,</a:t>
            </a:r>
          </a:p>
          <a:p>
            <a:r>
              <a:t>              13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58,</a:t>
            </a:r>
          </a:p>
          <a:p>
            <a:r>
              <a:t>              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0.07792207792207792,</a:t>
            </a:r>
          </a:p>
          <a:p>
            <a:r>
              <a:t>          "positive_count": 61,</a:t>
            </a:r>
          </a:p>
          <a:p>
            <a:r>
              <a:t>          "positive_rate": 0.15326633165829145,</a:t>
            </a:r>
          </a:p>
          <a:p>
            <a:r>
              <a:t>          "precision": 0.1875,</a:t>
            </a:r>
          </a:p>
          <a:p>
            <a:r>
              <a:t>          "recall": 0.04918032786885246,</a:t>
            </a:r>
          </a:p>
          <a:p>
            <a:r>
              <a:t>          "roc_auc": 0.4661185970715571,</a:t>
            </a:r>
          </a:p>
          <a:p>
            <a:r>
              <a:t>          "row_count": 398,</a:t>
            </a:r>
          </a:p>
          <a:p>
            <a:r>
              <a:t>          "threshold": 0.72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0.9242424242424242,</a:t>
            </a:r>
          </a:p>
          <a:p>
            <a:r>
              <a:t>          "auc_prc": 0.11187237087292004,</a:t>
            </a:r>
          </a:p>
          <a:p>
            <a:r>
              <a:t>          "average_precision": 0.12363327938963667,</a:t>
            </a:r>
          </a:p>
          <a:p>
            <a:r>
              <a:t>          "balanced_accuracy": 0.5661122661122662,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362,</a:t>
            </a:r>
          </a:p>
          <a:p>
            <a:r>
              <a:t>              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22,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0.21052631578947367,</a:t>
            </a:r>
          </a:p>
          <a:p>
            <a:r>
              <a:t>          "positive_count": 26,</a:t>
            </a:r>
          </a:p>
          <a:p>
            <a:r>
              <a:t>          "positive_rate": 0.06565656565656566,</a:t>
            </a:r>
          </a:p>
          <a:p>
            <a:r>
              <a:t>          "precision": 0.3333333333333333,</a:t>
            </a:r>
          </a:p>
          <a:p>
            <a:r>
              <a:t>          "recall": 0.15384615384615385,</a:t>
            </a:r>
          </a:p>
          <a:p>
            <a:r>
              <a:t>          "roc_auc": 0.5705821205821205,</a:t>
            </a:r>
          </a:p>
          <a:p>
            <a:r>
              <a:t>          "row_count": 396,</a:t>
            </a:r>
          </a:p>
          <a:p>
            <a:r>
              <a:t>          "threshold": 0.72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"Tasks/task-summaries/validate-refactored-model-per-dataset-20260927-134055/artifacts/cluster-run/mariadb/results/model/words_5/NN/refactored/metrics.json",</a:t>
            </a:r>
          </a:p>
          <a:p>
            <a:r>
              <a:t>      "blob_sha1": "f52ea367a67d48d5b99490dd134a5e9aef067a5f",</a:t>
            </a:r>
          </a:p>
          <a:p>
            <a:r>
              <a:t>      "sha256": "769cc3c51641394d8f4c3d947c60391e0c654dce16459c5624de5e19e48616d5",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0.6658291457286433,</a:t>
            </a:r>
          </a:p>
          <a:p>
            <a:r>
              <a:t>          "auc_prc": 0.1529669850464685,</a:t>
            </a:r>
          </a:p>
          <a:p>
            <a:r>
              <a:t>          "average_precision": 0.15817882515201742,</a:t>
            </a:r>
          </a:p>
          <a:p>
            <a:r>
              <a:t>          "balanced_accuracy": 0.4670185338327577,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254,</a:t>
            </a:r>
          </a:p>
          <a:p>
            <a:r>
              <a:t>              83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50,</a:t>
            </a:r>
          </a:p>
          <a:p>
            <a:r>
              <a:t>              11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0.14193548387096774,</a:t>
            </a:r>
          </a:p>
          <a:p>
            <a:r>
              <a:t>          "positive_count": 61,</a:t>
            </a:r>
          </a:p>
          <a:p>
            <a:r>
              <a:t>          "positive_rate": 0.15326633165829145,</a:t>
            </a:r>
          </a:p>
          <a:p>
            <a:r>
              <a:t>          "precision": 0.11702127659574468,</a:t>
            </a:r>
          </a:p>
          <a:p>
            <a:r>
              <a:t>          "recall": 0.18032786885245902,</a:t>
            </a:r>
          </a:p>
          <a:p>
            <a:r>
              <a:t>          "roc_auc": 0.5255144233107943,</a:t>
            </a:r>
          </a:p>
          <a:p>
            <a:r>
              <a:t>          "row_count": 398,</a:t>
            </a:r>
          </a:p>
          <a:p>
            <a:r>
              <a:t>          "threshold": 0.24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0.8207070707070707,</a:t>
            </a:r>
          </a:p>
          <a:p>
            <a:r>
              <a:t>          "auc_prc": 0.13187257882485118,</a:t>
            </a:r>
          </a:p>
          <a:p>
            <a:r>
              <a:t>          "average_precision": 0.13916196899106165,</a:t>
            </a:r>
          </a:p>
          <a:p>
            <a:r>
              <a:t>          "balanced_accuracy": 0.5822245322245323,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317,</a:t>
            </a:r>
          </a:p>
          <a:p>
            <a:r>
              <a:t>              53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18,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0.1839080459770115,</a:t>
            </a:r>
          </a:p>
          <a:p>
            <a:r>
              <a:t>          "positive_count": 26,</a:t>
            </a:r>
          </a:p>
          <a:p>
            <a:r>
              <a:t>          "positive_rate": 0.06565656565656566,</a:t>
            </a:r>
          </a:p>
          <a:p>
            <a:r>
              <a:t>          "precision": 0.13114754098360656,</a:t>
            </a:r>
          </a:p>
          <a:p>
            <a:r>
              <a:t>          "recall": 0.3076923076923077,</a:t>
            </a:r>
          </a:p>
          <a:p>
            <a:r>
              <a:t>          "roc_auc": 0.5833679833679833,</a:t>
            </a:r>
          </a:p>
          <a:p>
            <a:r>
              <a:t>          "row_count": 396,</a:t>
            </a:r>
          </a:p>
          <a:p>
            <a:r>
              <a:t>          "threshold": 0.24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"Tasks/task-summaries/validate-refactored-model-per-dataset-20260927-134055/artifacts/cluster-run/mariadb/results/model/words_10/RF/baseline/metrics.json",</a:t>
            </a:r>
          </a:p>
          <a:p>
            <a:r>
              <a:t>      "blob_sha1": "3d20db1502513997e31cbc5fdb278f21ae2f0b9f",</a:t>
            </a:r>
          </a:p>
          <a:p>
            <a:r>
              <a:t>      "sha256": "e8fe24215451c2988996f14e82787e2d5458386bd873b29897f9fd27ae8ad077",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0.7864321608040201,</a:t>
            </a:r>
          </a:p>
          <a:p>
            <a:r>
              <a:t>          "auc_prc": 0.155084524931062,</a:t>
            </a:r>
          </a:p>
          <a:p>
            <a:r>
              <a:t>          "average_precision": 0.16548126800780694,</a:t>
            </a:r>
          </a:p>
          <a:p>
            <a:r>
              <a:t>          "balanced_accuracy": 0.511748844375963,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306,</a:t>
            </a:r>
          </a:p>
          <a:p>
            <a:r>
              <a:t>              48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37,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0.1414141414141414,</a:t>
            </a:r>
          </a:p>
          <a:p>
            <a:r>
              <a:t>          "positive_count": 44,</a:t>
            </a:r>
          </a:p>
          <a:p>
            <a:r>
              <a:t>          "positive_rate": 0.11055276381909548,</a:t>
            </a:r>
          </a:p>
          <a:p>
            <a:r>
              <a:t>          "precision": 0.12727272727272726,</a:t>
            </a:r>
          </a:p>
          <a:p>
            <a:r>
              <a:t>          "recall": 0.1590909090909091,</a:t>
            </a:r>
          </a:p>
          <a:p>
            <a:r>
              <a:t>          "roc_auc": 0.6271828454031844,</a:t>
            </a:r>
          </a:p>
          <a:p>
            <a:r>
              <a:t>          "row_count": 398,</a:t>
            </a:r>
          </a:p>
          <a:p>
            <a:r>
              <a:t>          "threshold": 0.12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0.9040404040404041,</a:t>
            </a:r>
          </a:p>
          <a:p>
            <a:r>
              <a:t>          "auc_prc": 0.21691554245809694,</a:t>
            </a:r>
          </a:p>
          <a:p>
            <a:r>
              <a:t>          "average_precision": 0.22772906050004368,</a:t>
            </a:r>
          </a:p>
          <a:p>
            <a:r>
              <a:t>          "balanced_accuracy": 0.7116402116402116,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349,</a:t>
            </a:r>
          </a:p>
          <a:p>
            <a:r>
              <a:t>              29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0.32142857142857145,</a:t>
            </a:r>
          </a:p>
          <a:p>
            <a:r>
              <a:t>          "positive_count": 18,</a:t>
            </a:r>
          </a:p>
          <a:p>
            <a:r>
              <a:t>          "positive_rate": 0.045454545454545456,</a:t>
            </a:r>
          </a:p>
          <a:p>
            <a:r>
              <a:t>          "precision": 0.23684210526315788,</a:t>
            </a:r>
          </a:p>
          <a:p>
            <a:r>
              <a:t>          "recall": 0.5,</a:t>
            </a:r>
          </a:p>
          <a:p>
            <a:r>
              <a:t>          "roc_auc": 0.8578777189888301,</a:t>
            </a:r>
          </a:p>
          <a:p>
            <a:r>
              <a:t>          "row_count": 396,</a:t>
            </a:r>
          </a:p>
          <a:p>
            <a:r>
              <a:t>          "threshold": 0.12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"Tasks/task-summaries/validate-refactored-model-per-dataset-20260927-134055/artifacts/cluster-run/mariadb/results/model/words_10/RF/refactored/metrics.json",</a:t>
            </a:r>
          </a:p>
          <a:p>
            <a:r>
              <a:t>      "blob_sha1": "1a298861da4dc0741fa54f3440851847ff19fa1d",</a:t>
            </a:r>
          </a:p>
          <a:p>
            <a:r>
              <a:t>      "sha256": "e3f874ff413dada11d9e511a5803ef5fb790f2383e27db26a4ebacc2e4313b89",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0.7964824120603015,</a:t>
            </a:r>
          </a:p>
          <a:p>
            <a:r>
              <a:t>          "auc_prc": 0.15312526347919947,</a:t>
            </a:r>
          </a:p>
          <a:p>
            <a:r>
              <a:t>          "average_precision": 0.16169122170287892,</a:t>
            </a:r>
          </a:p>
          <a:p>
            <a:r>
              <a:t>          "balanced_accuracy": 0.5373009758602979,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308,</a:t>
            </a:r>
          </a:p>
          <a:p>
            <a:r>
              <a:t>              46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35,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0.18181818181818185,</a:t>
            </a:r>
          </a:p>
          <a:p>
            <a:r>
              <a:t>          "positive_count": 44,</a:t>
            </a:r>
          </a:p>
          <a:p>
            <a:r>
              <a:t>          "positive_rate": 0.11055276381909548,</a:t>
            </a:r>
          </a:p>
          <a:p>
            <a:r>
              <a:t>          "precision": 0.16363636363636364,</a:t>
            </a:r>
          </a:p>
          <a:p>
            <a:r>
              <a:t>          "recall": 0.20454545454545456,</a:t>
            </a:r>
          </a:p>
          <a:p>
            <a:r>
              <a:t>          "roc_auc": 0.6255778120184899,</a:t>
            </a:r>
          </a:p>
          <a:p>
            <a:r>
              <a:t>          "row_count": 398,</a:t>
            </a:r>
          </a:p>
          <a:p>
            <a:r>
              <a:t>          "threshold": 0.26999999999999996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0.898989898989899,</a:t>
            </a:r>
          </a:p>
          <a:p>
            <a:r>
              <a:t>          "auc_prc": 0.21366425085717697,</a:t>
            </a:r>
          </a:p>
          <a:p>
            <a:r>
              <a:t>          "average_precision": 0.22498315903232935,</a:t>
            </a:r>
          </a:p>
          <a:p>
            <a:r>
              <a:t>          "balanced_accuracy": 0.7089947089947091,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347,</a:t>
            </a:r>
          </a:p>
          <a:p>
            <a:r>
              <a:t>              31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0.3103448275862069,</a:t>
            </a:r>
          </a:p>
          <a:p>
            <a:r>
              <a:t>          "positive_count": 18,</a:t>
            </a:r>
          </a:p>
          <a:p>
            <a:r>
              <a:t>          "positive_rate": 0.045454545454545456,</a:t>
            </a:r>
          </a:p>
          <a:p>
            <a:r>
              <a:t>          "precision": 0.225,</a:t>
            </a:r>
          </a:p>
          <a:p>
            <a:r>
              <a:t>          "recall": 0.5,</a:t>
            </a:r>
          </a:p>
          <a:p>
            <a:r>
              <a:t>          "roc_auc": 0.8534685479129923,</a:t>
            </a:r>
          </a:p>
          <a:p>
            <a:r>
              <a:t>          "row_count": 396,</a:t>
            </a:r>
          </a:p>
          <a:p>
            <a:r>
              <a:t>          "threshold": 0.26999999999999996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"Tasks/task-summaries/validate-refactored-model-per-dataset-20260927-134055/artifacts/cluster-run/mariadb/results/model/words_10/XGboost/baseline/metrics.json",</a:t>
            </a:r>
          </a:p>
          <a:p>
            <a:r>
              <a:t>      "blob_sha1": "3d3dd9ae2376f3f60c14be0cc5fc6acafa163ffc",</a:t>
            </a:r>
          </a:p>
          <a:p>
            <a:r>
              <a:t>      "sha256": "c823c13c44ad8ae1ae84013ae8f07fbc242f059e7ea191c16d7b4ef30431cb23",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0.6959798994974874,</a:t>
            </a:r>
          </a:p>
          <a:p>
            <a:r>
              <a:t>          "auc_prc": 0.16832806629788405,</a:t>
            </a:r>
          </a:p>
          <a:p>
            <a:r>
              <a:t>          "average_precision": 0.17426389739235815,</a:t>
            </a:r>
          </a:p>
          <a:p>
            <a:r>
              <a:t>          "balanced_accuracy": 0.5106574216743709,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265,</a:t>
            </a:r>
          </a:p>
          <a:p>
            <a:r>
              <a:t>              89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32,</a:t>
            </a:r>
          </a:p>
          <a:p>
            <a:r>
              <a:t>              12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0.16551724137931034,</a:t>
            </a:r>
          </a:p>
          <a:p>
            <a:r>
              <a:t>          "positive_count": 44,</a:t>
            </a:r>
          </a:p>
          <a:p>
            <a:r>
              <a:t>          "positive_rate": 0.11055276381909548,</a:t>
            </a:r>
          </a:p>
          <a:p>
            <a:r>
              <a:t>          "precision": 0.1188118811881188,</a:t>
            </a:r>
          </a:p>
          <a:p>
            <a:r>
              <a:t>          "recall": 0.2727272727272727,</a:t>
            </a:r>
          </a:p>
          <a:p>
            <a:r>
              <a:t>          "roc_auc": 0.5871212121212122,</a:t>
            </a:r>
          </a:p>
          <a:p>
            <a:r>
              <a:t>          "row_count": 398,</a:t>
            </a:r>
          </a:p>
          <a:p>
            <a:r>
              <a:t>          "threshold": 0.05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0.803030303030303,</a:t>
            </a:r>
          </a:p>
          <a:p>
            <a:r>
              <a:t>          "auc_prc": 0.14421101291658234,</a:t>
            </a:r>
          </a:p>
          <a:p>
            <a:r>
              <a:t>          "average_precision": 0.14939194705792155,</a:t>
            </a:r>
          </a:p>
          <a:p>
            <a:r>
              <a:t>          "balanced_accuracy": 0.6851851851851851,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308,</a:t>
            </a:r>
          </a:p>
          <a:p>
            <a:r>
              <a:t>              70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0.20408163265306123,</a:t>
            </a:r>
          </a:p>
          <a:p>
            <a:r>
              <a:t>          "positive_count": 18,</a:t>
            </a:r>
          </a:p>
          <a:p>
            <a:r>
              <a:t>          "positive_rate": 0.045454545454545456,</a:t>
            </a:r>
          </a:p>
          <a:p>
            <a:r>
              <a:t>          "precision": 0.125,</a:t>
            </a:r>
          </a:p>
          <a:p>
            <a:r>
              <a:t>          "recall": 0.5555555555555556,</a:t>
            </a:r>
          </a:p>
          <a:p>
            <a:r>
              <a:t>          "roc_auc": 0.7710905349794238,</a:t>
            </a:r>
          </a:p>
          <a:p>
            <a:r>
              <a:t>          "row_count": 396,</a:t>
            </a:r>
          </a:p>
          <a:p>
            <a:r>
              <a:t>          "threshold": 0.05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"Tasks/task-summaries/validate-refactored-model-per-dataset-20260927-134055/artifacts/cluster-run/mariadb/results/model/words_10/XGboost/refactored/metrics.json",</a:t>
            </a:r>
          </a:p>
          <a:p>
            <a:r>
              <a:t>      "blob_sha1": "b3ad287c1e1ed680c821e300eed10da5dde0e9be",</a:t>
            </a:r>
          </a:p>
          <a:p>
            <a:r>
              <a:t>      "sha256": "2400b566590dbe6e79d09f4196c52cb001618c6f3dc6c34fdaf2872464a0daec",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0.7010050251256281,</a:t>
            </a:r>
          </a:p>
          <a:p>
            <a:r>
              <a:t>          "auc_prc": 0.1495819193378694,</a:t>
            </a:r>
          </a:p>
          <a:p>
            <a:r>
              <a:t>          "average_precision": 0.16189555275475986,</a:t>
            </a:r>
          </a:p>
          <a:p>
            <a:r>
              <a:t>          "balanced_accuracy": 0.5035310734463276,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268,</a:t>
            </a:r>
          </a:p>
          <a:p>
            <a:r>
              <a:t>              86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33,</a:t>
            </a:r>
          </a:p>
          <a:p>
            <a:r>
              <a:t>              11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0.15602836879432624,</a:t>
            </a:r>
          </a:p>
          <a:p>
            <a:r>
              <a:t>          "positive_count": 44,</a:t>
            </a:r>
          </a:p>
          <a:p>
            <a:r>
              <a:t>          "positive_rate": 0.11055276381909548,</a:t>
            </a:r>
          </a:p>
          <a:p>
            <a:r>
              <a:t>          "precision": 0.1134020618556701,</a:t>
            </a:r>
          </a:p>
          <a:p>
            <a:r>
              <a:t>          "recall": 0.25,</a:t>
            </a:r>
          </a:p>
          <a:p>
            <a:r>
              <a:t>          "roc_auc": 0.5829160246533128,</a:t>
            </a:r>
          </a:p>
          <a:p>
            <a:r>
              <a:t>          "row_count": 398,</a:t>
            </a:r>
          </a:p>
          <a:p>
            <a:r>
              <a:t>          "threshold": 0.20999999999999996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0.8308080808080808,</a:t>
            </a:r>
          </a:p>
          <a:p>
            <a:r>
              <a:t>          "auc_prc": 0.16719668802043436,</a:t>
            </a:r>
          </a:p>
          <a:p>
            <a:r>
              <a:t>          "average_precision": 0.17657028242148332,</a:t>
            </a:r>
          </a:p>
          <a:p>
            <a:r>
              <a:t>          "balanced_accuracy": 0.6997354497354498,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319,</a:t>
            </a:r>
          </a:p>
          <a:p>
            <a:r>
              <a:t>              59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0.2298850574712644,</a:t>
            </a:r>
          </a:p>
          <a:p>
            <a:r>
              <a:t>          "positive_count": 18,</a:t>
            </a:r>
          </a:p>
          <a:p>
            <a:r>
              <a:t>          "positive_rate": 0.045454545454545456,</a:t>
            </a:r>
          </a:p>
          <a:p>
            <a:r>
              <a:t>          "precision": 0.14492753623188406,</a:t>
            </a:r>
          </a:p>
          <a:p>
            <a:r>
              <a:t>          "recall": 0.5555555555555556,</a:t>
            </a:r>
          </a:p>
          <a:p>
            <a:r>
              <a:t>          "roc_auc": 0.7852733686067019,</a:t>
            </a:r>
          </a:p>
          <a:p>
            <a:r>
              <a:t>          "row_count": 396,</a:t>
            </a:r>
          </a:p>
          <a:p>
            <a:r>
              <a:t>          "threshold": 0.20999999999999996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"Tasks/task-summaries/validate-refactored-model-per-dataset-20260927-134055/artifacts/cluster-run/mariadb/results/model/words_10/NN/baseline/metrics.json",</a:t>
            </a:r>
          </a:p>
          <a:p>
            <a:r>
              <a:t>      "blob_sha1": "e24b082c37e156ea7a62e05d85dde13089568211",</a:t>
            </a:r>
          </a:p>
          <a:p>
            <a:r>
              <a:t>      "sha256": "86e08647003a663d3965c0994239bef9cab9b436357f501aca70db6d5ad27ef5",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0.821608040201005,</a:t>
            </a:r>
          </a:p>
          <a:p>
            <a:r>
              <a:t>          "auc_prc": 0.11992690496771927,</a:t>
            </a:r>
          </a:p>
          <a:p>
            <a:r>
              <a:t>          "average_precision": 0.12643143164242038,</a:t>
            </a:r>
          </a:p>
          <a:p>
            <a:r>
              <a:t>          "balanced_accuracy": 0.5016692347200822,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323,</a:t>
            </a:r>
          </a:p>
          <a:p>
            <a:r>
              <a:t>              31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40,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0.10126582278481013,</a:t>
            </a:r>
          </a:p>
          <a:p>
            <a:r>
              <a:t>          "positive_count": 44,</a:t>
            </a:r>
          </a:p>
          <a:p>
            <a:r>
              <a:t>          "positive_rate": 0.11055276381909548,</a:t>
            </a:r>
          </a:p>
          <a:p>
            <a:r>
              <a:t>          "precision": 0.11428571428571428,</a:t>
            </a:r>
          </a:p>
          <a:p>
            <a:r>
              <a:t>          "recall": 0.09090909090909091,</a:t>
            </a:r>
          </a:p>
          <a:p>
            <a:r>
              <a:t>          "roc_auc": 0.5401258346173601,</a:t>
            </a:r>
          </a:p>
          <a:p>
            <a:r>
              <a:t>          "row_count": 398,</a:t>
            </a:r>
          </a:p>
          <a:p>
            <a:r>
              <a:t>          "threshold": 0.14999999999999997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0.9065656565656566,</a:t>
            </a:r>
          </a:p>
          <a:p>
            <a:r>
              <a:t>          "auc_prc": 0.14759134366161503,</a:t>
            </a:r>
          </a:p>
          <a:p>
            <a:r>
              <a:t>          "average_precision": 0.1743177958033577,</a:t>
            </a:r>
          </a:p>
          <a:p>
            <a:r>
              <a:t>          "balanced_accuracy": 0.6335978835978836,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353,</a:t>
            </a:r>
          </a:p>
          <a:p>
            <a:r>
              <a:t>              25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12,</a:t>
            </a:r>
          </a:p>
          <a:p>
            <a:r>
              <a:t>              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0.24489795918367346,</a:t>
            </a:r>
          </a:p>
          <a:p>
            <a:r>
              <a:t>          "positive_count": 18,</a:t>
            </a:r>
          </a:p>
          <a:p>
            <a:r>
              <a:t>          "positive_rate": 0.045454545454545456,</a:t>
            </a:r>
          </a:p>
          <a:p>
            <a:r>
              <a:t>          "precision": 0.1935483870967742,</a:t>
            </a:r>
          </a:p>
          <a:p>
            <a:r>
              <a:t>          "recall": 0.3333333333333333,</a:t>
            </a:r>
          </a:p>
          <a:p>
            <a:r>
              <a:t>          "roc_auc": 0.7047325102880658,</a:t>
            </a:r>
          </a:p>
          <a:p>
            <a:r>
              <a:t>          "row_count": 396,</a:t>
            </a:r>
          </a:p>
          <a:p>
            <a:r>
              <a:t>          "threshold": 0.14999999999999997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"Tasks/task-summaries/validate-refactored-model-per-dataset-20260927-134055/artifacts/cluster-run/mariadb/results/model/words_10/NN/refactored/metrics.json",</a:t>
            </a:r>
          </a:p>
          <a:p>
            <a:r>
              <a:t>      "blob_sha1": "a3692bfc8355cc86aeb6113d01c266ce671c3e38",</a:t>
            </a:r>
          </a:p>
          <a:p>
            <a:r>
              <a:t>      "sha256": "fe609d3c3177525dbb14a26d6b6962a016dfd178660a63e50a6b683457e3bee7",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0.8140703517587939,</a:t>
            </a:r>
          </a:p>
          <a:p>
            <a:r>
              <a:t>          "auc_prc": 0.11623167135567666,</a:t>
            </a:r>
          </a:p>
          <a:p>
            <a:r>
              <a:t>          "average_precision": 0.1237486743939098,</a:t>
            </a:r>
          </a:p>
          <a:p>
            <a:r>
              <a:t>          "balanced_accuracy": 0.47752953261427833,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322,</a:t>
            </a:r>
          </a:p>
          <a:p>
            <a:r>
              <a:t>              32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42,</a:t>
            </a:r>
          </a:p>
          <a:p>
            <a:r>
              <a:t>              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0.05128205128205128,</a:t>
            </a:r>
          </a:p>
          <a:p>
            <a:r>
              <a:t>          "positive_count": 44,</a:t>
            </a:r>
          </a:p>
          <a:p>
            <a:r>
              <a:t>          "positive_rate": 0.11055276381909548,</a:t>
            </a:r>
          </a:p>
          <a:p>
            <a:r>
              <a:t>          "precision": 0.058823529411764705,</a:t>
            </a:r>
          </a:p>
          <a:p>
            <a:r>
              <a:t>          "recall": 0.045454545454545456,</a:t>
            </a:r>
          </a:p>
          <a:p>
            <a:r>
              <a:t>          "roc_auc": 0.5351181304571135,</a:t>
            </a:r>
          </a:p>
          <a:p>
            <a:r>
              <a:t>          "row_count": 398,</a:t>
            </a:r>
          </a:p>
          <a:p>
            <a:r>
              <a:t>          "threshold": 0.6399999999999999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0.9217171717171717,</a:t>
            </a:r>
          </a:p>
          <a:p>
            <a:r>
              <a:t>          "auc_prc": 0.16420768919572565,</a:t>
            </a:r>
          </a:p>
          <a:p>
            <a:r>
              <a:t>          "average_precision": 0.18731575124825953,</a:t>
            </a:r>
          </a:p>
          <a:p>
            <a:r>
              <a:t>          "balanced_accuracy": 0.6415343915343915,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359,</a:t>
            </a:r>
          </a:p>
          <a:p>
            <a:r>
              <a:t>              19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12,</a:t>
            </a:r>
          </a:p>
          <a:p>
            <a:r>
              <a:t>              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0.27906976744186046,</a:t>
            </a:r>
          </a:p>
          <a:p>
            <a:r>
              <a:t>          "positive_count": 18,</a:t>
            </a:r>
          </a:p>
          <a:p>
            <a:r>
              <a:t>          "positive_rate": 0.045454545454545456,</a:t>
            </a:r>
          </a:p>
          <a:p>
            <a:r>
              <a:t>          "precision": 0.24,</a:t>
            </a:r>
          </a:p>
          <a:p>
            <a:r>
              <a:t>          "recall": 0.3333333333333333,</a:t>
            </a:r>
          </a:p>
          <a:p>
            <a:r>
              <a:t>          "roc_auc": 0.7391240446796002,</a:t>
            </a:r>
          </a:p>
          <a:p>
            <a:r>
              <a:t>          "row_count": 396,</a:t>
            </a:r>
          </a:p>
          <a:p>
            <a:r>
              <a:t>          "threshold": 0.6399999999999999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"Tasks/task-summaries/validate-refactored-model-per-dataset-20260927-134055/artifacts/cluster-run/mariadb/results/model/words_15/RF/baseline/metrics.json",</a:t>
            </a:r>
          </a:p>
          <a:p>
            <a:r>
              <a:t>      "blob_sha1": "a414c48634e3b9ec860592540a391b57ec575ea2",</a:t>
            </a:r>
          </a:p>
          <a:p>
            <a:r>
              <a:t>      "sha256": "a0637cdeced199efb33b305e6fe5fb16df8db23126df61e39301f9c07a86d6dc",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0.8241206030150754,</a:t>
            </a:r>
          </a:p>
          <a:p>
            <a:r>
              <a:t>          "auc_prc": 0.11451717457962302,</a:t>
            </a:r>
          </a:p>
          <a:p>
            <a:r>
              <a:t>          "average_precision": 0.1213994903773975,</a:t>
            </a:r>
          </a:p>
          <a:p>
            <a:r>
              <a:t>          "balanced_accuracy": 0.5182233291822333,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323,</a:t>
            </a:r>
          </a:p>
          <a:p>
            <a:r>
              <a:t>              42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0.125,</a:t>
            </a:r>
          </a:p>
          <a:p>
            <a:r>
              <a:t>          "positive_count": 33,</a:t>
            </a:r>
          </a:p>
          <a:p>
            <a:r>
              <a:t>          "positive_rate": 0.0829145728643216,</a:t>
            </a:r>
          </a:p>
          <a:p>
            <a:r>
              <a:t>          "precision": 0.10638297872340426,</a:t>
            </a:r>
          </a:p>
          <a:p>
            <a:r>
              <a:t>          "recall": 0.15151515151515152,</a:t>
            </a:r>
          </a:p>
          <a:p>
            <a:r>
              <a:t>          "roc_auc": 0.6457036114570361,</a:t>
            </a:r>
          </a:p>
          <a:p>
            <a:r>
              <a:t>          "row_count": 398,</a:t>
            </a:r>
          </a:p>
          <a:p>
            <a:r>
              <a:t>          "threshold": 0.10999999999999999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0.9040404040404041,</a:t>
            </a:r>
          </a:p>
          <a:p>
            <a:r>
              <a:t>          "auc_prc": 0.20286980808366226,</a:t>
            </a:r>
          </a:p>
          <a:p>
            <a:r>
              <a:t>          "average_precision": 0.21362288507036412,</a:t>
            </a:r>
          </a:p>
          <a:p>
            <a:r>
              <a:t>          "balanced_accuracy": 0.6805921052631578,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351,</a:t>
            </a:r>
          </a:p>
          <a:p>
            <a:r>
              <a:t>              29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0.2692307692307693,</a:t>
            </a:r>
          </a:p>
          <a:p>
            <a:r>
              <a:t>          "positive_count": 16,</a:t>
            </a:r>
          </a:p>
          <a:p>
            <a:r>
              <a:t>          "positive_rate": 0.04040404040404041,</a:t>
            </a:r>
          </a:p>
          <a:p>
            <a:r>
              <a:t>          "precision": 0.19444444444444445,</a:t>
            </a:r>
          </a:p>
          <a:p>
            <a:r>
              <a:t>          "recall": 0.4375,</a:t>
            </a:r>
          </a:p>
          <a:p>
            <a:r>
              <a:t>          "roc_auc": 0.8636513157894737,</a:t>
            </a:r>
          </a:p>
          <a:p>
            <a:r>
              <a:t>          "row_count": 396,</a:t>
            </a:r>
          </a:p>
          <a:p>
            <a:r>
              <a:t>          "threshold": 0.10999999999999999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"Tasks/task-summaries/validate-refactored-model-per-dataset-20260927-134055/artifacts/cluster-run/mariadb/results/model/words_15/RF/refactored/metrics.json",</a:t>
            </a:r>
          </a:p>
          <a:p>
            <a:r>
              <a:t>      "blob_sha1": "9434660bfd61dc330919b63e84703a72dc985b78",</a:t>
            </a:r>
          </a:p>
          <a:p>
            <a:r>
              <a:t>      "sha256": "5100bd8ea48e7d79059eb2b11acb914c6b18f2fd59c9270797ded6c8d3227ec1",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0.8391959798994975,</a:t>
            </a:r>
          </a:p>
          <a:p>
            <a:r>
              <a:t>          "auc_prc": 0.12758952325295406,</a:t>
            </a:r>
          </a:p>
          <a:p>
            <a:r>
              <a:t>          "average_precision": 0.13608058628710934,</a:t>
            </a:r>
          </a:p>
          <a:p>
            <a:r>
              <a:t>          "balanced_accuracy": 0.5402241594022416,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328,</a:t>
            </a:r>
          </a:p>
          <a:p>
            <a:r>
              <a:t>              37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27,</a:t>
            </a:r>
          </a:p>
          <a:p>
            <a:r>
              <a:t>              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0.15789473684210528,</a:t>
            </a:r>
          </a:p>
          <a:p>
            <a:r>
              <a:t>          "positive_count": 33,</a:t>
            </a:r>
          </a:p>
          <a:p>
            <a:r>
              <a:t>          "positive_rate": 0.0829145728643216,</a:t>
            </a:r>
          </a:p>
          <a:p>
            <a:r>
              <a:t>          "precision": 0.13953488372093023,</a:t>
            </a:r>
          </a:p>
          <a:p>
            <a:r>
              <a:t>          "recall": 0.18181818181818182,</a:t>
            </a:r>
          </a:p>
          <a:p>
            <a:r>
              <a:t>          "roc_auc": 0.6672893316728933,</a:t>
            </a:r>
          </a:p>
          <a:p>
            <a:r>
              <a:t>          "row_count": 398,</a:t>
            </a:r>
          </a:p>
          <a:p>
            <a:r>
              <a:t>          "threshold": 0.3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0.9090909090909091,</a:t>
            </a:r>
          </a:p>
          <a:p>
            <a:r>
              <a:t>          "auc_prc": 0.20271339356795348,</a:t>
            </a:r>
          </a:p>
          <a:p>
            <a:r>
              <a:t>          "average_precision": 0.21416433463439763,</a:t>
            </a:r>
          </a:p>
          <a:p>
            <a:r>
              <a:t>          "balanced_accuracy": 0.7131578947368421,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352,</a:t>
            </a:r>
          </a:p>
          <a:p>
            <a:r>
              <a:t>              28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0.30769230769230765,</a:t>
            </a:r>
          </a:p>
          <a:p>
            <a:r>
              <a:t>          "positive_count": 16,</a:t>
            </a:r>
          </a:p>
          <a:p>
            <a:r>
              <a:t>          "positive_rate": 0.04040404040404041,</a:t>
            </a:r>
          </a:p>
          <a:p>
            <a:r>
              <a:t>          "precision": 0.2222222222222222,</a:t>
            </a:r>
          </a:p>
          <a:p>
            <a:r>
              <a:t>          "recall": 0.5,</a:t>
            </a:r>
          </a:p>
          <a:p>
            <a:r>
              <a:t>          "roc_auc": 0.8501644736842106,</a:t>
            </a:r>
          </a:p>
          <a:p>
            <a:r>
              <a:t>          "row_count": 396,</a:t>
            </a:r>
          </a:p>
          <a:p>
            <a:r>
              <a:t>          "threshold": 0.3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"Tasks/task-summaries/validate-refactored-model-per-dataset-20260927-134055/artifacts/cluster-run/mariadb/results/model/words_15/XGboost/baseline/metrics.json",</a:t>
            </a:r>
          </a:p>
          <a:p>
            <a:r>
              <a:t>      "blob_sha1": "a4101f4d1070d3a86fe6dadabfe603a1b2b4e85b",</a:t>
            </a:r>
          </a:p>
          <a:p>
            <a:r>
              <a:t>      "sha256": "e01886819e863c99f86a95c668d3af6e10fa470663c9141ffb647fa78144b1e2",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0.7864321608040201,</a:t>
            </a:r>
          </a:p>
          <a:p>
            <a:r>
              <a:t>          "auc_prc": 0.14332944008782145,</a:t>
            </a:r>
          </a:p>
          <a:p>
            <a:r>
              <a:t>          "average_precision": 0.14989269237450586,</a:t>
            </a:r>
          </a:p>
          <a:p>
            <a:r>
              <a:t>          "balanced_accuracy": 0.4976753839767538,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308,</a:t>
            </a:r>
          </a:p>
          <a:p>
            <a:r>
              <a:t>              57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0.10526315789473684,</a:t>
            </a:r>
          </a:p>
          <a:p>
            <a:r>
              <a:t>          "positive_count": 33,</a:t>
            </a:r>
          </a:p>
          <a:p>
            <a:r>
              <a:t>          "positive_rate": 0.0829145728643216,</a:t>
            </a:r>
          </a:p>
          <a:p>
            <a:r>
              <a:t>          "precision": 0.08064516129032258,</a:t>
            </a:r>
          </a:p>
          <a:p>
            <a:r>
              <a:t>          "recall": 0.15151515151515152,</a:t>
            </a:r>
          </a:p>
          <a:p>
            <a:r>
              <a:t>          "roc_auc": 0.6295143212951432,</a:t>
            </a:r>
          </a:p>
          <a:p>
            <a:r>
              <a:t>          "row_count": 398,</a:t>
            </a:r>
          </a:p>
          <a:p>
            <a:r>
              <a:t>          "threshold": 0.05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0.8914141414141414,</a:t>
            </a:r>
          </a:p>
          <a:p>
            <a:r>
              <a:t>          "auc_prc": 0.15171627344802294,</a:t>
            </a:r>
          </a:p>
          <a:p>
            <a:r>
              <a:t>          "average_precision": 0.15827324573414095,</a:t>
            </a:r>
          </a:p>
          <a:p>
            <a:r>
              <a:t>          "balanced_accuracy": 0.5542763157894737,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350,</a:t>
            </a:r>
          </a:p>
          <a:p>
            <a:r>
              <a:t>              30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13,</a:t>
            </a:r>
          </a:p>
          <a:p>
            <a:r>
              <a:t>              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0.12244897959183672,</a:t>
            </a:r>
          </a:p>
          <a:p>
            <a:r>
              <a:t>          "positive_count": 16,</a:t>
            </a:r>
          </a:p>
          <a:p>
            <a:r>
              <a:t>          "positive_rate": 0.04040404040404041,</a:t>
            </a:r>
          </a:p>
          <a:p>
            <a:r>
              <a:t>          "precision": 0.09090909090909091,</a:t>
            </a:r>
          </a:p>
          <a:p>
            <a:r>
              <a:t>          "recall": 0.1875,</a:t>
            </a:r>
          </a:p>
          <a:p>
            <a:r>
              <a:t>          "roc_auc": 0.8072368421052631,</a:t>
            </a:r>
          </a:p>
          <a:p>
            <a:r>
              <a:t>          "row_count": 396,</a:t>
            </a:r>
          </a:p>
          <a:p>
            <a:r>
              <a:t>          "threshold": 0.05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"Tasks/task-summaries/validate-refactored-model-per-dataset-20260927-134055/artifacts/cluster-run/mariadb/results/model/words_15/XGboost/refactored/metrics.json",</a:t>
            </a:r>
          </a:p>
          <a:p>
            <a:r>
              <a:t>      "blob_sha1": "f117a15f6fb0971d389b9cca44698e6545c5ec75",</a:t>
            </a:r>
          </a:p>
          <a:p>
            <a:r>
              <a:t>      "sha256": "30c76a92184a1c53feb70c59ad8a67e0dd46389fc40f397050f754ad5e4374bf",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0.821608040201005,</a:t>
            </a:r>
          </a:p>
          <a:p>
            <a:r>
              <a:t>          "auc_prc": 0.14992490501659775,</a:t>
            </a:r>
          </a:p>
          <a:p>
            <a:r>
              <a:t>          "average_precision": 0.162225800346665,</a:t>
            </a:r>
          </a:p>
          <a:p>
            <a:r>
              <a:t>          "balanced_accuracy": 0.5444167704441677,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320,</a:t>
            </a:r>
          </a:p>
          <a:p>
            <a:r>
              <a:t>              45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26,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0.16470588235294117,</a:t>
            </a:r>
          </a:p>
          <a:p>
            <a:r>
              <a:t>          "positive_count": 33,</a:t>
            </a:r>
          </a:p>
          <a:p>
            <a:r>
              <a:t>          "positive_rate": 0.0829145728643216,</a:t>
            </a:r>
          </a:p>
          <a:p>
            <a:r>
              <a:t>          "precision": 0.1346153846153846,</a:t>
            </a:r>
          </a:p>
          <a:p>
            <a:r>
              <a:t>          "recall": 0.21212121212121213,</a:t>
            </a:r>
          </a:p>
          <a:p>
            <a:r>
              <a:t>          "roc_auc": 0.710170195101702,</a:t>
            </a:r>
          </a:p>
          <a:p>
            <a:r>
              <a:t>          "row_count": 398,</a:t>
            </a:r>
          </a:p>
          <a:p>
            <a:r>
              <a:t>          "threshold": 0.3999999999999999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0.9090909090909091,</a:t>
            </a:r>
          </a:p>
          <a:p>
            <a:r>
              <a:t>          "auc_prc": 0.12344944513879302,</a:t>
            </a:r>
          </a:p>
          <a:p>
            <a:r>
              <a:t>          "average_precision": 0.1473979169928029,</a:t>
            </a:r>
          </a:p>
          <a:p>
            <a:r>
              <a:t>          "balanced_accuracy": 0.6832236842105264,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353,</a:t>
            </a:r>
          </a:p>
          <a:p>
            <a:r>
              <a:t>              27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0.28,</a:t>
            </a:r>
          </a:p>
          <a:p>
            <a:r>
              <a:t>          "positive_count": 16,</a:t>
            </a:r>
          </a:p>
          <a:p>
            <a:r>
              <a:t>          "positive_rate": 0.04040404040404041,</a:t>
            </a:r>
          </a:p>
          <a:p>
            <a:r>
              <a:t>          "precision": 0.20588235294117646,</a:t>
            </a:r>
          </a:p>
          <a:p>
            <a:r>
              <a:t>          "recall": 0.4375,</a:t>
            </a:r>
          </a:p>
          <a:p>
            <a:r>
              <a:t>          "roc_auc": 0.8046875,</a:t>
            </a:r>
          </a:p>
          <a:p>
            <a:r>
              <a:t>          "row_count": 396,</a:t>
            </a:r>
          </a:p>
          <a:p>
            <a:r>
              <a:t>          "threshold": 0.3999999999999999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"Tasks/task-summaries/validate-refactored-model-per-dataset-20260927-134055/artifacts/cluster-run/mariadb/results/model/words_15/NN/baseline/metrics.json",</a:t>
            </a:r>
          </a:p>
          <a:p>
            <a:r>
              <a:t>      "blob_sha1": "f4cb3f90658acbaae8e08c674451ac208235435b",</a:t>
            </a:r>
          </a:p>
          <a:p>
            <a:r>
              <a:t>      "sha256": "a33e18882986d96c57115fbe78f6312159c1bcc12e89f47ee5df20aaad1626f5",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0.7989949748743719,</a:t>
            </a:r>
          </a:p>
          <a:p>
            <a:r>
              <a:t>          "auc_prc": 0.10881496705402251,</a:t>
            </a:r>
          </a:p>
          <a:p>
            <a:r>
              <a:t>          "average_precision": 0.11289825475418147,</a:t>
            </a:r>
          </a:p>
          <a:p>
            <a:r>
              <a:t>          "balanced_accuracy": 0.504524699045247,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313,</a:t>
            </a:r>
          </a:p>
          <a:p>
            <a:r>
              <a:t>              52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0.1111111111111111,</a:t>
            </a:r>
          </a:p>
          <a:p>
            <a:r>
              <a:t>          "positive_count": 33,</a:t>
            </a:r>
          </a:p>
          <a:p>
            <a:r>
              <a:t>          "positive_rate": 0.0829145728643216,</a:t>
            </a:r>
          </a:p>
          <a:p>
            <a:r>
              <a:t>          "precision": 0.08771929824561403,</a:t>
            </a:r>
          </a:p>
          <a:p>
            <a:r>
              <a:t>          "recall": 0.15151515151515152,</a:t>
            </a:r>
          </a:p>
          <a:p>
            <a:r>
              <a:t>          "roc_auc": 0.4899128268991283,</a:t>
            </a:r>
          </a:p>
          <a:p>
            <a:r>
              <a:t>          "row_count": 398,</a:t>
            </a:r>
          </a:p>
          <a:p>
            <a:r>
              <a:t>          "threshold": 0.18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0.9065656565656566,</a:t>
            </a:r>
          </a:p>
          <a:p>
            <a:r>
              <a:t>          "auc_prc": 0.2130947181410214,</a:t>
            </a:r>
          </a:p>
          <a:p>
            <a:r>
              <a:t>          "average_precision": 0.22762180527543316,</a:t>
            </a:r>
          </a:p>
          <a:p>
            <a:r>
              <a:t>          "balanced_accuracy": 0.7118421052631578,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351,</a:t>
            </a:r>
          </a:p>
          <a:p>
            <a:r>
              <a:t>              29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0.3018867924528302,</a:t>
            </a:r>
          </a:p>
          <a:p>
            <a:r>
              <a:t>          "positive_count": 16,</a:t>
            </a:r>
          </a:p>
          <a:p>
            <a:r>
              <a:t>          "positive_rate": 0.04040404040404041,</a:t>
            </a:r>
          </a:p>
          <a:p>
            <a:r>
              <a:t>          "precision": 0.21621621621621623,</a:t>
            </a:r>
          </a:p>
          <a:p>
            <a:r>
              <a:t>          "recall": 0.5,</a:t>
            </a:r>
          </a:p>
          <a:p>
            <a:r>
              <a:t>          "roc_auc": 0.7577302631578947,</a:t>
            </a:r>
          </a:p>
          <a:p>
            <a:r>
              <a:t>          "row_count": 396,</a:t>
            </a:r>
          </a:p>
          <a:p>
            <a:r>
              <a:t>          "threshold": 0.18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"Tasks/task-summaries/validate-refactored-model-per-dataset-20260927-134055/artifacts/cluster-run/mariadb/results/model/words_15/NN/refactored/metrics.json",</a:t>
            </a:r>
          </a:p>
          <a:p>
            <a:r>
              <a:t>      "blob_sha1": "fae99196aec26218b7cb711b77edf54b792bda2e",</a:t>
            </a:r>
          </a:p>
          <a:p>
            <a:r>
              <a:t>      "sha256": "9af25580b542fc9cc9bbdbc136fb117fc96822f068ea15fa29ba06cdd92a3599",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0.7788944723618091,</a:t>
            </a:r>
          </a:p>
          <a:p>
            <a:r>
              <a:t>          "auc_prc": 0.09211969293008947,</a:t>
            </a:r>
          </a:p>
          <a:p>
            <a:r>
              <a:t>          "average_precision": 0.10374906092750608,</a:t>
            </a:r>
          </a:p>
          <a:p>
            <a:r>
              <a:t>          "balanced_accuracy": 0.49356579493565794,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305,</a:t>
            </a:r>
          </a:p>
          <a:p>
            <a:r>
              <a:t>              60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0.10204081632653061,</a:t>
            </a:r>
          </a:p>
          <a:p>
            <a:r>
              <a:t>          "positive_count": 33,</a:t>
            </a:r>
          </a:p>
          <a:p>
            <a:r>
              <a:t>          "positive_rate": 0.0829145728643216,</a:t>
            </a:r>
          </a:p>
          <a:p>
            <a:r>
              <a:t>          "precision": 0.07692307692307693,</a:t>
            </a:r>
          </a:p>
          <a:p>
            <a:r>
              <a:t>          "recall": 0.15151515151515152,</a:t>
            </a:r>
          </a:p>
          <a:p>
            <a:r>
              <a:t>          "roc_auc": 0.5320049813200498,</a:t>
            </a:r>
          </a:p>
          <a:p>
            <a:r>
              <a:t>          "row_count": 398,</a:t>
            </a:r>
          </a:p>
          <a:p>
            <a:r>
              <a:t>          "threshold": 0.10999999999999999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0.9065656565656566,</a:t>
            </a:r>
          </a:p>
          <a:p>
            <a:r>
              <a:t>          "auc_prc": 0.19066969828289546,</a:t>
            </a:r>
          </a:p>
          <a:p>
            <a:r>
              <a:t>          "average_precision": 0.2168397380387214,</a:t>
            </a:r>
          </a:p>
          <a:p>
            <a:r>
              <a:t>          "balanced_accuracy": 0.7417763157894737,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350,</a:t>
            </a:r>
          </a:p>
          <a:p>
            <a:r>
              <a:t>              30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0.32727272727272727,</a:t>
            </a:r>
          </a:p>
          <a:p>
            <a:r>
              <a:t>          "positive_count": 16,</a:t>
            </a:r>
          </a:p>
          <a:p>
            <a:r>
              <a:t>          "positive_rate": 0.04040404040404041,</a:t>
            </a:r>
          </a:p>
          <a:p>
            <a:r>
              <a:t>          "precision": 0.23076923076923078,</a:t>
            </a:r>
          </a:p>
          <a:p>
            <a:r>
              <a:t>          "recall": 0.5625,</a:t>
            </a:r>
          </a:p>
          <a:p>
            <a:r>
              <a:t>          "roc_auc": 0.8075657894736842,</a:t>
            </a:r>
          </a:p>
          <a:p>
            <a:r>
              <a:t>          "row_count": 396,</a:t>
            </a:r>
          </a:p>
          <a:p>
            <a:r>
              <a:t>          "threshold": 0.10999999999999999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"Tasks/task-summaries/validate-refactored-model-per-dataset-20260927-134055/artifacts/cluster-run/mariadb/results/model/words_20/RF/baseline/metrics.json",</a:t>
            </a:r>
          </a:p>
          <a:p>
            <a:r>
              <a:t>      "blob_sha1": "2bcf70edfa6b9b45201bc9e674b29f44ad0f7d34",</a:t>
            </a:r>
          </a:p>
          <a:p>
            <a:r>
              <a:t>      "sha256": "c04cd9e9c859d7cf4ef29c50e6308bb8f5049ed9fbec43a9d46db635355b9ee5",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0.8944723618090452,</a:t>
            </a:r>
          </a:p>
          <a:p>
            <a:r>
              <a:t>          "auc_prc": 0.10908006031367176,</a:t>
            </a:r>
          </a:p>
          <a:p>
            <a:r>
              <a:t>          "average_precision": 0.12429519105652169,</a:t>
            </a:r>
          </a:p>
          <a:p>
            <a:r>
              <a:t>          "balanced_accuracy": 0.5471042471042471,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352,</a:t>
            </a:r>
          </a:p>
          <a:p>
            <a:r>
              <a:t>              18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24,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0.16,</a:t>
            </a:r>
          </a:p>
          <a:p>
            <a:r>
              <a:t>          "positive_count": 28,</a:t>
            </a:r>
          </a:p>
          <a:p>
            <a:r>
              <a:t>          "positive_rate": 0.07035175879396985,</a:t>
            </a:r>
          </a:p>
          <a:p>
            <a:r>
              <a:t>          "precision": 0.18181818181818182,</a:t>
            </a:r>
          </a:p>
          <a:p>
            <a:r>
              <a:t>          "recall": 0.14285714285714285,</a:t>
            </a:r>
          </a:p>
          <a:p>
            <a:r>
              <a:t>          "roc_auc": 0.64242277992278,</a:t>
            </a:r>
          </a:p>
          <a:p>
            <a:r>
              <a:t>          "row_count": 398,</a:t>
            </a:r>
          </a:p>
          <a:p>
            <a:r>
              <a:t>          "threshold": 0.14999999999999997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0.9343434343434344,</a:t>
            </a:r>
          </a:p>
          <a:p>
            <a:r>
              <a:t>          "auc_prc": 0.19966901452544633,</a:t>
            </a:r>
          </a:p>
          <a:p>
            <a:r>
              <a:t>          "average_precision": 0.2119552562605469,</a:t>
            </a:r>
          </a:p>
          <a:p>
            <a:r>
              <a:t>          "balanced_accuracy": 0.68359375,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365,</a:t>
            </a:r>
          </a:p>
          <a:p>
            <a:r>
              <a:t>              19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7,</a:t>
            </a:r>
          </a:p>
          <a:p>
            <a:r>
              <a:t>              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0.2777777777777778,</a:t>
            </a:r>
          </a:p>
          <a:p>
            <a:r>
              <a:t>          "positive_count": 12,</a:t>
            </a:r>
          </a:p>
          <a:p>
            <a:r>
              <a:t>          "positive_rate": 0.030303030303030304,</a:t>
            </a:r>
          </a:p>
          <a:p>
            <a:r>
              <a:t>          "precision": 0.20833333333333334,</a:t>
            </a:r>
          </a:p>
          <a:p>
            <a:r>
              <a:t>          "recall": 0.4166666666666667,</a:t>
            </a:r>
          </a:p>
          <a:p>
            <a:r>
              <a:t>          "roc_auc": 0.8621961805555556,</a:t>
            </a:r>
          </a:p>
          <a:p>
            <a:r>
              <a:t>          "row_count": 396,</a:t>
            </a:r>
          </a:p>
          <a:p>
            <a:r>
              <a:t>          "threshold": 0.14999999999999997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"Tasks/task-summaries/validate-refactored-model-per-dataset-20260927-134055/artifacts/cluster-run/mariadb/results/model/words_20/RF/refactored/metrics.json",</a:t>
            </a:r>
          </a:p>
          <a:p>
            <a:r>
              <a:t>      "blob_sha1": "1535f6499ab9e7fd6b417da6d4d3dc66776adf39",</a:t>
            </a:r>
          </a:p>
          <a:p>
            <a:r>
              <a:t>      "sha256": "50c95fb6f4f601949c8bcb7296d5ba182a2b25c5c313f266132bb09400cd1fe9",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0.9120603015075377,</a:t>
            </a:r>
          </a:p>
          <a:p>
            <a:r>
              <a:t>          "auc_prc": 0.12182267085738707,</a:t>
            </a:r>
          </a:p>
          <a:p>
            <a:r>
              <a:t>          "average_precision": 0.133107696306499,</a:t>
            </a:r>
          </a:p>
          <a:p>
            <a:r>
              <a:t>          "balanced_accuracy": 0.5235521235521235,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361,</a:t>
            </a:r>
          </a:p>
          <a:p>
            <a:r>
              <a:t>              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26,</a:t>
            </a:r>
          </a:p>
          <a:p>
            <a:r>
              <a:t>              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0.10256410256410255,</a:t>
            </a:r>
          </a:p>
          <a:p>
            <a:r>
              <a:t>          "positive_count": 28,</a:t>
            </a:r>
          </a:p>
          <a:p>
            <a:r>
              <a:t>          "positive_rate": 0.07035175879396985,</a:t>
            </a:r>
          </a:p>
          <a:p>
            <a:r>
              <a:t>          "precision": 0.18181818181818182,</a:t>
            </a:r>
          </a:p>
          <a:p>
            <a:r>
              <a:t>          "recall": 0.07142857142857142,</a:t>
            </a:r>
          </a:p>
          <a:p>
            <a:r>
              <a:t>          "roc_auc": 0.6720559845559846,</a:t>
            </a:r>
          </a:p>
          <a:p>
            <a:r>
              <a:t>          "row_count": 398,</a:t>
            </a:r>
          </a:p>
          <a:p>
            <a:r>
              <a:t>          "threshold": 0.37999999999999995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0.952020202020202,</a:t>
            </a:r>
          </a:p>
          <a:p>
            <a:r>
              <a:t>          "auc_prc": 0.22412258237119118,</a:t>
            </a:r>
          </a:p>
          <a:p>
            <a:r>
              <a:t>          "average_precision": 0.24011691408327485,</a:t>
            </a:r>
          </a:p>
          <a:p>
            <a:r>
              <a:t>          "balanced_accuracy": 0.65234375,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373,</a:t>
            </a:r>
          </a:p>
          <a:p>
            <a:r>
              <a:t>              11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0.2962962962962963,</a:t>
            </a:r>
          </a:p>
          <a:p>
            <a:r>
              <a:t>          "positive_count": 12,</a:t>
            </a:r>
          </a:p>
          <a:p>
            <a:r>
              <a:t>          "positive_rate": 0.030303030303030304,</a:t>
            </a:r>
          </a:p>
          <a:p>
            <a:r>
              <a:t>          "precision": 0.26666666666666666,</a:t>
            </a:r>
          </a:p>
          <a:p>
            <a:r>
              <a:t>          "recall": 0.3333333333333333,</a:t>
            </a:r>
          </a:p>
          <a:p>
            <a:r>
              <a:t>          "roc_auc": 0.8717447916666666,</a:t>
            </a:r>
          </a:p>
          <a:p>
            <a:r>
              <a:t>          "row_count": 396,</a:t>
            </a:r>
          </a:p>
          <a:p>
            <a:r>
              <a:t>          "threshold": 0.37999999999999995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"Tasks/task-summaries/validate-refactored-model-per-dataset-20260927-134055/artifacts/cluster-run/mariadb/results/model/words_20/XGboost/baseline/metrics.json",</a:t>
            </a:r>
          </a:p>
          <a:p>
            <a:r>
              <a:t>      "blob_sha1": "877369b3a0c4ff2e597878b6b28d73af4ff4c366",</a:t>
            </a:r>
          </a:p>
          <a:p>
            <a:r>
              <a:t>      "sha256": "1e11ba3e8f0ace57e526d7879e76164a3fb3ca88972c69e299f1fbdf57c685b1",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0.9296482412060302,</a:t>
            </a:r>
          </a:p>
          <a:p>
            <a:r>
              <a:t>          "auc_prc": 0.1356996843181867,</a:t>
            </a:r>
          </a:p>
          <a:p>
            <a:r>
              <a:t>          "average_precision": 0.1419245718525536,</a:t>
            </a:r>
          </a:p>
          <a:p>
            <a:r>
              <a:t>          "balanced_accuracy": 0.5,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370,</a:t>
            </a:r>
          </a:p>
          <a:p>
            <a:r>
              <a:t>              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0.0,</a:t>
            </a:r>
          </a:p>
          <a:p>
            <a:r>
              <a:t>          "positive_count": 28,</a:t>
            </a:r>
          </a:p>
          <a:p>
            <a:r>
              <a:t>          "positive_rate": 0.07035175879396985,</a:t>
            </a:r>
          </a:p>
          <a:p>
            <a:r>
              <a:t>          "precision": 0.0,</a:t>
            </a:r>
          </a:p>
          <a:p>
            <a:r>
              <a:t>          "recall": 0.0,</a:t>
            </a:r>
          </a:p>
          <a:p>
            <a:r>
              <a:t>          "roc_auc": 0.6566119691119691,</a:t>
            </a:r>
          </a:p>
          <a:p>
            <a:r>
              <a:t>          "row_count": 398,</a:t>
            </a:r>
          </a:p>
          <a:p>
            <a:r>
              <a:t>          "threshold": 0.42999999999999994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0.9722222222222222,</a:t>
            </a:r>
          </a:p>
          <a:p>
            <a:r>
              <a:t>          "auc_prc": 0.15454815293767588,</a:t>
            </a:r>
          </a:p>
          <a:p>
            <a:r>
              <a:t>          "average_precision": 0.16059182772673744,</a:t>
            </a:r>
          </a:p>
          <a:p>
            <a:r>
              <a:t>          "balanced_accuracy": 0.5416666666666666,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384,</a:t>
            </a:r>
          </a:p>
          <a:p>
            <a:r>
              <a:t>              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11,</a:t>
            </a:r>
          </a:p>
          <a:p>
            <a:r>
              <a:t>              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0.15384615384615385,</a:t>
            </a:r>
          </a:p>
          <a:p>
            <a:r>
              <a:t>          "positive_count": 12,</a:t>
            </a:r>
          </a:p>
          <a:p>
            <a:r>
              <a:t>          "positive_rate": 0.030303030303030304,</a:t>
            </a:r>
          </a:p>
          <a:p>
            <a:r>
              <a:t>          "precision": 1.0,</a:t>
            </a:r>
          </a:p>
          <a:p>
            <a:r>
              <a:t>          "recall": 0.08333333333333333,</a:t>
            </a:r>
          </a:p>
          <a:p>
            <a:r>
              <a:t>          "roc_auc": 0.8249782986111112,</a:t>
            </a:r>
          </a:p>
          <a:p>
            <a:r>
              <a:t>          "row_count": 396,</a:t>
            </a:r>
          </a:p>
          <a:p>
            <a:r>
              <a:t>          "threshold": 0.42999999999999994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"Tasks/task-summaries/validate-refactored-model-per-dataset-20260927-134055/artifacts/cluster-run/mariadb/results/model/words_20/XGboost/refactored/metrics.json",</a:t>
            </a:r>
          </a:p>
          <a:p>
            <a:r>
              <a:t>      "blob_sha1": "77441786987ec91f72c109fd4311818db4b862e3",</a:t>
            </a:r>
          </a:p>
          <a:p>
            <a:r>
              <a:t>      "sha256": "e8bc064ca7196f80388347a7385acde41201895ad492ed6d1771b5555986c7cd",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0.864321608040201,</a:t>
            </a:r>
          </a:p>
          <a:p>
            <a:r>
              <a:t>          "auc_prc": 0.13329366456603517,</a:t>
            </a:r>
          </a:p>
          <a:p>
            <a:r>
              <a:t>          "average_precision": 0.14947026967675991,</a:t>
            </a:r>
          </a:p>
          <a:p>
            <a:r>
              <a:t>          "balanced_accuracy": 0.5308880308880309,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340,</a:t>
            </a:r>
          </a:p>
          <a:p>
            <a:r>
              <a:t>              30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24,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0.12903225806451615,</a:t>
            </a:r>
          </a:p>
          <a:p>
            <a:r>
              <a:t>          "positive_count": 28,</a:t>
            </a:r>
          </a:p>
          <a:p>
            <a:r>
              <a:t>          "positive_rate": 0.07035175879396985,</a:t>
            </a:r>
          </a:p>
          <a:p>
            <a:r>
              <a:t>          "precision": 0.11764705882352941,</a:t>
            </a:r>
          </a:p>
          <a:p>
            <a:r>
              <a:t>          "recall": 0.14285714285714285,</a:t>
            </a:r>
          </a:p>
          <a:p>
            <a:r>
              <a:t>          "roc_auc": 0.7164092664092664,</a:t>
            </a:r>
          </a:p>
          <a:p>
            <a:r>
              <a:t>          "row_count": 398,</a:t>
            </a:r>
          </a:p>
          <a:p>
            <a:r>
              <a:t>          "threshold": 0.48999999999999994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0.9343434343434344,</a:t>
            </a:r>
          </a:p>
          <a:p>
            <a:r>
              <a:t>          "auc_prc": 0.10572475645180296,</a:t>
            </a:r>
          </a:p>
          <a:p>
            <a:r>
              <a:t>          "average_precision": 0.1259583900230468,</a:t>
            </a:r>
          </a:p>
          <a:p>
            <a:r>
              <a:t>          "balanced_accuracy": 0.6432291666666666,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366,</a:t>
            </a:r>
          </a:p>
          <a:p>
            <a:r>
              <a:t>              18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0.23529411764705885,</a:t>
            </a:r>
          </a:p>
          <a:p>
            <a:r>
              <a:t>          "positive_count": 12,</a:t>
            </a:r>
          </a:p>
          <a:p>
            <a:r>
              <a:t>          "positive_rate": 0.030303030303030304,</a:t>
            </a:r>
          </a:p>
          <a:p>
            <a:r>
              <a:t>          "precision": 0.18181818181818182,</a:t>
            </a:r>
          </a:p>
          <a:p>
            <a:r>
              <a:t>          "recall": 0.3333333333333333,</a:t>
            </a:r>
          </a:p>
          <a:p>
            <a:r>
              <a:t>          "roc_auc": 0.8424479166666666,</a:t>
            </a:r>
          </a:p>
          <a:p>
            <a:r>
              <a:t>          "row_count": 396,</a:t>
            </a:r>
          </a:p>
          <a:p>
            <a:r>
              <a:t>          "threshold": 0.48999999999999994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"Tasks/task-summaries/validate-refactored-model-per-dataset-20260927-134055/artifacts/cluster-run/mariadb/results/model/words_20/NN/baseline/metrics.json",</a:t>
            </a:r>
          </a:p>
          <a:p>
            <a:r>
              <a:t>      "blob_sha1": "b3163d48d75486b4d9433a22134c2d71d3d58c8a",</a:t>
            </a:r>
          </a:p>
          <a:p>
            <a:r>
              <a:t>      "sha256": "f2b4d3248e3b5d91484e58bd2a9524cc6c6dfe84eb598b8b37595ee92faa2f09",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0.8819095477386935,</a:t>
            </a:r>
          </a:p>
          <a:p>
            <a:r>
              <a:t>          "auc_prc": 0.078142017806513,</a:t>
            </a:r>
          </a:p>
          <a:p>
            <a:r>
              <a:t>          "average_precision": 0.08717244519326749,</a:t>
            </a:r>
          </a:p>
          <a:p>
            <a:r>
              <a:t>          "balanced_accuracy": 0.5073359073359074,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349,</a:t>
            </a:r>
          </a:p>
          <a:p>
            <a:r>
              <a:t>              21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26,</a:t>
            </a:r>
          </a:p>
          <a:p>
            <a:r>
              <a:t>              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0.0784313725490196,</a:t>
            </a:r>
          </a:p>
          <a:p>
            <a:r>
              <a:t>          "positive_count": 28,</a:t>
            </a:r>
          </a:p>
          <a:p>
            <a:r>
              <a:t>          "positive_rate": 0.07035175879396985,</a:t>
            </a:r>
          </a:p>
          <a:p>
            <a:r>
              <a:t>          "precision": 0.08695652173913043,</a:t>
            </a:r>
          </a:p>
          <a:p>
            <a:r>
              <a:t>          "recall": 0.07142857142857142,</a:t>
            </a:r>
          </a:p>
          <a:p>
            <a:r>
              <a:t>          "roc_auc": 0.5325289575289576,</a:t>
            </a:r>
          </a:p>
          <a:p>
            <a:r>
              <a:t>          "row_count": 398,</a:t>
            </a:r>
          </a:p>
          <a:p>
            <a:r>
              <a:t>          "threshold": 0.49999999999999994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0.9595959595959596,</a:t>
            </a:r>
          </a:p>
          <a:p>
            <a:r>
              <a:t>          "auc_prc": 0.16534092494721958,</a:t>
            </a:r>
          </a:p>
          <a:p>
            <a:r>
              <a:t>          "average_precision": 0.20272418304097148,</a:t>
            </a:r>
          </a:p>
          <a:p>
            <a:r>
              <a:t>          "balanced_accuracy": 0.6158854166666667,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377,</a:t>
            </a:r>
          </a:p>
          <a:p>
            <a:r>
              <a:t>              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9,</a:t>
            </a:r>
          </a:p>
          <a:p>
            <a:r>
              <a:t>              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0.2727272727272727,</a:t>
            </a:r>
          </a:p>
          <a:p>
            <a:r>
              <a:t>          "positive_count": 12,</a:t>
            </a:r>
          </a:p>
          <a:p>
            <a:r>
              <a:t>          "positive_rate": 0.030303030303030304,</a:t>
            </a:r>
          </a:p>
          <a:p>
            <a:r>
              <a:t>          "precision": 0.3,</a:t>
            </a:r>
          </a:p>
          <a:p>
            <a:r>
              <a:t>          "recall": 0.25,</a:t>
            </a:r>
          </a:p>
          <a:p>
            <a:r>
              <a:t>          "roc_auc": 0.8448350694444444,</a:t>
            </a:r>
          </a:p>
          <a:p>
            <a:r>
              <a:t>          "row_count": 396,</a:t>
            </a:r>
          </a:p>
          <a:p>
            <a:r>
              <a:t>          "threshold": 0.49999999999999994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"Tasks/task-summaries/validate-refactored-model-per-dataset-20260927-134055/artifacts/cluster-run/mariadb/results/model/words_20/NN/refactored/metrics.json",</a:t>
            </a:r>
          </a:p>
          <a:p>
            <a:r>
              <a:t>      "blob_sha1": "0cd4d7767c921f913b32938d5ae4e12d9d7d5fdb",</a:t>
            </a:r>
          </a:p>
          <a:p>
            <a:r>
              <a:t>      "sha256": "cb4c34b5f7362315eb6346a63855dadf0df9ff2cf959812c531be2408851bd88",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0.8442211055276382,</a:t>
            </a:r>
          </a:p>
          <a:p>
            <a:r>
              <a:t>          "auc_prc": 0.08420910043466555,</a:t>
            </a:r>
          </a:p>
          <a:p>
            <a:r>
              <a:t>          "average_precision": 0.09723797601553705,</a:t>
            </a:r>
          </a:p>
          <a:p>
            <a:r>
              <a:t>          "balanced_accuracy": 0.5365830115830116,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331,</a:t>
            </a:r>
          </a:p>
          <a:p>
            <a:r>
              <a:t>              39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23,</a:t>
            </a:r>
          </a:p>
          <a:p>
            <a:r>
              <a:t>              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0.1388888888888889,</a:t>
            </a:r>
          </a:p>
          <a:p>
            <a:r>
              <a:t>          "positive_count": 28,</a:t>
            </a:r>
          </a:p>
          <a:p>
            <a:r>
              <a:t>          "positive_rate": 0.07035175879396985,</a:t>
            </a:r>
          </a:p>
          <a:p>
            <a:r>
              <a:t>          "precision": 0.11363636363636363,</a:t>
            </a:r>
          </a:p>
          <a:p>
            <a:r>
              <a:t>          "recall": 0.17857142857142858,</a:t>
            </a:r>
          </a:p>
          <a:p>
            <a:r>
              <a:t>          "roc_auc": 0.5541505791505792,</a:t>
            </a:r>
          </a:p>
          <a:p>
            <a:r>
              <a:t>          "row_count": 398,</a:t>
            </a:r>
          </a:p>
          <a:p>
            <a:r>
              <a:t>          "threshold": 0.6799999999999999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0.9368686868686869,</a:t>
            </a:r>
          </a:p>
          <a:p>
            <a:r>
              <a:t>          "auc_prc": 0.15113942021361254,</a:t>
            </a:r>
          </a:p>
          <a:p>
            <a:r>
              <a:t>          "average_precision": 0.1749023323818207,</a:t>
            </a:r>
          </a:p>
          <a:p>
            <a:r>
              <a:t>          "balanced_accuracy": 0.7252604166666667,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365,</a:t>
            </a:r>
          </a:p>
          <a:p>
            <a:r>
              <a:t>              19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6,</a:t>
            </a:r>
          </a:p>
          <a:p>
            <a:r>
              <a:t>              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0.32432432432432434,</a:t>
            </a:r>
          </a:p>
          <a:p>
            <a:r>
              <a:t>          "positive_count": 12,</a:t>
            </a:r>
          </a:p>
          <a:p>
            <a:r>
              <a:t>          "positive_rate": 0.030303030303030304,</a:t>
            </a:r>
          </a:p>
          <a:p>
            <a:r>
              <a:t>          "precision": 0.24,</a:t>
            </a:r>
          </a:p>
          <a:p>
            <a:r>
              <a:t>          "recall": 0.5,</a:t>
            </a:r>
          </a:p>
          <a:p>
            <a:r>
              <a:t>          "roc_auc": 0.8352864583333334,</a:t>
            </a:r>
          </a:p>
          <a:p>
            <a:r>
              <a:t>          "row_count": 396,</a:t>
            </a:r>
          </a:p>
          <a:p>
            <a:r>
              <a:t>          "threshold": 0.6799999999999999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"Tasks/task-summaries/validate-refactored-model-per-dataset-20260927-134055/artifacts/cluster-run/qt/results/model/words_5/RF/baseline/metrics.json",</a:t>
            </a:r>
          </a:p>
          <a:p>
            <a:r>
              <a:t>      "blob_sha1": "92d35bf893f85587633548254df67f37e57ddb92",</a:t>
            </a:r>
          </a:p>
          <a:p>
            <a:r>
              <a:t>      "sha256": "d8539211e5000dbff858272654b91ccce73ea38872d64a7e4268aa68bf0a8e6a",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0.6770237121831562,</a:t>
            </a:r>
          </a:p>
          <a:p>
            <a:r>
              <a:t>          "auc_prc": 0.21881512931962205,</a:t>
            </a:r>
          </a:p>
          <a:p>
            <a:r>
              <a:t>          "average_precision": 0.22218137903014562,</a:t>
            </a:r>
          </a:p>
          <a:p>
            <a:r>
              <a:t>          "balanced_accuracy": 0.6509509931743231,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755,</a:t>
            </a:r>
          </a:p>
          <a:p>
            <a:r>
              <a:t>              350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45,</a:t>
            </a:r>
          </a:p>
          <a:p>
            <a:r>
              <a:t>              73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0.2698706099815157,</a:t>
            </a:r>
          </a:p>
          <a:p>
            <a:r>
              <a:t>          "positive_count": 118,</a:t>
            </a:r>
          </a:p>
          <a:p>
            <a:r>
              <a:t>          "positive_rate": 0.0964840556009812,</a:t>
            </a:r>
          </a:p>
          <a:p>
            <a:r>
              <a:t>          "precision": 0.17257683215130024,</a:t>
            </a:r>
          </a:p>
          <a:p>
            <a:r>
              <a:t>          "recall": 0.6186440677966102,</a:t>
            </a:r>
          </a:p>
          <a:p>
            <a:r>
              <a:t>          "roc_auc": 0.7062274714318583,</a:t>
            </a:r>
          </a:p>
          <a:p>
            <a:r>
              <a:t>          "row_count": 1223,</a:t>
            </a:r>
          </a:p>
          <a:p>
            <a:r>
              <a:t>          "threshold": 0.10999999999999999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0.6710310965630114,</a:t>
            </a:r>
          </a:p>
          <a:p>
            <a:r>
              <a:t>          "auc_prc": 0.12006964340185362,</a:t>
            </a:r>
          </a:p>
          <a:p>
            <a:r>
              <a:t>          "average_precision": 0.12473106619652714,</a:t>
            </a:r>
          </a:p>
          <a:p>
            <a:r>
              <a:t>          "balanced_accuracy": 0.6304188635032221,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771,</a:t>
            </a:r>
          </a:p>
          <a:p>
            <a:r>
              <a:t>              367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35,</a:t>
            </a:r>
          </a:p>
          <a:p>
            <a:r>
              <a:t>              49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0.196,</a:t>
            </a:r>
          </a:p>
          <a:p>
            <a:r>
              <a:t>          "positive_count": 84,</a:t>
            </a:r>
          </a:p>
          <a:p>
            <a:r>
              <a:t>          "positive_rate": 0.06873977086743044,</a:t>
            </a:r>
          </a:p>
          <a:p>
            <a:r>
              <a:t>          "precision": 0.11778846153846154,</a:t>
            </a:r>
          </a:p>
          <a:p>
            <a:r>
              <a:t>          "recall": 0.5833333333333334,</a:t>
            </a:r>
          </a:p>
          <a:p>
            <a:r>
              <a:t>          "roc_auc": 0.6738377688509499,</a:t>
            </a:r>
          </a:p>
          <a:p>
            <a:r>
              <a:t>          "row_count": 1222,</a:t>
            </a:r>
          </a:p>
          <a:p>
            <a:r>
              <a:t>          "threshold": 0.10999999999999999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"Tasks/task-summaries/validate-refactored-model-per-dataset-20260927-134055/artifacts/cluster-run/qt/results/model/words_5/RF/refactored/metrics.json",</a:t>
            </a:r>
          </a:p>
          <a:p>
            <a:r>
              <a:t>      "blob_sha1": "359b95f349d73e9a2d431ea519ddc139310b4a00",</a:t>
            </a:r>
          </a:p>
          <a:p>
            <a:r>
              <a:t>      "sha256": "f69e124b6249af259362762373735cba4f9832d128a2b7809d81e8898a595b0b",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0.5715453802125919,</a:t>
            </a:r>
          </a:p>
          <a:p>
            <a:r>
              <a:t>          "auc_prc": 0.23260937765432635,</a:t>
            </a:r>
          </a:p>
          <a:p>
            <a:r>
              <a:t>          "average_precision": 0.23922089722935824,</a:t>
            </a:r>
          </a:p>
          <a:p>
            <a:r>
              <a:t>          "balanced_accuracy": 0.6304279469284455,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616,</a:t>
            </a:r>
          </a:p>
          <a:p>
            <a:r>
              <a:t>              489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35,</a:t>
            </a:r>
          </a:p>
          <a:p>
            <a:r>
              <a:t>              83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0.24057971014492754,</a:t>
            </a:r>
          </a:p>
          <a:p>
            <a:r>
              <a:t>          "positive_count": 118,</a:t>
            </a:r>
          </a:p>
          <a:p>
            <a:r>
              <a:t>          "positive_rate": 0.0964840556009812,</a:t>
            </a:r>
          </a:p>
          <a:p>
            <a:r>
              <a:t>          "precision": 0.1451048951048951,</a:t>
            </a:r>
          </a:p>
          <a:p>
            <a:r>
              <a:t>          "recall": 0.7033898305084746,</a:t>
            </a:r>
          </a:p>
          <a:p>
            <a:r>
              <a:t>          "roc_auc": 0.713375258838868,</a:t>
            </a:r>
          </a:p>
          <a:p>
            <a:r>
              <a:t>          "row_count": 1223,</a:t>
            </a:r>
          </a:p>
          <a:p>
            <a:r>
              <a:t>          "threshold": 0.16999999999999998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0.5859247135842881,</a:t>
            </a:r>
          </a:p>
          <a:p>
            <a:r>
              <a:t>          "auc_prc": 0.11241554752940851,</a:t>
            </a:r>
          </a:p>
          <a:p>
            <a:r>
              <a:t>          "average_precision": 0.11766834357112571,</a:t>
            </a:r>
          </a:p>
          <a:p>
            <a:r>
              <a:t>          "balanced_accuracy": 0.6288287722821994,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659,</a:t>
            </a:r>
          </a:p>
          <a:p>
            <a:r>
              <a:t>              479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27,</a:t>
            </a:r>
          </a:p>
          <a:p>
            <a:r>
              <a:t>              57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0.1838709677419355,</a:t>
            </a:r>
          </a:p>
          <a:p>
            <a:r>
              <a:t>          "positive_count": 84,</a:t>
            </a:r>
          </a:p>
          <a:p>
            <a:r>
              <a:t>          "positive_rate": 0.06873977086743044,</a:t>
            </a:r>
          </a:p>
          <a:p>
            <a:r>
              <a:t>          "precision": 0.10634328358208955,</a:t>
            </a:r>
          </a:p>
          <a:p>
            <a:r>
              <a:t>          "recall": 0.6785714285714286,</a:t>
            </a:r>
          </a:p>
          <a:p>
            <a:r>
              <a:t>          "roc_auc": 0.6681782994392836,</a:t>
            </a:r>
          </a:p>
          <a:p>
            <a:r>
              <a:t>          "row_count": 1222,</a:t>
            </a:r>
          </a:p>
          <a:p>
            <a:r>
              <a:t>          "threshold": 0.16999999999999998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"Tasks/task-summaries/validate-refactored-model-per-dataset-20260927-134055/artifacts/cluster-run/qt/results/model/words_5/XGboost/baseline/metrics.json",</a:t>
            </a:r>
          </a:p>
          <a:p>
            <a:r>
              <a:t>      "blob_sha1": "a12ea61e0f656d7c9871c8e7d262c31558bf30a7",</a:t>
            </a:r>
          </a:p>
          <a:p>
            <a:r>
              <a:t>      "sha256": "c3c495804df5922030be573cba6eafd89485629c6ba99c0d2e8b9f5bf7927a8e",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0.848732624693377,</a:t>
            </a:r>
          </a:p>
          <a:p>
            <a:r>
              <a:t>          "auc_prc": 0.18974342862675092,</a:t>
            </a:r>
          </a:p>
          <a:p>
            <a:r>
              <a:t>          "average_precision": 0.1949165780791524,</a:t>
            </a:r>
          </a:p>
          <a:p>
            <a:r>
              <a:t>          "balanced_accuracy": 0.560518444666002,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1014,</a:t>
            </a:r>
          </a:p>
          <a:p>
            <a:r>
              <a:t>              91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94,</a:t>
            </a:r>
          </a:p>
          <a:p>
            <a:r>
              <a:t>              24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0.2060085836909871,</a:t>
            </a:r>
          </a:p>
          <a:p>
            <a:r>
              <a:t>          "positive_count": 118,</a:t>
            </a:r>
          </a:p>
          <a:p>
            <a:r>
              <a:t>          "positive_rate": 0.0964840556009812,</a:t>
            </a:r>
          </a:p>
          <a:p>
            <a:r>
              <a:t>          "precision": 0.20869565217391303,</a:t>
            </a:r>
          </a:p>
          <a:p>
            <a:r>
              <a:t>          "recall": 0.2033898305084746,</a:t>
            </a:r>
          </a:p>
          <a:p>
            <a:r>
              <a:t>          "roc_auc": 0.689911036122402,</a:t>
            </a:r>
          </a:p>
          <a:p>
            <a:r>
              <a:t>          "row_count": 1223,</a:t>
            </a:r>
          </a:p>
          <a:p>
            <a:r>
              <a:t>          "threshold": 0.14999999999999997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0.8584288052373159,</a:t>
            </a:r>
          </a:p>
          <a:p>
            <a:r>
              <a:t>          "auc_prc": 0.12648264954253227,</a:t>
            </a:r>
          </a:p>
          <a:p>
            <a:r>
              <a:t>          "average_precision": 0.13200656223996762,</a:t>
            </a:r>
          </a:p>
          <a:p>
            <a:r>
              <a:t>          "balanced_accuracy": 0.5711565821407649,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1029,</a:t>
            </a:r>
          </a:p>
          <a:p>
            <a:r>
              <a:t>              109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64,</a:t>
            </a:r>
          </a:p>
          <a:p>
            <a:r>
              <a:t>              20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0.18779342723004694,</a:t>
            </a:r>
          </a:p>
          <a:p>
            <a:r>
              <a:t>          "positive_count": 84,</a:t>
            </a:r>
          </a:p>
          <a:p>
            <a:r>
              <a:t>          "positive_rate": 0.06873977086743044,</a:t>
            </a:r>
          </a:p>
          <a:p>
            <a:r>
              <a:t>          "precision": 0.15503875968992248,</a:t>
            </a:r>
          </a:p>
          <a:p>
            <a:r>
              <a:t>          "recall": 0.23809523809523808,</a:t>
            </a:r>
          </a:p>
          <a:p>
            <a:r>
              <a:t>          "roc_auc": 0.6624979077747092,</a:t>
            </a:r>
          </a:p>
          <a:p>
            <a:r>
              <a:t>          "row_count": 1222,</a:t>
            </a:r>
          </a:p>
          <a:p>
            <a:r>
              <a:t>          "threshold": 0.14999999999999997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"Tasks/task-summaries/validate-refactored-model-per-dataset-20260927-134055/artifacts/cluster-run/qt/results/model/words_5/XGboost/refactored/metrics.json",</a:t>
            </a:r>
          </a:p>
          <a:p>
            <a:r>
              <a:t>      "blob_sha1": "0dea75b3f8ed394e4852da84b82d626e88c78233",</a:t>
            </a:r>
          </a:p>
          <a:p>
            <a:r>
              <a:t>      "sha256": "870943e4dc196aaa3281e08b32409e2e24096644f9467666463f7074700234d4",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0.8806214227309894,</a:t>
            </a:r>
          </a:p>
          <a:p>
            <a:r>
              <a:t>          "auc_prc": 0.19511569573646317,</a:t>
            </a:r>
          </a:p>
          <a:p>
            <a:r>
              <a:t>          "average_precision": 0.1989025035021032,</a:t>
            </a:r>
          </a:p>
          <a:p>
            <a:r>
              <a:t>          "balanced_accuracy": 0.5516719073548585,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1060,</a:t>
            </a:r>
          </a:p>
          <a:p>
            <a:r>
              <a:t>              45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101,</a:t>
            </a:r>
          </a:p>
          <a:p>
            <a:r>
              <a:t>              17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0.18888888888888888,</a:t>
            </a:r>
          </a:p>
          <a:p>
            <a:r>
              <a:t>          "positive_count": 118,</a:t>
            </a:r>
          </a:p>
          <a:p>
            <a:r>
              <a:t>          "positive_rate": 0.0964840556009812,</a:t>
            </a:r>
          </a:p>
          <a:p>
            <a:r>
              <a:t>          "precision": 0.27419354838709675,</a:t>
            </a:r>
          </a:p>
          <a:p>
            <a:r>
              <a:t>          "recall": 0.1440677966101695,</a:t>
            </a:r>
          </a:p>
          <a:p>
            <a:r>
              <a:t>          "roc_auc": 0.6806081754735792,</a:t>
            </a:r>
          </a:p>
          <a:p>
            <a:r>
              <a:t>          "row_count": 1223,</a:t>
            </a:r>
          </a:p>
          <a:p>
            <a:r>
              <a:t>          "threshold": 0.63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0.8903436988543372,</a:t>
            </a:r>
          </a:p>
          <a:p>
            <a:r>
              <a:t>          "auc_prc": 0.12100090973411574,</a:t>
            </a:r>
          </a:p>
          <a:p>
            <a:r>
              <a:t>          "average_precision": 0.12422830336885947,</a:t>
            </a:r>
          </a:p>
          <a:p>
            <a:r>
              <a:t>          "balanced_accuracy": 0.5552138254247218,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1074,</a:t>
            </a:r>
          </a:p>
          <a:p>
            <a:r>
              <a:t>              64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70,</a:t>
            </a:r>
          </a:p>
          <a:p>
            <a:r>
              <a:t>              14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0.1728395061728395,</a:t>
            </a:r>
          </a:p>
          <a:p>
            <a:r>
              <a:t>          "positive_count": 84,</a:t>
            </a:r>
          </a:p>
          <a:p>
            <a:r>
              <a:t>          "positive_rate": 0.06873977086743044,</a:t>
            </a:r>
          </a:p>
          <a:p>
            <a:r>
              <a:t>          "precision": 0.1794871794871795,</a:t>
            </a:r>
          </a:p>
          <a:p>
            <a:r>
              <a:t>          "recall": 0.16666666666666666,</a:t>
            </a:r>
          </a:p>
          <a:p>
            <a:r>
              <a:t>          "roc_auc": 0.6432965101682149,</a:t>
            </a:r>
          </a:p>
          <a:p>
            <a:r>
              <a:t>          "row_count": 1222,</a:t>
            </a:r>
          </a:p>
          <a:p>
            <a:r>
              <a:t>          "threshold": 0.63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"Tasks/task-summaries/validate-refactored-model-per-dataset-20260927-134055/artifacts/cluster-run/qt/results/model/words_5/NN/baseline/metrics.json",</a:t>
            </a:r>
          </a:p>
          <a:p>
            <a:r>
              <a:t>      "blob_sha1": "c6d3750e64ce04d84909110e51e8ce2d23b2c60b",</a:t>
            </a:r>
          </a:p>
          <a:p>
            <a:r>
              <a:t>      "sha256": "6fb25214dd9fd5318ab5f3c3c94378b7f8714c6f826f69f4b10ba82f0f2258fe",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0.7522485690923958,</a:t>
            </a:r>
          </a:p>
          <a:p>
            <a:r>
              <a:t>          "auc_prc": 0.15218348496526826,</a:t>
            </a:r>
          </a:p>
          <a:p>
            <a:r>
              <a:t>          "average_precision": 0.1568107573687964,</a:t>
            </a:r>
          </a:p>
          <a:p>
            <a:r>
              <a:t>          "balanced_accuracy": 0.5866055679116496,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875,</a:t>
            </a:r>
          </a:p>
          <a:p>
            <a:r>
              <a:t>              230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73,</a:t>
            </a:r>
          </a:p>
          <a:p>
            <a:r>
              <a:t>              45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0.22900763358778622,</a:t>
            </a:r>
          </a:p>
          <a:p>
            <a:r>
              <a:t>          "positive_count": 118,</a:t>
            </a:r>
          </a:p>
          <a:p>
            <a:r>
              <a:t>          "positive_rate": 0.0964840556009812,</a:t>
            </a:r>
          </a:p>
          <a:p>
            <a:r>
              <a:t>          "precision": 0.16363636363636364,</a:t>
            </a:r>
          </a:p>
          <a:p>
            <a:r>
              <a:t>          "recall": 0.3813559322033898,</a:t>
            </a:r>
          </a:p>
          <a:p>
            <a:r>
              <a:t>          "roc_auc": 0.6387453025538768,</a:t>
            </a:r>
          </a:p>
          <a:p>
            <a:r>
              <a:t>          "row_count": 1223,</a:t>
            </a:r>
          </a:p>
          <a:p>
            <a:r>
              <a:t>          "threshold": 0.05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0.7577741407528642,</a:t>
            </a:r>
          </a:p>
          <a:p>
            <a:r>
              <a:t>          "auc_prc": 0.0858364744151637,</a:t>
            </a:r>
          </a:p>
          <a:p>
            <a:r>
              <a:t>          "average_precision": 0.09078633859128293,</a:t>
            </a:r>
          </a:p>
          <a:p>
            <a:r>
              <a:t>          "balanced_accuracy": 0.5336534438028286,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903,</a:t>
            </a:r>
          </a:p>
          <a:p>
            <a:r>
              <a:t>              235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61,</a:t>
            </a:r>
          </a:p>
          <a:p>
            <a:r>
              <a:t>              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0.1345029239766082,</a:t>
            </a:r>
          </a:p>
          <a:p>
            <a:r>
              <a:t>          "positive_count": 84,</a:t>
            </a:r>
          </a:p>
          <a:p>
            <a:r>
              <a:t>          "positive_rate": 0.06873977086743044,</a:t>
            </a:r>
          </a:p>
          <a:p>
            <a:r>
              <a:t>          "precision": 0.08914728682170543,</a:t>
            </a:r>
          </a:p>
          <a:p>
            <a:r>
              <a:t>          "recall": 0.27380952380952384,</a:t>
            </a:r>
          </a:p>
          <a:p>
            <a:r>
              <a:t>          "roc_auc": 0.566940748179764,</a:t>
            </a:r>
          </a:p>
          <a:p>
            <a:r>
              <a:t>          "row_count": 1222,</a:t>
            </a:r>
          </a:p>
          <a:p>
            <a:r>
              <a:t>          "threshold": 0.05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"Tasks/task-summaries/validate-refactored-model-per-dataset-20260927-134055/artifacts/cluster-run/qt/results/model/words_5/NN/refactored/metrics.json",</a:t>
            </a:r>
          </a:p>
          <a:p>
            <a:r>
              <a:t>      "blob_sha1": "bfacd486e87962d0ccfbebf549f003d9e5a0c310",</a:t>
            </a:r>
          </a:p>
          <a:p>
            <a:r>
              <a:t>      "sha256": "a68c915fb5b045067529dcc97ed6ae668b2a901dd40178f3804919a823e32404",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0.8258381030253475,</a:t>
            </a:r>
          </a:p>
          <a:p>
            <a:r>
              <a:t>          "auc_prc": 0.17278717377926522,</a:t>
            </a:r>
          </a:p>
          <a:p>
            <a:r>
              <a:t>          "average_precision": 0.1759587554471173,</a:t>
            </a:r>
          </a:p>
          <a:p>
            <a:r>
              <a:t>          "balanced_accuracy": 0.589481555333998,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975,</a:t>
            </a:r>
          </a:p>
          <a:p>
            <a:r>
              <a:t>              130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83,</a:t>
            </a:r>
          </a:p>
          <a:p>
            <a:r>
              <a:t>              35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0.24734982332155475,</a:t>
            </a:r>
          </a:p>
          <a:p>
            <a:r>
              <a:t>          "positive_count": 118,</a:t>
            </a:r>
          </a:p>
          <a:p>
            <a:r>
              <a:t>          "positive_rate": 0.0964840556009812,</a:t>
            </a:r>
          </a:p>
          <a:p>
            <a:r>
              <a:t>          "precision": 0.21212121212121213,</a:t>
            </a:r>
          </a:p>
          <a:p>
            <a:r>
              <a:t>          "recall": 0.2966101694915254,</a:t>
            </a:r>
          </a:p>
          <a:p>
            <a:r>
              <a:t>          "roc_auc": 0.6556407699976992,</a:t>
            </a:r>
          </a:p>
          <a:p>
            <a:r>
              <a:t>          "row_count": 1223,</a:t>
            </a:r>
          </a:p>
          <a:p>
            <a:r>
              <a:t>          "threshold": 0.38999999999999996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0.851063829787234,</a:t>
            </a:r>
          </a:p>
          <a:p>
            <a:r>
              <a:t>          "auc_prc": 0.10267689778800584,</a:t>
            </a:r>
          </a:p>
          <a:p>
            <a:r>
              <a:t>          "average_precision": 0.10755859756056754,</a:t>
            </a:r>
          </a:p>
          <a:p>
            <a:r>
              <a:t>          "balanced_accuracy": 0.5616892626998076,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1021,</a:t>
            </a:r>
          </a:p>
          <a:p>
            <a:r>
              <a:t>              117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65,</a:t>
            </a:r>
          </a:p>
          <a:p>
            <a:r>
              <a:t>              19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0.1727272727272727,</a:t>
            </a:r>
          </a:p>
          <a:p>
            <a:r>
              <a:t>          "positive_count": 84,</a:t>
            </a:r>
          </a:p>
          <a:p>
            <a:r>
              <a:t>          "positive_rate": 0.06873977086743044,</a:t>
            </a:r>
          </a:p>
          <a:p>
            <a:r>
              <a:t>          "precision": 0.13970588235294118,</a:t>
            </a:r>
          </a:p>
          <a:p>
            <a:r>
              <a:t>          "recall": 0.2261904761904762,</a:t>
            </a:r>
          </a:p>
          <a:p>
            <a:r>
              <a:t>          "roc_auc": 0.595426395514269,</a:t>
            </a:r>
          </a:p>
          <a:p>
            <a:r>
              <a:t>          "row_count": 1222,</a:t>
            </a:r>
          </a:p>
          <a:p>
            <a:r>
              <a:t>          "threshold": 0.38999999999999996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"Tasks/task-summaries/validate-refactored-model-per-dataset-20260927-134055/artifacts/cluster-run/qt/results/model/words_10/RF/baseline/metrics.json",</a:t>
            </a:r>
          </a:p>
          <a:p>
            <a:r>
              <a:t>      "blob_sha1": "a7395514881fbff5ebba03289b4c681de2040a6a",</a:t>
            </a:r>
          </a:p>
          <a:p>
            <a:r>
              <a:t>      "sha256": "75271fc921a4af416792abecbaed997bba00901d19c37d4aa5d2df1b8eeab7fb",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0.8740801308258381,</a:t>
            </a:r>
          </a:p>
          <a:p>
            <a:r>
              <a:t>          "auc_prc": 0.18825621033997086,</a:t>
            </a:r>
          </a:p>
          <a:p>
            <a:r>
              <a:t>          "average_precision": 0.19331191830116592,</a:t>
            </a:r>
          </a:p>
          <a:p>
            <a:r>
              <a:t>          "balanced_accuracy": 0.6571725422757237,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1044,</a:t>
            </a:r>
          </a:p>
          <a:p>
            <a:r>
              <a:t>              119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35,</a:t>
            </a:r>
          </a:p>
          <a:p>
            <a:r>
              <a:t>              25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0.24509803921568626,</a:t>
            </a:r>
          </a:p>
          <a:p>
            <a:r>
              <a:t>          "positive_count": 60,</a:t>
            </a:r>
          </a:p>
          <a:p>
            <a:r>
              <a:t>          "positive_rate": 0.04905968928863451,</a:t>
            </a:r>
          </a:p>
          <a:p>
            <a:r>
              <a:t>          "precision": 0.1736111111111111,</a:t>
            </a:r>
          </a:p>
          <a:p>
            <a:r>
              <a:t>          "recall": 0.4166666666666667,</a:t>
            </a:r>
          </a:p>
          <a:p>
            <a:r>
              <a:t>          "roc_auc": 0.7778016623674405,</a:t>
            </a:r>
          </a:p>
          <a:p>
            <a:r>
              <a:t>          "row_count": 1223,</a:t>
            </a:r>
          </a:p>
          <a:p>
            <a:r>
              <a:t>          "threshold": 0.13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0.837152209492635,</a:t>
            </a:r>
          </a:p>
          <a:p>
            <a:r>
              <a:t>          "auc_prc": 0.11547142833016022,</a:t>
            </a:r>
          </a:p>
          <a:p>
            <a:r>
              <a:t>          "average_precision": 0.1214920824540674,</a:t>
            </a:r>
          </a:p>
          <a:p>
            <a:r>
              <a:t>          "balanced_accuracy": 0.600318010985834,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1000,</a:t>
            </a:r>
          </a:p>
          <a:p>
            <a:r>
              <a:t>              153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46,</a:t>
            </a:r>
          </a:p>
          <a:p>
            <a:r>
              <a:t>              23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0.18775510204081633,</a:t>
            </a:r>
          </a:p>
          <a:p>
            <a:r>
              <a:t>          "positive_count": 69,</a:t>
            </a:r>
          </a:p>
          <a:p>
            <a:r>
              <a:t>          "positive_rate": 0.05646481178396072,</a:t>
            </a:r>
          </a:p>
          <a:p>
            <a:r>
              <a:t>          "precision": 0.13068181818181818,</a:t>
            </a:r>
          </a:p>
          <a:p>
            <a:r>
              <a:t>          "recall": 0.3333333333333333,</a:t>
            </a:r>
          </a:p>
          <a:p>
            <a:r>
              <a:t>          "roc_auc": 0.6918121598350868,</a:t>
            </a:r>
          </a:p>
          <a:p>
            <a:r>
              <a:t>          "row_count": 1222,</a:t>
            </a:r>
          </a:p>
          <a:p>
            <a:r>
              <a:t>          "threshold": 0.13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"Tasks/task-summaries/validate-refactored-model-per-dataset-20260927-134055/artifacts/cluster-run/qt/results/model/words_10/RF/refactored/metrics.json",</a:t>
            </a:r>
          </a:p>
          <a:p>
            <a:r>
              <a:t>      "blob_sha1": "92ade1a373e03fb45d3c3425b63791d99288a7f3",</a:t>
            </a:r>
          </a:p>
          <a:p>
            <a:r>
              <a:t>      "sha256": "e0ad1c207a0a576f366eab7966a25402857212625cbcb9a28952888fe06f97e6",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0.6811120196238757,</a:t>
            </a:r>
          </a:p>
          <a:p>
            <a:r>
              <a:t>          "auc_prc": 0.14649032652238306,</a:t>
            </a:r>
          </a:p>
          <a:p>
            <a:r>
              <a:t>          "average_precision": 0.1516022539601388,</a:t>
            </a:r>
          </a:p>
          <a:p>
            <a:r>
              <a:t>          "balanced_accuracy": 0.6979721983376326,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790,</a:t>
            </a:r>
          </a:p>
          <a:p>
            <a:r>
              <a:t>              373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17,</a:t>
            </a:r>
          </a:p>
          <a:p>
            <a:r>
              <a:t>              43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0.18067226890756302,</a:t>
            </a:r>
          </a:p>
          <a:p>
            <a:r>
              <a:t>          "positive_count": 60,</a:t>
            </a:r>
          </a:p>
          <a:p>
            <a:r>
              <a:t>          "positive_rate": 0.04905968928863451,</a:t>
            </a:r>
          </a:p>
          <a:p>
            <a:r>
              <a:t>          "precision": 0.10336538461538461,</a:t>
            </a:r>
          </a:p>
          <a:p>
            <a:r>
              <a:t>          "recall": 0.7166666666666667,</a:t>
            </a:r>
          </a:p>
          <a:p>
            <a:r>
              <a:t>          "roc_auc": 0.7547004872456291,</a:t>
            </a:r>
          </a:p>
          <a:p>
            <a:r>
              <a:t>          "row_count": 1223,</a:t>
            </a:r>
          </a:p>
          <a:p>
            <a:r>
              <a:t>          "threshold": 0.16999999999999998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0.7029459901800328,</a:t>
            </a:r>
          </a:p>
          <a:p>
            <a:r>
              <a:t>          "auc_prc": 0.10327181901325438,</a:t>
            </a:r>
          </a:p>
          <a:p>
            <a:r>
              <a:t>          "average_precision": 0.10833003938465362,</a:t>
            </a:r>
          </a:p>
          <a:p>
            <a:r>
              <a:t>          "balanced_accuracy": 0.6518282489284413,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818,</a:t>
            </a:r>
          </a:p>
          <a:p>
            <a:r>
              <a:t>              335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41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0.1842696629213483,</a:t>
            </a:r>
          </a:p>
          <a:p>
            <a:r>
              <a:t>          "positive_count": 69,</a:t>
            </a:r>
          </a:p>
          <a:p>
            <a:r>
              <a:t>          "positive_rate": 0.05646481178396072,</a:t>
            </a:r>
          </a:p>
          <a:p>
            <a:r>
              <a:t>          "precision": 0.10904255319148937,</a:t>
            </a:r>
          </a:p>
          <a:p>
            <a:r>
              <a:t>          "recall": 0.5942028985507246,</a:t>
            </a:r>
          </a:p>
          <a:p>
            <a:r>
              <a:t>          "roc_auc": 0.6988071445630177,</a:t>
            </a:r>
          </a:p>
          <a:p>
            <a:r>
              <a:t>          "row_count": 1222,</a:t>
            </a:r>
          </a:p>
          <a:p>
            <a:r>
              <a:t>          "threshold": 0.16999999999999998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"Tasks/task-summaries/validate-refactored-model-per-dataset-20260927-134055/artifacts/cluster-run/qt/results/model/words_10/XGboost/baseline/metrics.json",</a:t>
            </a:r>
          </a:p>
          <a:p>
            <a:r>
              <a:t>      "blob_sha1": "b4c99f0f897075509b8c8e3d3ac72a5d1c7e6790",</a:t>
            </a:r>
          </a:p>
          <a:p>
            <a:r>
              <a:t>      "sha256": "464140a976353249695d8f80308f62a4f9c33a6f6753444445eeb31517f66f03",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0.7538838920686836,</a:t>
            </a:r>
          </a:p>
          <a:p>
            <a:r>
              <a:t>          "auc_prc": 0.15409578844051824,</a:t>
            </a:r>
          </a:p>
          <a:p>
            <a:r>
              <a:t>          "average_precision": 0.16254407564625004,</a:t>
            </a:r>
          </a:p>
          <a:p>
            <a:r>
              <a:t>          "balanced_accuracy": 0.6730080252221267,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887,</a:t>
            </a:r>
          </a:p>
          <a:p>
            <a:r>
              <a:t>              276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25,</a:t>
            </a:r>
          </a:p>
          <a:p>
            <a:r>
              <a:t>              35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0.18867924528301888,</a:t>
            </a:r>
          </a:p>
          <a:p>
            <a:r>
              <a:t>          "positive_count": 60,</a:t>
            </a:r>
          </a:p>
          <a:p>
            <a:r>
              <a:t>          "positive_rate": 0.04905968928863451,</a:t>
            </a:r>
          </a:p>
          <a:p>
            <a:r>
              <a:t>          "precision": 0.11254019292604502,</a:t>
            </a:r>
          </a:p>
          <a:p>
            <a:r>
              <a:t>          "recall": 0.5833333333333334,</a:t>
            </a:r>
          </a:p>
          <a:p>
            <a:r>
              <a:t>          "roc_auc": 0.7598022355975924,</a:t>
            </a:r>
          </a:p>
          <a:p>
            <a:r>
              <a:t>          "row_count": 1223,</a:t>
            </a:r>
          </a:p>
          <a:p>
            <a:r>
              <a:t>          "threshold": 0.08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0.6849427168576104,</a:t>
            </a:r>
          </a:p>
          <a:p>
            <a:r>
              <a:t>          "auc_prc": 0.10092682242128068,</a:t>
            </a:r>
          </a:p>
          <a:p>
            <a:r>
              <a:t>          "average_precision": 0.10675483311460207,</a:t>
            </a:r>
          </a:p>
          <a:p>
            <a:r>
              <a:t>          "balanced_accuracy": 0.6082242920170444,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801,</a:t>
            </a:r>
          </a:p>
          <a:p>
            <a:r>
              <a:t>              352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33,</a:t>
            </a:r>
          </a:p>
          <a:p>
            <a:r>
              <a:t>              36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0.1575492341356674,</a:t>
            </a:r>
          </a:p>
          <a:p>
            <a:r>
              <a:t>          "positive_count": 69,</a:t>
            </a:r>
          </a:p>
          <a:p>
            <a:r>
              <a:t>          "positive_rate": 0.05646481178396072,</a:t>
            </a:r>
          </a:p>
          <a:p>
            <a:r>
              <a:t>          "precision": 0.09278350515463918,</a:t>
            </a:r>
          </a:p>
          <a:p>
            <a:r>
              <a:t>          "recall": 0.5217391304347826,</a:t>
            </a:r>
          </a:p>
          <a:p>
            <a:r>
              <a:t>          "roc_auc": 0.6544741506089973,</a:t>
            </a:r>
          </a:p>
          <a:p>
            <a:r>
              <a:t>          "row_count": 1222,</a:t>
            </a:r>
          </a:p>
          <a:p>
            <a:r>
              <a:t>          "threshold": 0.08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"Tasks/task-summaries/validate-refactored-model-per-dataset-20260927-134055/artifacts/cluster-run/qt/results/model/words_10/XGboost/refactored/metrics.json",</a:t>
            </a:r>
          </a:p>
          <a:p>
            <a:r>
              <a:t>      "blob_sha1": "3d621f8dffef5fe56aec97d4e86127db68526ce0",</a:t>
            </a:r>
          </a:p>
          <a:p>
            <a:r>
              <a:t>      "sha256": "90173e219a8ad92c0be64ce809b8f0a55eed4f074df1f26ac64602fac5106858",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0.9051512673753066,</a:t>
            </a:r>
          </a:p>
          <a:p>
            <a:r>
              <a:t>          "auc_prc": 0.17394196940901607,</a:t>
            </a:r>
          </a:p>
          <a:p>
            <a:r>
              <a:t>          "average_precision": 0.1784419161306906,</a:t>
            </a:r>
          </a:p>
          <a:p>
            <a:r>
              <a:t>          "balanced_accuracy": 0.594475494411006,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1092,</a:t>
            </a:r>
          </a:p>
          <a:p>
            <a:r>
              <a:t>              71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45,</a:t>
            </a:r>
          </a:p>
          <a:p>
            <a:r>
              <a:t>              15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0.20547945205479454,</a:t>
            </a:r>
          </a:p>
          <a:p>
            <a:r>
              <a:t>          "positive_count": 60,</a:t>
            </a:r>
          </a:p>
          <a:p>
            <a:r>
              <a:t>          "positive_rate": 0.04905968928863451,</a:t>
            </a:r>
          </a:p>
          <a:p>
            <a:r>
              <a:t>          "precision": 0.1744186046511628,</a:t>
            </a:r>
          </a:p>
          <a:p>
            <a:r>
              <a:t>          "recall": 0.25,</a:t>
            </a:r>
          </a:p>
          <a:p>
            <a:r>
              <a:t>          "roc_auc": 0.7276153625680711,</a:t>
            </a:r>
          </a:p>
          <a:p>
            <a:r>
              <a:t>          "row_count": 1223,</a:t>
            </a:r>
          </a:p>
          <a:p>
            <a:r>
              <a:t>          "threshold": 0.6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0.8797054009819967,</a:t>
            </a:r>
          </a:p>
          <a:p>
            <a:r>
              <a:t>          "auc_prc": 0.12029227907071678,</a:t>
            </a:r>
          </a:p>
          <a:p>
            <a:r>
              <a:t>          "average_precision": 0.12878535045257875,</a:t>
            </a:r>
          </a:p>
          <a:p>
            <a:r>
              <a:t>          "balanced_accuracy": 0.5751788026195055,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1059,</a:t>
            </a:r>
          </a:p>
          <a:p>
            <a:r>
              <a:t>              94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53,</a:t>
            </a:r>
          </a:p>
          <a:p>
            <a:r>
              <a:t>              16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0.1787709497206704,</a:t>
            </a:r>
          </a:p>
          <a:p>
            <a:r>
              <a:t>          "positive_count": 69,</a:t>
            </a:r>
          </a:p>
          <a:p>
            <a:r>
              <a:t>          "positive_rate": 0.05646481178396072,</a:t>
            </a:r>
          </a:p>
          <a:p>
            <a:r>
              <a:t>          "precision": 0.14545454545454545,</a:t>
            </a:r>
          </a:p>
          <a:p>
            <a:r>
              <a:t>          "recall": 0.2318840579710145,</a:t>
            </a:r>
          </a:p>
          <a:p>
            <a:r>
              <a:t>          "roc_auc": 0.6537639679726486,</a:t>
            </a:r>
          </a:p>
          <a:p>
            <a:r>
              <a:t>          "row_count": 1222,</a:t>
            </a:r>
          </a:p>
          <a:p>
            <a:r>
              <a:t>          "threshold": 0.6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"Tasks/task-summaries/validate-refactored-model-per-dataset-20260927-134055/artifacts/cluster-run/qt/results/model/words_10/NN/baseline/metrics.json",</a:t>
            </a:r>
          </a:p>
          <a:p>
            <a:r>
              <a:t>      "blob_sha1": "5234814ec15754beb543246617f2eba98404b28c",</a:t>
            </a:r>
          </a:p>
          <a:p>
            <a:r>
              <a:t>      "sha256": "04c7ad3cae286f14f2031ab0c46a109bf86466706ed23beb13d132433cff80d1",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0.8135731807031888,</a:t>
            </a:r>
          </a:p>
          <a:p>
            <a:r>
              <a:t>          "auc_prc": 0.15634624364505903,</a:t>
            </a:r>
          </a:p>
          <a:p>
            <a:r>
              <a:t>          "average_precision": 0.16669569795799744,</a:t>
            </a:r>
          </a:p>
          <a:p>
            <a:r>
              <a:t>          "balanced_accuracy": 0.6332616795643451,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969,</a:t>
            </a:r>
          </a:p>
          <a:p>
            <a:r>
              <a:t>              194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34,</a:t>
            </a:r>
          </a:p>
          <a:p>
            <a:r>
              <a:t>              26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0.18571428571428572,</a:t>
            </a:r>
          </a:p>
          <a:p>
            <a:r>
              <a:t>          "positive_count": 60,</a:t>
            </a:r>
          </a:p>
          <a:p>
            <a:r>
              <a:t>          "positive_rate": 0.04905968928863451,</a:t>
            </a:r>
          </a:p>
          <a:p>
            <a:r>
              <a:t>          "precision": 0.11818181818181818,</a:t>
            </a:r>
          </a:p>
          <a:p>
            <a:r>
              <a:t>          "recall": 0.43333333333333335,</a:t>
            </a:r>
          </a:p>
          <a:p>
            <a:r>
              <a:t>          "roc_auc": 0.7248208655775293,</a:t>
            </a:r>
          </a:p>
          <a:p>
            <a:r>
              <a:t>          "row_count": 1223,</a:t>
            </a:r>
          </a:p>
          <a:p>
            <a:r>
              <a:t>          "threshold": 0.09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0.8224222585924713,</a:t>
            </a:r>
          </a:p>
          <a:p>
            <a:r>
              <a:t>          "auc_prc": 0.07699358072133006,</a:t>
            </a:r>
          </a:p>
          <a:p>
            <a:r>
              <a:t>          "average_precision": 0.07968053407066236,</a:t>
            </a:r>
          </a:p>
          <a:p>
            <a:r>
              <a:t>          "balanced_accuracy": 0.5788868358535391,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984,</a:t>
            </a:r>
          </a:p>
          <a:p>
            <a:r>
              <a:t>              169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48,</a:t>
            </a:r>
          </a:p>
          <a:p>
            <a:r>
              <a:t>              21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0.16216216216216217,</a:t>
            </a:r>
          </a:p>
          <a:p>
            <a:r>
              <a:t>          "positive_count": 69,</a:t>
            </a:r>
          </a:p>
          <a:p>
            <a:r>
              <a:t>          "positive_rate": 0.05646481178396072,</a:t>
            </a:r>
          </a:p>
          <a:p>
            <a:r>
              <a:t>          "precision": 0.11052631578947368,</a:t>
            </a:r>
          </a:p>
          <a:p>
            <a:r>
              <a:t>          "recall": 0.30434782608695654,</a:t>
            </a:r>
          </a:p>
          <a:p>
            <a:r>
              <a:t>          "roc_auc": 0.5991050441821587,</a:t>
            </a:r>
          </a:p>
          <a:p>
            <a:r>
              <a:t>          "row_count": 1222,</a:t>
            </a:r>
          </a:p>
          <a:p>
            <a:r>
              <a:t>          "threshold": 0.09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"Tasks/task-summaries/validate-refactored-model-per-dataset-20260927-134055/artifacts/cluster-run/qt/results/model/words_10/NN/refactored/metrics.json",</a:t>
            </a:r>
          </a:p>
          <a:p>
            <a:r>
              <a:t>      "blob_sha1": "4109a0fe8200fa49ea5134a9e10f5519e313061a",</a:t>
            </a:r>
          </a:p>
          <a:p>
            <a:r>
              <a:t>      "sha256": "3101deca55e6f33192436d4fc2f970518e868938713b497aaf28a584cec6f79b",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0.9010629599345871,</a:t>
            </a:r>
          </a:p>
          <a:p>
            <a:r>
              <a:t>          "auc_prc": 0.08333342250893258,</a:t>
            </a:r>
          </a:p>
          <a:p>
            <a:r>
              <a:t>          "average_precision": 0.08693106591299699,</a:t>
            </a:r>
          </a:p>
          <a:p>
            <a:r>
              <a:t>          "balanced_accuracy": 0.5528088277443394,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1092,</a:t>
            </a:r>
          </a:p>
          <a:p>
            <a:r>
              <a:t>              71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50,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0.14184397163120568,</a:t>
            </a:r>
          </a:p>
          <a:p>
            <a:r>
              <a:t>          "positive_count": 60,</a:t>
            </a:r>
          </a:p>
          <a:p>
            <a:r>
              <a:t>          "positive_rate": 0.04905968928863451,</a:t>
            </a:r>
          </a:p>
          <a:p>
            <a:r>
              <a:t>          "precision": 0.12345679012345678,</a:t>
            </a:r>
          </a:p>
          <a:p>
            <a:r>
              <a:t>          "recall": 0.16666666666666666,</a:t>
            </a:r>
          </a:p>
          <a:p>
            <a:r>
              <a:t>          "roc_auc": 0.6639151619375179,</a:t>
            </a:r>
          </a:p>
          <a:p>
            <a:r>
              <a:t>          "row_count": 1223,</a:t>
            </a:r>
          </a:p>
          <a:p>
            <a:r>
              <a:t>          "threshold": 0.7499999999999999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0.9034369885433715,</a:t>
            </a:r>
          </a:p>
          <a:p>
            <a:r>
              <a:t>          "auc_prc": 0.07494240329569805,</a:t>
            </a:r>
          </a:p>
          <a:p>
            <a:r>
              <a:t>          "average_precision": 0.07749239041372047,</a:t>
            </a:r>
          </a:p>
          <a:p>
            <a:r>
              <a:t>          "balanced_accuracy": 0.5332528878665611,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1096,</a:t>
            </a:r>
          </a:p>
          <a:p>
            <a:r>
              <a:t>              57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61,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0.11940298507462686,</a:t>
            </a:r>
          </a:p>
          <a:p>
            <a:r>
              <a:t>          "positive_count": 69,</a:t>
            </a:r>
          </a:p>
          <a:p>
            <a:r>
              <a:t>          "positive_rate": 0.05646481178396072,</a:t>
            </a:r>
          </a:p>
          <a:p>
            <a:r>
              <a:t>          "precision": 0.12307692307692308,</a:t>
            </a:r>
          </a:p>
          <a:p>
            <a:r>
              <a:t>          "recall": 0.11594202898550725,</a:t>
            </a:r>
          </a:p>
          <a:p>
            <a:r>
              <a:t>          "roc_auc": 0.5921414834646856,</a:t>
            </a:r>
          </a:p>
          <a:p>
            <a:r>
              <a:t>          "row_count": 1222,</a:t>
            </a:r>
          </a:p>
          <a:p>
            <a:r>
              <a:t>          "threshold": 0.7499999999999999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"Tasks/task-summaries/validate-refactored-model-per-dataset-20260927-134055/artifacts/cluster-run/qt/results/model/words_15/RF/baseline/metrics.json",</a:t>
            </a:r>
          </a:p>
          <a:p>
            <a:r>
              <a:t>      "blob_sha1": "b45a903f5c0fcb5ec8e0f569391bdda0d8d9589e",</a:t>
            </a:r>
          </a:p>
          <a:p>
            <a:r>
              <a:t>      "sha256": "d83007b1df4d11ada97ac9f1b5fd5870fe40e12362f3c8b930aa8ce20b4916f1",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0.9370400654129191,</a:t>
            </a:r>
          </a:p>
          <a:p>
            <a:r>
              <a:t>          "auc_prc": 0.12979775809009864,</a:t>
            </a:r>
          </a:p>
          <a:p>
            <a:r>
              <a:t>          "average_precision": 0.14084551107053936,</a:t>
            </a:r>
          </a:p>
          <a:p>
            <a:r>
              <a:t>          "balanced_accuracy": 0.5752266456444619,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1138,</a:t>
            </a:r>
          </a:p>
          <a:p>
            <a:r>
              <a:t>              42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35,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0.17204301075268816,</a:t>
            </a:r>
          </a:p>
          <a:p>
            <a:r>
              <a:t>          "positive_count": 43,</a:t>
            </a:r>
          </a:p>
          <a:p>
            <a:r>
              <a:t>          "positive_rate": 0.03515944399018806,</a:t>
            </a:r>
          </a:p>
          <a:p>
            <a:r>
              <a:t>          "precision": 0.16,</a:t>
            </a:r>
          </a:p>
          <a:p>
            <a:r>
              <a:t>          "recall": 0.18604651162790697,</a:t>
            </a:r>
          </a:p>
          <a:p>
            <a:r>
              <a:t>          "roc_auc": 0.7693535672053606,</a:t>
            </a:r>
          </a:p>
          <a:p>
            <a:r>
              <a:t>          "row_count": 1223,</a:t>
            </a:r>
          </a:p>
          <a:p>
            <a:r>
              <a:t>          "threshold": 0.16999999999999998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0.9083469721767594,</a:t>
            </a:r>
          </a:p>
          <a:p>
            <a:r>
              <a:t>          "auc_prc": 0.10281423815675858,</a:t>
            </a:r>
          </a:p>
          <a:p>
            <a:r>
              <a:t>          "average_precision": 0.11009083488624045,</a:t>
            </a:r>
          </a:p>
          <a:p>
            <a:r>
              <a:t>          "balanced_accuracy": 0.5750977603981514,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1098,</a:t>
            </a:r>
          </a:p>
          <a:p>
            <a:r>
              <a:t>              66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46,</a:t>
            </a:r>
          </a:p>
          <a:p>
            <a:r>
              <a:t>              12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0.17647058823529413,</a:t>
            </a:r>
          </a:p>
          <a:p>
            <a:r>
              <a:t>          "positive_count": 58,</a:t>
            </a:r>
          </a:p>
          <a:p>
            <a:r>
              <a:t>          "positive_rate": 0.04746317512274959,</a:t>
            </a:r>
          </a:p>
          <a:p>
            <a:r>
              <a:t>          "precision": 0.15384615384615385,</a:t>
            </a:r>
          </a:p>
          <a:p>
            <a:r>
              <a:t>          "recall": 0.20689655172413793,</a:t>
            </a:r>
          </a:p>
          <a:p>
            <a:r>
              <a:t>          "roc_auc": 0.6928694158075601,</a:t>
            </a:r>
          </a:p>
          <a:p>
            <a:r>
              <a:t>          "row_count": 1222,</a:t>
            </a:r>
          </a:p>
          <a:p>
            <a:r>
              <a:t>          "threshold": 0.16999999999999998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15,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"Tasks/task-summaries/validate-refactored-model-per-dataset-20260927-134055/artifacts/cluster-run/qt/results/model/words_15/RF/refactored/metrics.json",</a:t>
            </a:r>
          </a:p>
          <a:p>
            <a:r>
              <a:t>      "blob_sha1": "b3b76040ed8c30e972e5e7a000babf1df75d3a63",</a:t>
            </a:r>
          </a:p>
          <a:p>
            <a:r>
              <a:t>      "sha256": "f8ef3ee6ebd29d922734c2c1e5485b058c00ef3f60c0ad7bb1a5310671bcc896",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0.9443990188062142,</a:t>
            </a:r>
          </a:p>
          <a:p>
            <a:r>
              <a:t>          "auc_prc": 0.11084417890769058,</a:t>
            </a:r>
          </a:p>
          <a:p>
            <a:r>
              <a:t>          "average_precision": 0.12088353690028425,</a:t>
            </a:r>
          </a:p>
          <a:p>
            <a:r>
              <a:t>          "balanced_accuracy": 0.567836026803311,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1148,</a:t>
            </a:r>
          </a:p>
          <a:p>
            <a:r>
              <a:t>              32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36,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0.17073170731707318,</a:t>
            </a:r>
          </a:p>
          <a:p>
            <a:r>
              <a:t>          "positive_count": 43,</a:t>
            </a:r>
          </a:p>
          <a:p>
            <a:r>
              <a:t>          "positive_rate": 0.03515944399018806,</a:t>
            </a:r>
          </a:p>
          <a:p>
            <a:r>
              <a:t>          "precision": 0.1794871794871795,</a:t>
            </a:r>
          </a:p>
          <a:p>
            <a:r>
              <a:t>          "recall": 0.16279069767441862,</a:t>
            </a:r>
          </a:p>
          <a:p>
            <a:r>
              <a:t>          "roc_auc": 0.7653527788726843,</a:t>
            </a:r>
          </a:p>
          <a:p>
            <a:r>
              <a:t>          "row_count": 1223,</a:t>
            </a:r>
          </a:p>
          <a:p>
            <a:r>
              <a:t>          "threshold": 0.3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0.9288052373158756,</a:t>
            </a:r>
          </a:p>
          <a:p>
            <a:r>
              <a:t>          "auc_prc": 0.07878535135914616,</a:t>
            </a:r>
          </a:p>
          <a:p>
            <a:r>
              <a:t>          "average_precision": 0.08355350303877518,</a:t>
            </a:r>
          </a:p>
          <a:p>
            <a:r>
              <a:t>          "balanced_accuracy": 0.5448809100604337,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1128,</a:t>
            </a:r>
          </a:p>
          <a:p>
            <a:r>
              <a:t>              36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51,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0.13861386138613863,</a:t>
            </a:r>
          </a:p>
          <a:p>
            <a:r>
              <a:t>          "positive_count": 58,</a:t>
            </a:r>
          </a:p>
          <a:p>
            <a:r>
              <a:t>          "positive_rate": 0.04746317512274959,</a:t>
            </a:r>
          </a:p>
          <a:p>
            <a:r>
              <a:t>          "precision": 0.16279069767441862,</a:t>
            </a:r>
          </a:p>
          <a:p>
            <a:r>
              <a:t>          "recall": 0.1206896551724138,</a:t>
            </a:r>
          </a:p>
          <a:p>
            <a:r>
              <a:t>          "roc_auc": 0.6665629813959,</a:t>
            </a:r>
          </a:p>
          <a:p>
            <a:r>
              <a:t>          "row_count": 1222,</a:t>
            </a:r>
          </a:p>
          <a:p>
            <a:r>
              <a:t>          "threshold": 0.3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"Tasks/task-summaries/validate-refactored-model-per-dataset-20260927-134055/artifacts/cluster-run/qt/results/model/words_15/XGboost/baseline/metrics.json",</a:t>
            </a:r>
          </a:p>
          <a:p>
            <a:r>
              <a:t>      "blob_sha1": "bf79341482f79c4b0502aa9cfe5cf148de7e1fd7",</a:t>
            </a:r>
          </a:p>
          <a:p>
            <a:r>
              <a:t>      "sha256": "4b7ba58d74606bb8671150fab6af081e71120779843075510e29018ba591bf78",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0.9566639411283728,</a:t>
            </a:r>
          </a:p>
          <a:p>
            <a:r>
              <a:t>          "auc_prc": 0.13670706740744334,</a:t>
            </a:r>
          </a:p>
          <a:p>
            <a:r>
              <a:t>          "average_precision": 0.1493418412262666,</a:t>
            </a:r>
          </a:p>
          <a:p>
            <a:r>
              <a:t>          "balanced_accuracy": 0.5293752463539614,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1167,</a:t>
            </a:r>
          </a:p>
          <a:p>
            <a:r>
              <a:t>              13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40,</a:t>
            </a:r>
          </a:p>
          <a:p>
            <a:r>
              <a:t>              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0.10169491525423728,</a:t>
            </a:r>
          </a:p>
          <a:p>
            <a:r>
              <a:t>          "positive_count": 43,</a:t>
            </a:r>
          </a:p>
          <a:p>
            <a:r>
              <a:t>          "positive_rate": 0.03515944399018806,</a:t>
            </a:r>
          </a:p>
          <a:p>
            <a:r>
              <a:t>          "precision": 0.1875,</a:t>
            </a:r>
          </a:p>
          <a:p>
            <a:r>
              <a:t>          "recall": 0.06976744186046512,</a:t>
            </a:r>
          </a:p>
          <a:p>
            <a:r>
              <a:t>          "roc_auc": 0.7926487977926685,</a:t>
            </a:r>
          </a:p>
          <a:p>
            <a:r>
              <a:t>          "row_count": 1223,</a:t>
            </a:r>
          </a:p>
          <a:p>
            <a:r>
              <a:t>          "threshold": 0.20999999999999996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0.94189852700491,</a:t>
            </a:r>
          </a:p>
          <a:p>
            <a:r>
              <a:t>          "auc_prc": 0.11861433141088287,</a:t>
            </a:r>
          </a:p>
          <a:p>
            <a:r>
              <a:t>          "average_precision": 0.12370691045277249,</a:t>
            </a:r>
          </a:p>
          <a:p>
            <a:r>
              <a:t>          "balanced_accuracy": 0.5599448986846782,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1143,</a:t>
            </a:r>
          </a:p>
          <a:p>
            <a:r>
              <a:t>              21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50,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0.1839080459770115,</a:t>
            </a:r>
          </a:p>
          <a:p>
            <a:r>
              <a:t>          "positive_count": 58,</a:t>
            </a:r>
          </a:p>
          <a:p>
            <a:r>
              <a:t>          "positive_rate": 0.04746317512274959,</a:t>
            </a:r>
          </a:p>
          <a:p>
            <a:r>
              <a:t>          "precision": 0.27586206896551724,</a:t>
            </a:r>
          </a:p>
          <a:p>
            <a:r>
              <a:t>          "recall": 0.13793103448275862,</a:t>
            </a:r>
          </a:p>
          <a:p>
            <a:r>
              <a:t>          "roc_auc": 0.6623637279298495,</a:t>
            </a:r>
          </a:p>
          <a:p>
            <a:r>
              <a:t>          "row_count": 1222,</a:t>
            </a:r>
          </a:p>
          <a:p>
            <a:r>
              <a:t>          "threshold": 0.20999999999999996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15,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"Tasks/task-summaries/validate-refactored-model-per-dataset-20260927-134055/artifacts/cluster-run/qt/results/model/words_15/XGboost/refactored/metrics.json",</a:t>
            </a:r>
          </a:p>
          <a:p>
            <a:r>
              <a:t>      "blob_sha1": "b89a4a45c16412a6f1cbc022ca5b933fcf0099a1",</a:t>
            </a:r>
          </a:p>
          <a:p>
            <a:r>
              <a:t>      "sha256": "08b1d8d4bfb51e775c76fcbcc622f666c9e18ce2c2b64626b7039cc5365837eb",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0.9272281275551921,</a:t>
            </a:r>
          </a:p>
          <a:p>
            <a:r>
              <a:t>          "auc_prc": 0.11347377204352192,</a:t>
            </a:r>
          </a:p>
          <a:p>
            <a:r>
              <a:t>          "average_precision": 0.12264100426527408,</a:t>
            </a:r>
          </a:p>
          <a:p>
            <a:r>
              <a:t>          "balanced_accuracy": 0.5925502562081199,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1124,</a:t>
            </a:r>
          </a:p>
          <a:p>
            <a:r>
              <a:t>              56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33,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0.18348623853211007,</a:t>
            </a:r>
          </a:p>
          <a:p>
            <a:r>
              <a:t>          "positive_count": 43,</a:t>
            </a:r>
          </a:p>
          <a:p>
            <a:r>
              <a:t>          "positive_rate": 0.03515944399018806,</a:t>
            </a:r>
          </a:p>
          <a:p>
            <a:r>
              <a:t>          "precision": 0.15151515151515152,</a:t>
            </a:r>
          </a:p>
          <a:p>
            <a:r>
              <a:t>          "recall": 0.23255813953488372,</a:t>
            </a:r>
          </a:p>
          <a:p>
            <a:r>
              <a:t>          "roc_auc": 0.7766949152542373,</a:t>
            </a:r>
          </a:p>
          <a:p>
            <a:r>
              <a:t>          "row_count": 1223,</a:t>
            </a:r>
          </a:p>
          <a:p>
            <a:r>
              <a:t>          "threshold": 0.6399999999999999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0.9230769230769231,</a:t>
            </a:r>
          </a:p>
          <a:p>
            <a:r>
              <a:t>          "auc_prc": 0.08746785462606323,</a:t>
            </a:r>
          </a:p>
          <a:p>
            <a:r>
              <a:t>          "average_precision": 0.09334118774622416,</a:t>
            </a:r>
          </a:p>
          <a:p>
            <a:r>
              <a:t>          "balanced_accuracy": 0.5664474463799029,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1118,</a:t>
            </a:r>
          </a:p>
          <a:p>
            <a:r>
              <a:t>              46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48,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0.17543859649122806,</a:t>
            </a:r>
          </a:p>
          <a:p>
            <a:r>
              <a:t>          "positive_count": 58,</a:t>
            </a:r>
          </a:p>
          <a:p>
            <a:r>
              <a:t>          "positive_rate": 0.04746317512274959,</a:t>
            </a:r>
          </a:p>
          <a:p>
            <a:r>
              <a:t>          "precision": 0.17857142857142858,</a:t>
            </a:r>
          </a:p>
          <a:p>
            <a:r>
              <a:t>          "recall": 0.1724137931034483,</a:t>
            </a:r>
          </a:p>
          <a:p>
            <a:r>
              <a:t>          "roc_auc": 0.6467294703163882,</a:t>
            </a:r>
          </a:p>
          <a:p>
            <a:r>
              <a:t>          "row_count": 1222,</a:t>
            </a:r>
          </a:p>
          <a:p>
            <a:r>
              <a:t>          "threshold": 0.6399999999999999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"Tasks/task-summaries/validate-refactored-model-per-dataset-20260927-134055/artifacts/cluster-run/qt/results/model/words_15/NN/baseline/metrics.json",</a:t>
            </a:r>
          </a:p>
          <a:p>
            <a:r>
              <a:t>      "blob_sha1": "a022215c63cf64bed34b080338aa7b2db609a939",</a:t>
            </a:r>
          </a:p>
          <a:p>
            <a:r>
              <a:t>      "sha256": "eff44d1b5e151a61cd6d36094891a6b986439d3443b62dcf0d262a8e847cd4fb",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0.9125102207686018,</a:t>
            </a:r>
          </a:p>
          <a:p>
            <a:r>
              <a:t>          "auc_prc": 0.13276306502546867,</a:t>
            </a:r>
          </a:p>
          <a:p>
            <a:r>
              <a:t>          "average_precision": 0.13947650413064525,</a:t>
            </a:r>
          </a:p>
          <a:p>
            <a:r>
              <a:t>          "balanced_accuracy": 0.584923137564052,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1106,</a:t>
            </a:r>
          </a:p>
          <a:p>
            <a:r>
              <a:t>              74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33,</a:t>
            </a:r>
          </a:p>
          <a:p>
            <a:r>
              <a:t>              10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0.15748031496062992,</a:t>
            </a:r>
          </a:p>
          <a:p>
            <a:r>
              <a:t>          "positive_count": 43,</a:t>
            </a:r>
          </a:p>
          <a:p>
            <a:r>
              <a:t>          "positive_rate": 0.03515944399018806,</a:t>
            </a:r>
          </a:p>
          <a:p>
            <a:r>
              <a:t>          "precision": 0.11904761904761904,</a:t>
            </a:r>
          </a:p>
          <a:p>
            <a:r>
              <a:t>          "recall": 0.23255813953488372,</a:t>
            </a:r>
          </a:p>
          <a:p>
            <a:r>
              <a:t>          "roc_auc": 0.6437130469057942,</a:t>
            </a:r>
          </a:p>
          <a:p>
            <a:r>
              <a:t>          "row_count": 1223,</a:t>
            </a:r>
          </a:p>
          <a:p>
            <a:r>
              <a:t>          "threshold": 0.31999999999999995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0.9247135842880524,</a:t>
            </a:r>
          </a:p>
          <a:p>
            <a:r>
              <a:t>          "auc_prc": 0.06361837034633404,</a:t>
            </a:r>
          </a:p>
          <a:p>
            <a:r>
              <a:t>          "average_precision": 0.06682465024014009,</a:t>
            </a:r>
          </a:p>
          <a:p>
            <a:r>
              <a:t>          "balanced_accuracy": 0.5509242801279772,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1122,</a:t>
            </a:r>
          </a:p>
          <a:p>
            <a:r>
              <a:t>              42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50,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0.14814814814814817,</a:t>
            </a:r>
          </a:p>
          <a:p>
            <a:r>
              <a:t>          "positive_count": 58,</a:t>
            </a:r>
          </a:p>
          <a:p>
            <a:r>
              <a:t>          "positive_rate": 0.04746317512274959,</a:t>
            </a:r>
          </a:p>
          <a:p>
            <a:r>
              <a:t>          "precision": 0.16,</a:t>
            </a:r>
          </a:p>
          <a:p>
            <a:r>
              <a:t>          "recall": 0.13793103448275862,</a:t>
            </a:r>
          </a:p>
          <a:p>
            <a:r>
              <a:t>          "roc_auc": 0.5238179879132598,</a:t>
            </a:r>
          </a:p>
          <a:p>
            <a:r>
              <a:t>          "row_count": 1222,</a:t>
            </a:r>
          </a:p>
          <a:p>
            <a:r>
              <a:t>          "threshold": 0.31999999999999995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15,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"Tasks/task-summaries/validate-refactored-model-per-dataset-20260927-134055/artifacts/cluster-run/qt/results/model/words_15/NN/refactored/metrics.json",</a:t>
            </a:r>
          </a:p>
          <a:p>
            <a:r>
              <a:t>      "blob_sha1": "998d2221cb16a7ec8229518562349040dd73d1d2",</a:t>
            </a:r>
          </a:p>
          <a:p>
            <a:r>
              <a:t>      "sha256": "73e5429a216fef145c786c927895749ca3c7c0be723d0c4e230369115269c62f",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0.8945216680294358,</a:t>
            </a:r>
          </a:p>
          <a:p>
            <a:r>
              <a:t>          "auc_prc": 0.05701238179209176,</a:t>
            </a:r>
          </a:p>
          <a:p>
            <a:r>
              <a:t>          "average_precision": 0.06096073277722565,</a:t>
            </a:r>
          </a:p>
          <a:p>
            <a:r>
              <a:t>          "balanced_accuracy": 0.5531927473393772,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1086,</a:t>
            </a:r>
          </a:p>
          <a:p>
            <a:r>
              <a:t>              94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35,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0.1103448275862069,</a:t>
            </a:r>
          </a:p>
          <a:p>
            <a:r>
              <a:t>          "positive_count": 43,</a:t>
            </a:r>
          </a:p>
          <a:p>
            <a:r>
              <a:t>          "positive_rate": 0.03515944399018806,</a:t>
            </a:r>
          </a:p>
          <a:p>
            <a:r>
              <a:t>          "precision": 0.0784313725490196,</a:t>
            </a:r>
          </a:p>
          <a:p>
            <a:r>
              <a:t>          "recall": 0.18604651162790697,</a:t>
            </a:r>
          </a:p>
          <a:p>
            <a:r>
              <a:t>          "roc_auc": 0.6408159243200631,</a:t>
            </a:r>
          </a:p>
          <a:p>
            <a:r>
              <a:t>          "row_count": 1223,</a:t>
            </a:r>
          </a:p>
          <a:p>
            <a:r>
              <a:t>          "threshold": 0.29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0.9148936170212766,</a:t>
            </a:r>
          </a:p>
          <a:p>
            <a:r>
              <a:t>          "auc_prc": 0.06362109846173544,</a:t>
            </a:r>
          </a:p>
          <a:p>
            <a:r>
              <a:t>          "average_precision": 0.0675442181437552,</a:t>
            </a:r>
          </a:p>
          <a:p>
            <a:r>
              <a:t>          "balanced_accuracy": 0.5539607773432871,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1109,</a:t>
            </a:r>
          </a:p>
          <a:p>
            <a:r>
              <a:t>              55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49,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0.1475409836065574,</a:t>
            </a:r>
          </a:p>
          <a:p>
            <a:r>
              <a:t>          "positive_count": 58,</a:t>
            </a:r>
          </a:p>
          <a:p>
            <a:r>
              <a:t>          "positive_rate": 0.04746317512274959,</a:t>
            </a:r>
          </a:p>
          <a:p>
            <a:r>
              <a:t>          "precision": 0.140625,</a:t>
            </a:r>
          </a:p>
          <a:p>
            <a:r>
              <a:t>          "recall": 0.15517241379310345,</a:t>
            </a:r>
          </a:p>
          <a:p>
            <a:r>
              <a:t>          "roc_auc": 0.5243512264486313,</a:t>
            </a:r>
          </a:p>
          <a:p>
            <a:r>
              <a:t>          "row_count": 1222,</a:t>
            </a:r>
          </a:p>
          <a:p>
            <a:r>
              <a:t>          "threshold": 0.29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"Tasks/task-summaries/validate-refactored-model-per-dataset-20260927-134055/artifacts/cluster-run/qt/results/model/words_20/RF/baseline/metrics.json",</a:t>
            </a:r>
          </a:p>
          <a:p>
            <a:r>
              <a:t>      "blob_sha1": "c0c0fd4f464c154b869ac3e5a269684405d9327d",</a:t>
            </a:r>
          </a:p>
          <a:p>
            <a:r>
              <a:t>      "sha256": "a929aff3f8e0f81403440ee38cd61a393efca81ef1a7ac9a18cd6a919d304f82",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0.9632052330335241,</a:t>
            </a:r>
          </a:p>
          <a:p>
            <a:r>
              <a:t>          "auc_prc": 0.11893583301874244,</a:t>
            </a:r>
          </a:p>
          <a:p>
            <a:r>
              <a:t>          "average_precision": 0.1251974969883866,</a:t>
            </a:r>
          </a:p>
          <a:p>
            <a:r>
              <a:t>          "balanced_accuracy": 0.5382303468065106,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1175,</a:t>
            </a:r>
          </a:p>
          <a:p>
            <a:r>
              <a:t>              14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31,</a:t>
            </a:r>
          </a:p>
          <a:p>
            <a:r>
              <a:t>              3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0.11764705882352942,</a:t>
            </a:r>
          </a:p>
          <a:p>
            <a:r>
              <a:t>          "positive_count": 34,</a:t>
            </a:r>
          </a:p>
          <a:p>
            <a:r>
              <a:t>          "positive_rate": 0.027800490596892886,</a:t>
            </a:r>
          </a:p>
          <a:p>
            <a:r>
              <a:t>          "precision": 0.17647058823529413,</a:t>
            </a:r>
          </a:p>
          <a:p>
            <a:r>
              <a:t>          "recall": 0.08823529411764706,</a:t>
            </a:r>
          </a:p>
          <a:p>
            <a:r>
              <a:t>          "roc_auc": 0.7569880769801612,</a:t>
            </a:r>
          </a:p>
          <a:p>
            <a:r>
              <a:t>          "row_count": 1223,</a:t>
            </a:r>
          </a:p>
          <a:p>
            <a:r>
              <a:t>          "threshold": 0.19999999999999996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0.9361702127659575,</a:t>
            </a:r>
          </a:p>
          <a:p>
            <a:r>
              <a:t>          "auc_prc": 0.08465363590247352,</a:t>
            </a:r>
          </a:p>
          <a:p>
            <a:r>
              <a:t>          "average_precision": 0.09086638444736693,</a:t>
            </a:r>
          </a:p>
          <a:p>
            <a:r>
              <a:t>          "balanced_accuracy": 0.557158574673481,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1137,</a:t>
            </a:r>
          </a:p>
          <a:p>
            <a:r>
              <a:t>              37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41,</a:t>
            </a:r>
          </a:p>
          <a:p>
            <a:r>
              <a:t>              7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0.15217391304347827,</a:t>
            </a:r>
          </a:p>
          <a:p>
            <a:r>
              <a:t>          "positive_count": 48,</a:t>
            </a:r>
          </a:p>
          <a:p>
            <a:r>
              <a:t>          "positive_rate": 0.03927986906710311,</a:t>
            </a:r>
          </a:p>
          <a:p>
            <a:r>
              <a:t>          "precision": 0.1590909090909091,</a:t>
            </a:r>
          </a:p>
          <a:p>
            <a:r>
              <a:t>          "recall": 0.14583333333333334,</a:t>
            </a:r>
          </a:p>
          <a:p>
            <a:r>
              <a:t>          "roc_auc": 0.6858762776831345,</a:t>
            </a:r>
          </a:p>
          <a:p>
            <a:r>
              <a:t>          "row_count": 1222,</a:t>
            </a:r>
          </a:p>
          <a:p>
            <a:r>
              <a:t>          "threshold": 0.19999999999999996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20,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"Tasks/task-summaries/validate-refactored-model-per-dataset-20260927-134055/artifacts/cluster-run/qt/results/model/words_20/RF/refactored/metrics.json",</a:t>
            </a:r>
          </a:p>
          <a:p>
            <a:r>
              <a:t>      "blob_sha1": "e17ae652e7b5302bcbc0aacf4e25cd46862071ad",</a:t>
            </a:r>
          </a:p>
          <a:p>
            <a:r>
              <a:t>      "sha256": "41d5dffe75df2c21dbb66aebbbfe2414c854ce11bfd08e6e446346e02ddafee3",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0.9484873262469338,</a:t>
            </a:r>
          </a:p>
          <a:p>
            <a:r>
              <a:t>          "auc_prc": 0.15237375530023597,</a:t>
            </a:r>
          </a:p>
          <a:p>
            <a:r>
              <a:t>          "average_precision": 0.15704474363680007,</a:t>
            </a:r>
          </a:p>
          <a:p>
            <a:r>
              <a:t>          "balanced_accuracy": 0.5735170434868648,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1154,</a:t>
            </a:r>
          </a:p>
          <a:p>
            <a:r>
              <a:t>              35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28,</a:t>
            </a:r>
          </a:p>
          <a:p>
            <a:r>
              <a:t>              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0.16,</a:t>
            </a:r>
          </a:p>
          <a:p>
            <a:r>
              <a:t>          "positive_count": 34,</a:t>
            </a:r>
          </a:p>
          <a:p>
            <a:r>
              <a:t>          "positive_rate": 0.027800490596892886,</a:t>
            </a:r>
          </a:p>
          <a:p>
            <a:r>
              <a:t>          "precision": 0.14634146341463414,</a:t>
            </a:r>
          </a:p>
          <a:p>
            <a:r>
              <a:t>          "recall": 0.17647058823529413,</a:t>
            </a:r>
          </a:p>
          <a:p>
            <a:r>
              <a:t>          "roc_auc": 0.7590164745460842,</a:t>
            </a:r>
          </a:p>
          <a:p>
            <a:r>
              <a:t>          "row_count": 1223,</a:t>
            </a:r>
          </a:p>
          <a:p>
            <a:r>
              <a:t>          "threshold": 0.42999999999999994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0.9222585924713584,</a:t>
            </a:r>
          </a:p>
          <a:p>
            <a:r>
              <a:t>          "auc_prc": 0.06981912720029466,</a:t>
            </a:r>
          </a:p>
          <a:p>
            <a:r>
              <a:t>          "average_precision": 0.07410109467026146,</a:t>
            </a:r>
          </a:p>
          <a:p>
            <a:r>
              <a:t>          "balanced_accuracy": 0.5599091425326519,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1119,</a:t>
            </a:r>
          </a:p>
          <a:p>
            <a:r>
              <a:t>              55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40,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0.14414414414414417,</a:t>
            </a:r>
          </a:p>
          <a:p>
            <a:r>
              <a:t>          "positive_count": 48,</a:t>
            </a:r>
          </a:p>
          <a:p>
            <a:r>
              <a:t>          "positive_rate": 0.03927986906710311,</a:t>
            </a:r>
          </a:p>
          <a:p>
            <a:r>
              <a:t>          "precision": 0.12698412698412698,</a:t>
            </a:r>
          </a:p>
          <a:p>
            <a:r>
              <a:t>          "recall": 0.16666666666666666,</a:t>
            </a:r>
          </a:p>
          <a:p>
            <a:r>
              <a:t>          "roc_auc": 0.6616978989210676,</a:t>
            </a:r>
          </a:p>
          <a:p>
            <a:r>
              <a:t>          "row_count": 1222,</a:t>
            </a:r>
          </a:p>
          <a:p>
            <a:r>
              <a:t>          "threshold": 0.42999999999999994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"Tasks/task-summaries/validate-refactored-model-per-dataset-20260927-134055/artifacts/cluster-run/qt/results/model/words_20/XGboost/baseline/metrics.json",</a:t>
            </a:r>
          </a:p>
          <a:p>
            <a:r>
              <a:t>      "blob_sha1": "02e015140bcfefa02e085aa8ebc63aab0ed028a7",</a:t>
            </a:r>
          </a:p>
          <a:p>
            <a:r>
              <a:t>      "sha256": "35db9944a5b28c6513b6a85765a24c4fbbd2c398a350fbe57ec906f637ece889",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0.964022894521668,</a:t>
            </a:r>
          </a:p>
          <a:p>
            <a:r>
              <a:t>          "auc_prc": 0.10859384297416395,</a:t>
            </a:r>
          </a:p>
          <a:p>
            <a:r>
              <a:t>          "average_precision": 0.11853818425127496,</a:t>
            </a:r>
          </a:p>
          <a:p>
            <a:r>
              <a:t>          "balanced_accuracy": 0.5672215900657992,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1174,</a:t>
            </a:r>
          </a:p>
          <a:p>
            <a:r>
              <a:t>              15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29,</a:t>
            </a:r>
          </a:p>
          <a:p>
            <a:r>
              <a:t>              5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0.18518518518518517,</a:t>
            </a:r>
          </a:p>
          <a:p>
            <a:r>
              <a:t>          "positive_count": 34,</a:t>
            </a:r>
          </a:p>
          <a:p>
            <a:r>
              <a:t>          "positive_rate": 0.027800490596892886,</a:t>
            </a:r>
          </a:p>
          <a:p>
            <a:r>
              <a:t>          "precision": 0.25,</a:t>
            </a:r>
          </a:p>
          <a:p>
            <a:r>
              <a:t>          "recall": 0.14705882352941177,</a:t>
            </a:r>
          </a:p>
          <a:p>
            <a:r>
              <a:t>          "roc_auc": 0.7806362242121407,</a:t>
            </a:r>
          </a:p>
          <a:p>
            <a:r>
              <a:t>          "row_count": 1223,</a:t>
            </a:r>
          </a:p>
          <a:p>
            <a:r>
              <a:t>          "threshold": 0.14999999999999997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0.9378068739770867,</a:t>
            </a:r>
          </a:p>
          <a:p>
            <a:r>
              <a:t>          "auc_prc": 0.06934185542005647,</a:t>
            </a:r>
          </a:p>
          <a:p>
            <a:r>
              <a:t>          "average_precision": 0.07785458351564192,</a:t>
            </a:r>
          </a:p>
          <a:p>
            <a:r>
              <a:t>          "balanced_accuracy": 0.548019591141397,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1140,</a:t>
            </a:r>
          </a:p>
          <a:p>
            <a:r>
              <a:t>              34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42,</a:t>
            </a:r>
          </a:p>
          <a:p>
            <a:r>
              <a:t>              6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0.13636363636363635,</a:t>
            </a:r>
          </a:p>
          <a:p>
            <a:r>
              <a:t>          "positive_count": 48,</a:t>
            </a:r>
          </a:p>
          <a:p>
            <a:r>
              <a:t>          "positive_rate": 0.03927986906710311,</a:t>
            </a:r>
          </a:p>
          <a:p>
            <a:r>
              <a:t>          "precision": 0.15,</a:t>
            </a:r>
          </a:p>
          <a:p>
            <a:r>
              <a:t>          "recall": 0.125,</a:t>
            </a:r>
          </a:p>
          <a:p>
            <a:r>
              <a:t>          "roc_auc": 0.6433755678591709,</a:t>
            </a:r>
          </a:p>
          <a:p>
            <a:r>
              <a:t>          "row_count": 1222,</a:t>
            </a:r>
          </a:p>
          <a:p>
            <a:r>
              <a:t>          "threshold": 0.14999999999999997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20,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"Tasks/task-summaries/validate-refactored-model-per-dataset-20260927-134055/artifacts/cluster-run/qt/results/model/words_20/XGboost/refactored/metrics.json",</a:t>
            </a:r>
          </a:p>
          <a:p>
            <a:r>
              <a:t>      "blob_sha1": "d90680f47da7c8236f9250af75302b2857d81885",</a:t>
            </a:r>
          </a:p>
          <a:p>
            <a:r>
              <a:t>      "sha256": "fa393977cd8f41c901c9cb20faf3bee8cfad0332632c5ccdf39d3684df4901f7",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0.910874897792314,</a:t>
            </a:r>
          </a:p>
          <a:p>
            <a:r>
              <a:t>          "auc_prc": 0.08799436870447006,</a:t>
            </a:r>
          </a:p>
          <a:p>
            <a:r>
              <a:t>          "average_precision": 0.09943288166776472,</a:t>
            </a:r>
          </a:p>
          <a:p>
            <a:r>
              <a:t>          "balanced_accuracy": 0.5970291396625934,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1105,</a:t>
            </a:r>
          </a:p>
          <a:p>
            <a:r>
              <a:t>              84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25,</a:t>
            </a:r>
          </a:p>
          <a:p>
            <a:r>
              <a:t>              9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0.14173228346456693,</a:t>
            </a:r>
          </a:p>
          <a:p>
            <a:r>
              <a:t>          "positive_count": 34,</a:t>
            </a:r>
          </a:p>
          <a:p>
            <a:r>
              <a:t>          "positive_rate": 0.027800490596892886,</a:t>
            </a:r>
          </a:p>
          <a:p>
            <a:r>
              <a:t>          "precision": 0.0967741935483871,</a:t>
            </a:r>
          </a:p>
          <a:p>
            <a:r>
              <a:t>          "recall": 0.2647058823529412,</a:t>
            </a:r>
          </a:p>
          <a:p>
            <a:r>
              <a:t>          "roc_auc": 0.7486765942710137,</a:t>
            </a:r>
          </a:p>
          <a:p>
            <a:r>
              <a:t>          "row_count": 1223,</a:t>
            </a:r>
          </a:p>
          <a:p>
            <a:r>
              <a:t>          "threshold": 0.59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0.8878887070376432,</a:t>
            </a:r>
          </a:p>
          <a:p>
            <a:r>
              <a:t>          "auc_prc": 0.0665233878180914,</a:t>
            </a:r>
          </a:p>
          <a:p>
            <a:r>
              <a:t>          "average_precision": 0.07115551042256812,</a:t>
            </a:r>
          </a:p>
          <a:p>
            <a:r>
              <a:t>          "balanced_accuracy": 0.581984667802385,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1073,</a:t>
            </a:r>
          </a:p>
          <a:p>
            <a:r>
              <a:t>              101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36,</a:t>
            </a:r>
          </a:p>
          <a:p>
            <a:r>
              <a:t>              12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0.14906832298136646,</a:t>
            </a:r>
          </a:p>
          <a:p>
            <a:r>
              <a:t>          "positive_count": 48,</a:t>
            </a:r>
          </a:p>
          <a:p>
            <a:r>
              <a:t>          "positive_rate": 0.03927986906710311,</a:t>
            </a:r>
          </a:p>
          <a:p>
            <a:r>
              <a:t>          "precision": 0.10619469026548672,</a:t>
            </a:r>
          </a:p>
          <a:p>
            <a:r>
              <a:t>          "recall": 0.25,</a:t>
            </a:r>
          </a:p>
          <a:p>
            <a:r>
              <a:t>          "roc_auc": 0.6387794576944917,</a:t>
            </a:r>
          </a:p>
          <a:p>
            <a:r>
              <a:t>          "row_count": 1222,</a:t>
            </a:r>
          </a:p>
          <a:p>
            <a:r>
              <a:t>          "threshold": 0.59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"git_path": "Tasks/task-summaries/validate-refactored-model-per-dataset-20260927-134055/artifacts/cluster-run/qt/results/model/words_20/NN/baseline/metrics.json",</a:t>
            </a:r>
          </a:p>
          <a:p>
            <a:r>
              <a:t>      "blob_sha1": "3901a4ee4a6c36f2bdd524efea4520d681dc8d82",</a:t>
            </a:r>
          </a:p>
          <a:p>
            <a:r>
              <a:t>      "sha256": "1a670e3d0d1198e4af5983e57245c1569c9d9ff2c7ca2726a99ef2f1298aea1c",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0.9051512673753066,</a:t>
            </a:r>
          </a:p>
          <a:p>
            <a:r>
              <a:t>          "auc_prc": 0.14192497154359313,</a:t>
            </a:r>
          </a:p>
          <a:p>
            <a:r>
              <a:t>          "average_precision": 0.1501398213461404,</a:t>
            </a:r>
          </a:p>
          <a:p>
            <a:r>
              <a:t>          "balanced_accuracy": 0.6369415722554792,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1095,</a:t>
            </a:r>
          </a:p>
          <a:p>
            <a:r>
              <a:t>              94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22,</a:t>
            </a:r>
          </a:p>
          <a:p>
            <a:r>
              <a:t>              12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0.17142857142857143,</a:t>
            </a:r>
          </a:p>
          <a:p>
            <a:r>
              <a:t>          "positive_count": 34,</a:t>
            </a:r>
          </a:p>
          <a:p>
            <a:r>
              <a:t>          "positive_rate": 0.027800490596892886,</a:t>
            </a:r>
          </a:p>
          <a:p>
            <a:r>
              <a:t>          "precision": 0.11320754716981132,</a:t>
            </a:r>
          </a:p>
          <a:p>
            <a:r>
              <a:t>          "recall": 0.35294117647058826,</a:t>
            </a:r>
          </a:p>
          <a:p>
            <a:r>
              <a:t>          "roc_auc": 0.6651659822886261,</a:t>
            </a:r>
          </a:p>
          <a:p>
            <a:r>
              <a:t>          "row_count": 1223,</a:t>
            </a:r>
          </a:p>
          <a:p>
            <a:r>
              <a:t>          "threshold": 0.08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0.8666121112929623,</a:t>
            </a:r>
          </a:p>
          <a:p>
            <a:r>
              <a:t>          "auc_prc": 0.045660884812764244,</a:t>
            </a:r>
          </a:p>
          <a:p>
            <a:r>
              <a:t>          "average_precision": 0.048932994964611676,</a:t>
            </a:r>
          </a:p>
          <a:p>
            <a:r>
              <a:t>          "balanced_accuracy": 0.5309483248154457,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1051,</a:t>
            </a:r>
          </a:p>
          <a:p>
            <a:r>
              <a:t>              123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40,</a:t>
            </a:r>
          </a:p>
          <a:p>
            <a:r>
              <a:t>              8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0.0893854748603352,</a:t>
            </a:r>
          </a:p>
          <a:p>
            <a:r>
              <a:t>          "positive_count": 48,</a:t>
            </a:r>
          </a:p>
          <a:p>
            <a:r>
              <a:t>          "positive_rate": 0.03927986906710311,</a:t>
            </a:r>
          </a:p>
          <a:p>
            <a:r>
              <a:t>          "precision": 0.061068702290076333,</a:t>
            </a:r>
          </a:p>
          <a:p>
            <a:r>
              <a:t>          "recall": 0.16666666666666666,</a:t>
            </a:r>
          </a:p>
          <a:p>
            <a:r>
              <a:t>          "roc_auc": 0.5136108745031233,</a:t>
            </a:r>
          </a:p>
          <a:p>
            <a:r>
              <a:t>          "row_count": 1222,</a:t>
            </a:r>
          </a:p>
          <a:p>
            <a:r>
              <a:t>          "threshold": 0.08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20,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"git_path": "Tasks/task-summaries/validate-refactored-model-per-dataset-20260927-134055/artifacts/cluster-run/qt/results/model/words_20/NN/refactored/metrics.json",</a:t>
            </a:r>
          </a:p>
          <a:p>
            <a:r>
              <a:t>      "blob_sha1": "c05dc182a792ca2dcd451972157a4aa8317a325b",</a:t>
            </a:r>
          </a:p>
          <a:p>
            <a:r>
              <a:t>      "sha256": "878e85c9bb2ec704c6dde9e666d3849d474532c57bd5da944ff7b616cdbc04b4",</a:t>
            </a:r>
          </a:p>
          <a:p>
            <a:r>
              <a:t>      "metrics": {</a:t>
            </a:r>
          </a:p>
          <a:p>
            <a:r>
              <a:t>        "test": {</a:t>
            </a:r>
          </a:p>
          <a:p>
            <a:r>
              <a:t>          "accuracy": 0.9427636958299264,</a:t>
            </a:r>
          </a:p>
          <a:p>
            <a:r>
              <a:t>          "auc_prc": 0.09961350817394529,</a:t>
            </a:r>
          </a:p>
          <a:p>
            <a:r>
              <a:t>          "average_precision": 0.1051055324717442,</a:t>
            </a:r>
          </a:p>
          <a:p>
            <a:r>
              <a:t>          "balanced_accuracy": 0.5420026715480136,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1149,</a:t>
            </a:r>
          </a:p>
          <a:p>
            <a:r>
              <a:t>              40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30,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0.10256410256410256,</a:t>
            </a:r>
          </a:p>
          <a:p>
            <a:r>
              <a:t>          "positive_count": 34,</a:t>
            </a:r>
          </a:p>
          <a:p>
            <a:r>
              <a:t>          "positive_rate": 0.027800490596892886,</a:t>
            </a:r>
          </a:p>
          <a:p>
            <a:r>
              <a:t>          "precision": 0.09090909090909091,</a:t>
            </a:r>
          </a:p>
          <a:p>
            <a:r>
              <a:t>          "recall": 0.11764705882352941,</a:t>
            </a:r>
          </a:p>
          <a:p>
            <a:r>
              <a:t>          "roc_auc": 0.6721169544352644,</a:t>
            </a:r>
          </a:p>
          <a:p>
            <a:r>
              <a:t>          "row_count": 1223,</a:t>
            </a:r>
          </a:p>
          <a:p>
            <a:r>
              <a:t>          "threshold": 0.7699999999999999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"accuracy": 0.9386252045826514,</a:t>
            </a:r>
          </a:p>
          <a:p>
            <a:r>
              <a:t>          "auc_prc": 0.05088502190003374,</a:t>
            </a:r>
          </a:p>
          <a:p>
            <a:r>
              <a:t>          "average_precision": 0.05449390981486253,</a:t>
            </a:r>
          </a:p>
          <a:p>
            <a:r>
              <a:t>          "balanced_accuracy": 0.5284639409426463,</a:t>
            </a:r>
          </a:p>
          <a:p>
            <a:r>
              <a:t>          "confusion_matrix": [</a:t>
            </a:r>
          </a:p>
          <a:p>
            <a:r>
              <a:t>            [</a:t>
            </a:r>
          </a:p>
          <a:p>
            <a:r>
              <a:t>              1143,</a:t>
            </a:r>
          </a:p>
          <a:p>
            <a:r>
              <a:t>              31</a:t>
            </a:r>
          </a:p>
          <a:p>
            <a:r>
              <a:t>            ],</a:t>
            </a:r>
          </a:p>
          <a:p>
            <a:r>
              <a:t>            [</a:t>
            </a:r>
          </a:p>
          <a:p>
            <a:r>
              <a:t>              44,</a:t>
            </a:r>
          </a:p>
          <a:p>
            <a:r>
              <a:t>              4</a:t>
            </a:r>
          </a:p>
          <a:p>
            <a:r>
              <a:t>            ]</a:t>
            </a:r>
          </a:p>
          <a:p>
            <a:r>
              <a:t>          ],</a:t>
            </a:r>
          </a:p>
          <a:p>
            <a:r>
              <a:t>          "f1": 0.09638554216867469,</a:t>
            </a:r>
          </a:p>
          <a:p>
            <a:r>
              <a:t>          "positive_count": 48,</a:t>
            </a:r>
          </a:p>
          <a:p>
            <a:r>
              <a:t>          "positive_rate": 0.03927986906710311,</a:t>
            </a:r>
          </a:p>
          <a:p>
            <a:r>
              <a:t>          "precision": 0.11428571428571428,</a:t>
            </a:r>
          </a:p>
          <a:p>
            <a:r>
              <a:t>          "recall": 0.08333333333333333,</a:t>
            </a:r>
          </a:p>
          <a:p>
            <a:r>
              <a:t>          "roc_auc": 0.5703613003975014,</a:t>
            </a:r>
          </a:p>
          <a:p>
            <a:r>
              <a:t>          "row_count": 1222,</a:t>
            </a:r>
          </a:p>
          <a:p>
            <a:r>
              <a:t>          "threshold": 0.7699999999999999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"cells": [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5,</a:t>
            </a:r>
          </a:p>
          <a:p>
            <a:r>
              <a:t>      "old_validation": {</a:t>
            </a:r>
          </a:p>
          <a:p>
            <a:r>
              <a:t>        "project": "Apache",</a:t>
            </a:r>
          </a:p>
          <a:p>
            <a:r>
              <a:t>        "level": 5,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"Tasks/task-summaries/validate-refactored-model-per-dataset-20260927-134055/artifacts/cluster-run/apache/results/model/words_5/XGboost/baseline/metrics.json",</a:t>
            </a:r>
          </a:p>
          <a:p>
            <a:r>
              <a:t>        "blob_sha1": "261c514f6e65bf6cb513d889825d2b0a2773b18e",</a:t>
            </a:r>
          </a:p>
          <a:p>
            <a:r>
              <a:t>        "sha256": "a8c8155838c98006d637c9c2c3870c25ad5957889ed097be402597da7545548a",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0.8586319218241042,</a:t>
            </a:r>
          </a:p>
          <a:p>
            <a:r>
              <a:t>            "auc_prc": 0.19186403840642263,</a:t>
            </a:r>
          </a:p>
          <a:p>
            <a:r>
              <a:t>            "average_precision": 0.19445281964389127,</a:t>
            </a:r>
          </a:p>
          <a:p>
            <a:r>
              <a:t>            "balanced_accuracy": 0.5216004695754255,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1304,</a:t>
            </a:r>
          </a:p>
          <a:p>
            <a:r>
              <a:t>                41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176,</a:t>
            </a:r>
          </a:p>
          <a:p>
            <a:r>
              <a:t>                14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0.11428571428571427,</a:t>
            </a:r>
          </a:p>
          <a:p>
            <a:r>
              <a:t>            "positive_count": 190,</a:t>
            </a:r>
          </a:p>
          <a:p>
            <a:r>
              <a:t>            "positive_rate": 0.1237785016286645,</a:t>
            </a:r>
          </a:p>
          <a:p>
            <a:r>
              <a:t>            "precision": 0.2545454545454545,</a:t>
            </a:r>
          </a:p>
          <a:p>
            <a:r>
              <a:t>            "recall": 0.07368421052631578,</a:t>
            </a:r>
          </a:p>
          <a:p>
            <a:r>
              <a:t>            "roc_auc": 0.6139894345529251,</a:t>
            </a:r>
          </a:p>
          <a:p>
            <a:r>
              <a:t>            "row_count": 1535,</a:t>
            </a:r>
          </a:p>
          <a:p>
            <a:r>
              <a:t>            "threshold": 0.16999999999999998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0.6923076923076923,</a:t>
            </a:r>
          </a:p>
          <a:p>
            <a:r>
              <a:t>            "auc_prc": 0.35089135212745254,</a:t>
            </a:r>
          </a:p>
          <a:p>
            <a:r>
              <a:t>            "average_precision": 0.3501610426965255,</a:t>
            </a:r>
          </a:p>
          <a:p>
            <a:r>
              <a:t>            "balanced_accuracy": 0.6537383901154925,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901,</a:t>
            </a:r>
          </a:p>
          <a:p>
            <a:r>
              <a:t>                362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110,</a:t>
            </a:r>
          </a:p>
          <a:p>
            <a:r>
              <a:t>                161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0.4055415617128464,</a:t>
            </a:r>
          </a:p>
          <a:p>
            <a:r>
              <a:t>            "positive_count": 271,</a:t>
            </a:r>
          </a:p>
          <a:p>
            <a:r>
              <a:t>            "positive_rate": 0.17666232073011734,</a:t>
            </a:r>
          </a:p>
          <a:p>
            <a:r>
              <a:t>            "precision": 0.3078393881453155,</a:t>
            </a:r>
          </a:p>
          <a:p>
            <a:r>
              <a:t>            "recall": 0.5940959409594095,</a:t>
            </a:r>
          </a:p>
          <a:p>
            <a:r>
              <a:t>            "roc_auc": 0.6736523184709282,</a:t>
            </a:r>
          </a:p>
          <a:p>
            <a:r>
              <a:t>            "row_count": 1534,</a:t>
            </a:r>
          </a:p>
          <a:p>
            <a:r>
              <a:t>            "threshold": 0.16999999999999998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"Apache",</a:t>
            </a:r>
          </a:p>
          <a:p>
            <a:r>
              <a:t>        "level": 5,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"Tasks/task-summaries/validate-refactored-model-per-dataset-20260927-134055/artifacts/cluster-run/apache/results/model/words_5/RF/refactored/metrics.json",</a:t>
            </a:r>
          </a:p>
          <a:p>
            <a:r>
              <a:t>        "blob_sha1": "592a1ed66c023f2c01c99d6ac1a3173acdccc7ef",</a:t>
            </a:r>
          </a:p>
          <a:p>
            <a:r>
              <a:t>        "sha256": "4ec0b6b959dae6d99efecde23a72ea3bb4854a6785d1f32891472c1fc7457ccc",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0.8039087947882736,</a:t>
            </a:r>
          </a:p>
          <a:p>
            <a:r>
              <a:t>            "auc_prc": 0.20553213192104555,</a:t>
            </a:r>
          </a:p>
          <a:p>
            <a:r>
              <a:t>            "average_precision": 0.20919768072936007,</a:t>
            </a:r>
          </a:p>
          <a:p>
            <a:r>
              <a:t>            "balanced_accuracy": 0.5717276462531794,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1184,</a:t>
            </a:r>
          </a:p>
          <a:p>
            <a:r>
              <a:t>                161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140,</a:t>
            </a:r>
          </a:p>
          <a:p>
            <a:r>
              <a:t>                50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0.24937655860349128,</a:t>
            </a:r>
          </a:p>
          <a:p>
            <a:r>
              <a:t>            "positive_count": 190,</a:t>
            </a:r>
          </a:p>
          <a:p>
            <a:r>
              <a:t>            "positive_rate": 0.1237785016286645,</a:t>
            </a:r>
          </a:p>
          <a:p>
            <a:r>
              <a:t>            "precision": 0.23696682464454977,</a:t>
            </a:r>
          </a:p>
          <a:p>
            <a:r>
              <a:t>            "recall": 0.2631578947368421,</a:t>
            </a:r>
          </a:p>
          <a:p>
            <a:r>
              <a:t>            "roc_auc": 0.6361768734102915,</a:t>
            </a:r>
          </a:p>
          <a:p>
            <a:r>
              <a:t>            "row_count": 1535,</a:t>
            </a:r>
          </a:p>
          <a:p>
            <a:r>
              <a:t>            "threshold": 0.49999999999999994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0.6857887874837028,</a:t>
            </a:r>
          </a:p>
          <a:p>
            <a:r>
              <a:t>            "auc_prc": 0.29815553993128296,</a:t>
            </a:r>
          </a:p>
          <a:p>
            <a:r>
              <a:t>            "average_precision": 0.30029141488416455,</a:t>
            </a:r>
          </a:p>
          <a:p>
            <a:r>
              <a:t>            "balanced_accuracy": 0.6555761044546312,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887,</a:t>
            </a:r>
          </a:p>
          <a:p>
            <a:r>
              <a:t>                376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106,</a:t>
            </a:r>
          </a:p>
          <a:p>
            <a:r>
              <a:t>                165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0.40640394088669946,</a:t>
            </a:r>
          </a:p>
          <a:p>
            <a:r>
              <a:t>            "positive_count": 271,</a:t>
            </a:r>
          </a:p>
          <a:p>
            <a:r>
              <a:t>            "positive_rate": 0.17666232073011734,</a:t>
            </a:r>
          </a:p>
          <a:p>
            <a:r>
              <a:t>            "precision": 0.3049907578558225,</a:t>
            </a:r>
          </a:p>
          <a:p>
            <a:r>
              <a:t>            "recall": 0.6088560885608856,</a:t>
            </a:r>
          </a:p>
          <a:p>
            <a:r>
              <a:t>            "roc_auc": 0.6710432900053466,</a:t>
            </a:r>
          </a:p>
          <a:p>
            <a:r>
              <a:t>            "row_count": 1534,</a:t>
            </a:r>
          </a:p>
          <a:p>
            <a:r>
              <a:t>            "threshold": 0.49999999999999994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"modernbert",</a:t>
            </a:r>
          </a:p>
          <a:p>
            <a:r>
              <a:t>          "test": {</a:t>
            </a:r>
          </a:p>
          <a:p>
            <a:r>
              <a:t>            "accuracy": 0.5433224755700325,</a:t>
            </a:r>
          </a:p>
          <a:p>
            <a:r>
              <a:t>            "auc_prc": 0.1337142842220375,</a:t>
            </a:r>
          </a:p>
          <a:p>
            <a:r>
              <a:t>            "average_precision": 0.1353003267106328,</a:t>
            </a:r>
          </a:p>
          <a:p>
            <a:r>
              <a:t>            "balanced_accuracy": 0.5337605165329681,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735,</a:t>
            </a:r>
          </a:p>
          <a:p>
            <a:r>
              <a:t>                610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91,</a:t>
            </a:r>
          </a:p>
          <a:p>
            <a:r>
              <a:t>                99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0.22024471635150167,</a:t>
            </a:r>
          </a:p>
          <a:p>
            <a:r>
              <a:t>            "positive_count": 190,</a:t>
            </a:r>
          </a:p>
          <a:p>
            <a:r>
              <a:t>            "positive_rate": 0.1237785016286645,</a:t>
            </a:r>
          </a:p>
          <a:p>
            <a:r>
              <a:t>            "precision": 0.13963328631875882,</a:t>
            </a:r>
          </a:p>
          <a:p>
            <a:r>
              <a:t>            "recall": 0.5210526315789473,</a:t>
            </a:r>
          </a:p>
          <a:p>
            <a:r>
              <a:t>            "roc_auc": 0.5313989434552925,</a:t>
            </a:r>
          </a:p>
          <a:p>
            <a:r>
              <a:t>            "row_count": 1535,</a:t>
            </a:r>
          </a:p>
          <a:p>
            <a:r>
              <a:t>            "threshold": 0.06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0.8710097719869707,</a:t>
            </a:r>
          </a:p>
          <a:p>
            <a:r>
              <a:t>            "auc_prc": 0.1370363450756126,</a:t>
            </a:r>
          </a:p>
          <a:p>
            <a:r>
              <a:t>            "average_precision": 0.13871884240991056,</a:t>
            </a:r>
          </a:p>
          <a:p>
            <a:r>
              <a:t>            "balanced_accuracy": 0.5015456857757777,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1335,</a:t>
            </a:r>
          </a:p>
          <a:p>
            <a:r>
              <a:t>                10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188,</a:t>
            </a:r>
          </a:p>
          <a:p>
            <a:r>
              <a:t>                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0.0198019801980198,</a:t>
            </a:r>
          </a:p>
          <a:p>
            <a:r>
              <a:t>            "positive_count": 190,</a:t>
            </a:r>
          </a:p>
          <a:p>
            <a:r>
              <a:t>            "positive_rate": 0.1237785016286645,</a:t>
            </a:r>
          </a:p>
          <a:p>
            <a:r>
              <a:t>            "precision": 0.16666666666666666,</a:t>
            </a:r>
          </a:p>
          <a:p>
            <a:r>
              <a:t>            "recall": 0.010526315789473684,</a:t>
            </a:r>
          </a:p>
          <a:p>
            <a:r>
              <a:t>            "roc_auc": 0.5354451183721385,</a:t>
            </a:r>
          </a:p>
          <a:p>
            <a:r>
              <a:t>            "row_count": 1535,</a:t>
            </a:r>
          </a:p>
          <a:p>
            <a:r>
              <a:t>            "threshold": 0.06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0.13094462540716612,</a:t>
            </a:r>
          </a:p>
          <a:p>
            <a:r>
              <a:t>            "auc_prc": 0.12003786768480532,</a:t>
            </a:r>
          </a:p>
          <a:p>
            <a:r>
              <a:t>            "average_precision": 0.12140533413657587,</a:t>
            </a:r>
          </a:p>
          <a:p>
            <a:r>
              <a:t>            "balanced_accuracy": 0.49279006065349246,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16,</a:t>
            </a:r>
          </a:p>
          <a:p>
            <a:r>
              <a:t>                1329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5,</a:t>
            </a:r>
          </a:p>
          <a:p>
            <a:r>
              <a:t>                185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0.21713615023474178,</a:t>
            </a:r>
          </a:p>
          <a:p>
            <a:r>
              <a:t>            "positive_count": 190,</a:t>
            </a:r>
          </a:p>
          <a:p>
            <a:r>
              <a:t>            "positive_rate": 0.1237785016286645,</a:t>
            </a:r>
          </a:p>
          <a:p>
            <a:r>
              <a:t>            "precision": 0.12219286657859973,</a:t>
            </a:r>
          </a:p>
          <a:p>
            <a:r>
              <a:t>            "recall": 0.9736842105263158,</a:t>
            </a:r>
          </a:p>
          <a:p>
            <a:r>
              <a:t>            "roc_auc": 0.4994012913324203,</a:t>
            </a:r>
          </a:p>
          <a:p>
            <a:r>
              <a:t>            "row_count": 1535,</a:t>
            </a:r>
          </a:p>
          <a:p>
            <a:r>
              <a:t>            "threshold": 0.4599999999999999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10,</a:t>
            </a:r>
          </a:p>
          <a:p>
            <a:r>
              <a:t>      "old_validation": {</a:t>
            </a:r>
          </a:p>
          <a:p>
            <a:r>
              <a:t>        "project": "Apache",</a:t>
            </a:r>
          </a:p>
          <a:p>
            <a:r>
              <a:t>        "level": 10,</a:t>
            </a:r>
          </a:p>
          <a:p>
            <a:r>
              <a:t>        "model": "XGboost",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"Tasks/task-summaries/validate-refactored-model-per-dataset-20260927-134055/artifacts/cluster-run/apache/results/model/words_10/XGboost/refactored/metrics.json",</a:t>
            </a:r>
          </a:p>
          <a:p>
            <a:r>
              <a:t>        "blob_sha1": "4ffd8ce77791feb7f9bc40a658327627e564e71c",</a:t>
            </a:r>
          </a:p>
          <a:p>
            <a:r>
              <a:t>        "sha256": "9ed4d2af07cceaaffd8ffe86a7940502565bca7f33f81ee168a035b80232c08e",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0.8703583061889251,</a:t>
            </a:r>
          </a:p>
          <a:p>
            <a:r>
              <a:t>            "auc_prc": 0.11673850866307559,</a:t>
            </a:r>
          </a:p>
          <a:p>
            <a:r>
              <a:t>            "average_precision": 0.1201999676966554,</a:t>
            </a:r>
          </a:p>
          <a:p>
            <a:r>
              <a:t>            "balanced_accuracy": 0.5335693695202326,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1320,</a:t>
            </a:r>
          </a:p>
          <a:p>
            <a:r>
              <a:t>                97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102,</a:t>
            </a:r>
          </a:p>
          <a:p>
            <a:r>
              <a:t>                16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0.13852813852813853,</a:t>
            </a:r>
          </a:p>
          <a:p>
            <a:r>
              <a:t>            "positive_count": 118,</a:t>
            </a:r>
          </a:p>
          <a:p>
            <a:r>
              <a:t>            "positive_rate": 0.07687296416938111,</a:t>
            </a:r>
          </a:p>
          <a:p>
            <a:r>
              <a:t>            "precision": 0.1415929203539823,</a:t>
            </a:r>
          </a:p>
          <a:p>
            <a:r>
              <a:t>            "recall": 0.13559322033898305,</a:t>
            </a:r>
          </a:p>
          <a:p>
            <a:r>
              <a:t>            "roc_auc": 0.6539358635455665,</a:t>
            </a:r>
          </a:p>
          <a:p>
            <a:r>
              <a:t>            "row_count": 1535,</a:t>
            </a:r>
          </a:p>
          <a:p>
            <a:r>
              <a:t>            "threshold": 0.62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0.7164276401564538,</a:t>
            </a:r>
          </a:p>
          <a:p>
            <a:r>
              <a:t>            "auc_prc": 0.2926457686956398,</a:t>
            </a:r>
          </a:p>
          <a:p>
            <a:r>
              <a:t>            "average_precision": 0.2922554808295055,</a:t>
            </a:r>
          </a:p>
          <a:p>
            <a:r>
              <a:t>            "balanced_accuracy": 0.6535633484162896,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981,</a:t>
            </a:r>
          </a:p>
          <a:p>
            <a:r>
              <a:t>                345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90,</a:t>
            </a:r>
          </a:p>
          <a:p>
            <a:r>
              <a:t>                118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0.35171385991058124,</a:t>
            </a:r>
          </a:p>
          <a:p>
            <a:r>
              <a:t>            "positive_count": 208,</a:t>
            </a:r>
          </a:p>
          <a:p>
            <a:r>
              <a:t>            "positive_rate": 0.13559322033898305,</a:t>
            </a:r>
          </a:p>
          <a:p>
            <a:r>
              <a:t>            "precision": 0.2548596112311015,</a:t>
            </a:r>
          </a:p>
          <a:p>
            <a:r>
              <a:t>            "recall": 0.5673076923076923,</a:t>
            </a:r>
          </a:p>
          <a:p>
            <a:r>
              <a:t>            "roc_auc": 0.6883266620257571,</a:t>
            </a:r>
          </a:p>
          <a:p>
            <a:r>
              <a:t>            "row_count": 1534,</a:t>
            </a:r>
          </a:p>
          <a:p>
            <a:r>
              <a:t>            "threshold": 0.62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"Apache",</a:t>
            </a:r>
          </a:p>
          <a:p>
            <a:r>
              <a:t>        "level": 10,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"Tasks/task-summaries/validate-refactored-model-per-dataset-20260927-134055/artifacts/cluster-run/apache/results/model/words_10/RF/refactored/metrics.json",</a:t>
            </a:r>
          </a:p>
          <a:p>
            <a:r>
              <a:t>        "blob_sha1": "c1170ea74c28452d30217bc1eb8325d6e28a0b4b",</a:t>
            </a:r>
          </a:p>
          <a:p>
            <a:r>
              <a:t>        "sha256": "50f781ae94a884d8f460f37aa36078d617f4843744cb4160c9bd34c514c2b332",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0.8364820846905537,</a:t>
            </a:r>
          </a:p>
          <a:p>
            <a:r>
              <a:t>            "auc_prc": 0.12796827977698227,</a:t>
            </a:r>
          </a:p>
          <a:p>
            <a:r>
              <a:t>            "average_precision": 0.13125600118277442,</a:t>
            </a:r>
          </a:p>
          <a:p>
            <a:r>
              <a:t>            "balanced_accuracy": 0.5618339054818607,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1256,</a:t>
            </a:r>
          </a:p>
          <a:p>
            <a:r>
              <a:t>                161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90,</a:t>
            </a:r>
          </a:p>
          <a:p>
            <a:r>
              <a:t>                28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0.1824104234527687,</a:t>
            </a:r>
          </a:p>
          <a:p>
            <a:r>
              <a:t>            "positive_count": 118,</a:t>
            </a:r>
          </a:p>
          <a:p>
            <a:r>
              <a:t>            "positive_rate": 0.07687296416938111,</a:t>
            </a:r>
          </a:p>
          <a:p>
            <a:r>
              <a:t>            "precision": 0.14814814814814814,</a:t>
            </a:r>
          </a:p>
          <a:p>
            <a:r>
              <a:t>            "recall": 0.23728813559322035,</a:t>
            </a:r>
          </a:p>
          <a:p>
            <a:r>
              <a:t>            "roc_auc": 0.6657685728981018,</a:t>
            </a:r>
          </a:p>
          <a:p>
            <a:r>
              <a:t>            "row_count": 1535,</a:t>
            </a:r>
          </a:p>
          <a:p>
            <a:r>
              <a:t>            "threshold": 0.4799999999999999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0.6929595827900913,</a:t>
            </a:r>
          </a:p>
          <a:p>
            <a:r>
              <a:t>            "auc_prc": 0.26783611844551847,</a:t>
            </a:r>
          </a:p>
          <a:p>
            <a:r>
              <a:t>            "average_precision": 0.2719209091580078,</a:t>
            </a:r>
          </a:p>
          <a:p>
            <a:r>
              <a:t>            "balanced_accuracy": 0.6582296380090498,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936,</a:t>
            </a:r>
          </a:p>
          <a:p>
            <a:r>
              <a:t>                390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81,</a:t>
            </a:r>
          </a:p>
          <a:p>
            <a:r>
              <a:t>                127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0.3503448275862069,</a:t>
            </a:r>
          </a:p>
          <a:p>
            <a:r>
              <a:t>            "positive_count": 208,</a:t>
            </a:r>
          </a:p>
          <a:p>
            <a:r>
              <a:t>            "positive_rate": 0.13559322033898305,</a:t>
            </a:r>
          </a:p>
          <a:p>
            <a:r>
              <a:t>            "precision": 0.24564796905222436,</a:t>
            </a:r>
          </a:p>
          <a:p>
            <a:r>
              <a:t>            "recall": 0.6105769230769231,</a:t>
            </a:r>
          </a:p>
          <a:p>
            <a:r>
              <a:t>            "roc_auc": 0.7062793682561782,</a:t>
            </a:r>
          </a:p>
          <a:p>
            <a:r>
              <a:t>            "row_count": 1534,</a:t>
            </a:r>
          </a:p>
          <a:p>
            <a:r>
              <a:t>            "threshold": 0.4799999999999999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"modernbert",</a:t>
            </a:r>
          </a:p>
          <a:p>
            <a:r>
              <a:t>          "test": {</a:t>
            </a:r>
          </a:p>
          <a:p>
            <a:r>
              <a:t>            "accuracy": 0.9029315960912052,</a:t>
            </a:r>
          </a:p>
          <a:p>
            <a:r>
              <a:t>            "auc_prc": 0.09410919991815059,</a:t>
            </a:r>
          </a:p>
          <a:p>
            <a:r>
              <a:t>            "average_precision": 0.09570694286412822,</a:t>
            </a:r>
          </a:p>
          <a:p>
            <a:r>
              <a:t>            "balanced_accuracy": 0.49294582730284797,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1385,</a:t>
            </a:r>
          </a:p>
          <a:p>
            <a:r>
              <a:t>                32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117,</a:t>
            </a:r>
          </a:p>
          <a:p>
            <a:r>
              <a:t>                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0.013245033112582781,</a:t>
            </a:r>
          </a:p>
          <a:p>
            <a:r>
              <a:t>            "positive_count": 118,</a:t>
            </a:r>
          </a:p>
          <a:p>
            <a:r>
              <a:t>            "positive_rate": 0.07687296416938111,</a:t>
            </a:r>
          </a:p>
          <a:p>
            <a:r>
              <a:t>            "precision": 0.030303030303030304,</a:t>
            </a:r>
          </a:p>
          <a:p>
            <a:r>
              <a:t>            "recall": 0.00847457627118644,</a:t>
            </a:r>
          </a:p>
          <a:p>
            <a:r>
              <a:t>            "roc_auc": 0.5969223592454816,</a:t>
            </a:r>
          </a:p>
          <a:p>
            <a:r>
              <a:t>            "row_count": 1535,</a:t>
            </a:r>
          </a:p>
          <a:p>
            <a:r>
              <a:t>            "threshold": 0.09999999999999999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0.923127035830619,</a:t>
            </a:r>
          </a:p>
          <a:p>
            <a:r>
              <a:t>            "auc_prc": 0.09038681148359222,</a:t>
            </a:r>
          </a:p>
          <a:p>
            <a:r>
              <a:t>            "average_precision": 0.09210136697310442,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1417,</a:t>
            </a:r>
          </a:p>
          <a:p>
            <a:r>
              <a:t>                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118,</a:t>
            </a:r>
          </a:p>
          <a:p>
            <a:r>
              <a:t>                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0.0,</a:t>
            </a:r>
          </a:p>
          <a:p>
            <a:r>
              <a:t>            "positive_count": 118,</a:t>
            </a:r>
          </a:p>
          <a:p>
            <a:r>
              <a:t>            "positive_rate": 0.07687296416938111,</a:t>
            </a:r>
          </a:p>
          <a:p>
            <a:r>
              <a:t>            "precision": 0.0,</a:t>
            </a:r>
          </a:p>
          <a:p>
            <a:r>
              <a:t>            "recall": 0.0,</a:t>
            </a:r>
          </a:p>
          <a:p>
            <a:r>
              <a:t>            "roc_auc": 0.5837469947250696,</a:t>
            </a:r>
          </a:p>
          <a:p>
            <a:r>
              <a:t>            "row_count": 1535,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0.08469055374592833,</a:t>
            </a:r>
          </a:p>
          <a:p>
            <a:r>
              <a:t>            "auc_prc": 0.07569953996590646,</a:t>
            </a:r>
          </a:p>
          <a:p>
            <a:r>
              <a:t>            "average_precision": 0.07704236095018938,</a:t>
            </a:r>
          </a:p>
          <a:p>
            <a:r>
              <a:t>            "balanced_accuracy": 0.4925810078585696,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15,</a:t>
            </a:r>
          </a:p>
          <a:p>
            <a:r>
              <a:t>                1402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3,</a:t>
            </a:r>
          </a:p>
          <a:p>
            <a:r>
              <a:t>                115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0.1406727828746177,</a:t>
            </a:r>
          </a:p>
          <a:p>
            <a:r>
              <a:t>            "positive_count": 118,</a:t>
            </a:r>
          </a:p>
          <a:p>
            <a:r>
              <a:t>            "positive_rate": 0.07687296416938111,</a:t>
            </a:r>
          </a:p>
          <a:p>
            <a:r>
              <a:t>            "precision": 0.07580751483190508,</a:t>
            </a:r>
          </a:p>
          <a:p>
            <a:r>
              <a:t>            "recall": 0.9745762711864406,</a:t>
            </a:r>
          </a:p>
          <a:p>
            <a:r>
              <a:t>            "roc_auc": 0.5000717677595301,</a:t>
            </a:r>
          </a:p>
          <a:p>
            <a:r>
              <a:t>            "row_count": 1535,</a:t>
            </a:r>
          </a:p>
          <a:p>
            <a:r>
              <a:t>            "threshold": 0.4499999999999999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15,</a:t>
            </a:r>
          </a:p>
          <a:p>
            <a:r>
              <a:t>      "old_validation": {</a:t>
            </a:r>
          </a:p>
          <a:p>
            <a:r>
              <a:t>        "project": "Apache",</a:t>
            </a:r>
          </a:p>
          <a:p>
            <a:r>
              <a:t>        "level": 15,</a:t>
            </a:r>
          </a:p>
          <a:p>
            <a:r>
              <a:t>        "model": "XGboost",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"Tasks/task-summaries/validate-refactored-model-per-dataset-20260927-134055/artifacts/cluster-run/apache/results/model/words_15/XGboost/refactored/metrics.json",</a:t>
            </a:r>
          </a:p>
          <a:p>
            <a:r>
              <a:t>        "blob_sha1": "1169c5ae416178c77126a4a385d2e59f935fc4ad",</a:t>
            </a:r>
          </a:p>
          <a:p>
            <a:r>
              <a:t>        "sha256": "667ae8f6ec1b74fc8436cf14d943a609a480621d7ea5a03bd3e71f5b20010c96",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0.9114006514657981,</a:t>
            </a:r>
          </a:p>
          <a:p>
            <a:r>
              <a:t>            "auc_prc": 0.0964500311122774,</a:t>
            </a:r>
          </a:p>
          <a:p>
            <a:r>
              <a:t>            "average_precision": 0.09971765671814088,</a:t>
            </a:r>
          </a:p>
          <a:p>
            <a:r>
              <a:t>            "balanced_accuracy": 0.533547302460645,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1390,</a:t>
            </a:r>
          </a:p>
          <a:p>
            <a:r>
              <a:t>                64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72,</a:t>
            </a:r>
          </a:p>
          <a:p>
            <a:r>
              <a:t>                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0.11688311688311688,</a:t>
            </a:r>
          </a:p>
          <a:p>
            <a:r>
              <a:t>            "positive_count": 81,</a:t>
            </a:r>
          </a:p>
          <a:p>
            <a:r>
              <a:t>            "positive_rate": 0.05276872964169381,</a:t>
            </a:r>
          </a:p>
          <a:p>
            <a:r>
              <a:t>            "precision": 0.1232876712328767,</a:t>
            </a:r>
          </a:p>
          <a:p>
            <a:r>
              <a:t>            "recall": 0.1111111111111111,</a:t>
            </a:r>
          </a:p>
          <a:p>
            <a:r>
              <a:t>            "roc_auc": 0.7046164688301323,</a:t>
            </a:r>
          </a:p>
          <a:p>
            <a:r>
              <a:t>            "row_count": 1535,</a:t>
            </a:r>
          </a:p>
          <a:p>
            <a:r>
              <a:t>            "threshold": 0.62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0.8663624511082139,</a:t>
            </a:r>
          </a:p>
          <a:p>
            <a:r>
              <a:t>            "auc_prc": 0.3081607505823212,</a:t>
            </a:r>
          </a:p>
          <a:p>
            <a:r>
              <a:t>            "average_precision": 0.30808895495862954,</a:t>
            </a:r>
          </a:p>
          <a:p>
            <a:r>
              <a:t>            "balanced_accuracy": 0.6239745888394537,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1277,</a:t>
            </a:r>
          </a:p>
          <a:p>
            <a:r>
              <a:t>                92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113,</a:t>
            </a:r>
          </a:p>
          <a:p>
            <a:r>
              <a:t>                52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0.3365695792880259,</a:t>
            </a:r>
          </a:p>
          <a:p>
            <a:r>
              <a:t>            "positive_count": 165,</a:t>
            </a:r>
          </a:p>
          <a:p>
            <a:r>
              <a:t>            "positive_rate": 0.1075619295958279,</a:t>
            </a:r>
          </a:p>
          <a:p>
            <a:r>
              <a:t>            "precision": 0.3611111111111111,</a:t>
            </a:r>
          </a:p>
          <a:p>
            <a:r>
              <a:t>            "recall": 0.3151515151515151,</a:t>
            </a:r>
          </a:p>
          <a:p>
            <a:r>
              <a:t>            "roc_auc": 0.7443167983708524,</a:t>
            </a:r>
          </a:p>
          <a:p>
            <a:r>
              <a:t>            "row_count": 1534,</a:t>
            </a:r>
          </a:p>
          <a:p>
            <a:r>
              <a:t>            "threshold": 0.62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"Apache",</a:t>
            </a:r>
          </a:p>
          <a:p>
            <a:r>
              <a:t>        "level": 15,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"Tasks/task-summaries/validate-refactored-model-per-dataset-20260927-134055/artifacts/cluster-run/apache/results/model/words_15/RF/baseline/metrics.json",</a:t>
            </a:r>
          </a:p>
          <a:p>
            <a:r>
              <a:t>        "blob_sha1": "f65dbd413dac4a2a38000e3a515b2a5695247691",</a:t>
            </a:r>
          </a:p>
          <a:p>
            <a:r>
              <a:t>        "sha256": "8d4375788ab5ede3efc27b2c8f622ace443d1bb5557dcb6ab9e6b4b7c3723def",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0.9472312703583062,</a:t>
            </a:r>
          </a:p>
          <a:p>
            <a:r>
              <a:t>            "auc_prc": 0.11081690423718996,</a:t>
            </a:r>
          </a:p>
          <a:p>
            <a:r>
              <a:t>            "average_precision": 0.11742689360368327,</a:t>
            </a:r>
          </a:p>
          <a:p>
            <a:r>
              <a:t>            "balanced_accuracy": 0.5058289605515649,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1453,</a:t>
            </a:r>
          </a:p>
          <a:p>
            <a:r>
              <a:t>                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80,</a:t>
            </a:r>
          </a:p>
          <a:p>
            <a:r>
              <a:t>                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0.024096385542168672,</a:t>
            </a:r>
          </a:p>
          <a:p>
            <a:r>
              <a:t>            "positive_count": 81,</a:t>
            </a:r>
          </a:p>
          <a:p>
            <a:r>
              <a:t>            "positive_rate": 0.05276872964169381,</a:t>
            </a:r>
          </a:p>
          <a:p>
            <a:r>
              <a:t>            "precision": 0.5,</a:t>
            </a:r>
          </a:p>
          <a:p>
            <a:r>
              <a:t>            "recall": 0.012345679012345678,</a:t>
            </a:r>
          </a:p>
          <a:p>
            <a:r>
              <a:t>            "roc_auc": 0.6962020479902186,</a:t>
            </a:r>
          </a:p>
          <a:p>
            <a:r>
              <a:t>            "row_count": 1535,</a:t>
            </a:r>
          </a:p>
          <a:p>
            <a:r>
              <a:t>            "threshold": 0.19999999999999996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0.7229465449804433,</a:t>
            </a:r>
          </a:p>
          <a:p>
            <a:r>
              <a:t>            "auc_prc": 0.21658891799409033,</a:t>
            </a:r>
          </a:p>
          <a:p>
            <a:r>
              <a:t>            "average_precision": 0.2183252306978305,</a:t>
            </a:r>
          </a:p>
          <a:p>
            <a:r>
              <a:t>            "balanced_accuracy": 0.6742125417801093,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1008,</a:t>
            </a:r>
          </a:p>
          <a:p>
            <a:r>
              <a:t>                361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64,</a:t>
            </a:r>
          </a:p>
          <a:p>
            <a:r>
              <a:t>                101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0.32216905901116427,</a:t>
            </a:r>
          </a:p>
          <a:p>
            <a:r>
              <a:t>            "positive_count": 165,</a:t>
            </a:r>
          </a:p>
          <a:p>
            <a:r>
              <a:t>            "positive_rate": 0.1075619295958279,</a:t>
            </a:r>
          </a:p>
          <a:p>
            <a:r>
              <a:t>            "precision": 0.21861471861471862,</a:t>
            </a:r>
          </a:p>
          <a:p>
            <a:r>
              <a:t>            "recall": 0.6121212121212121,</a:t>
            </a:r>
          </a:p>
          <a:p>
            <a:r>
              <a:t>            "roc_auc": 0.7062465413816765,</a:t>
            </a:r>
          </a:p>
          <a:p>
            <a:r>
              <a:t>            "row_count": 1534,</a:t>
            </a:r>
          </a:p>
          <a:p>
            <a:r>
              <a:t>            "threshold": 0.19999999999999996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"modernbert",</a:t>
            </a:r>
          </a:p>
          <a:p>
            <a:r>
              <a:t>          "test": {</a:t>
            </a:r>
          </a:p>
          <a:p>
            <a:r>
              <a:t>            "accuracy": 0.9433224755700326,</a:t>
            </a:r>
          </a:p>
          <a:p>
            <a:r>
              <a:t>            "auc_prc": 0.08211185457783239,</a:t>
            </a:r>
          </a:p>
          <a:p>
            <a:r>
              <a:t>            "average_precision": 0.08426775786553185,</a:t>
            </a:r>
          </a:p>
          <a:p>
            <a:r>
              <a:t>            "balanced_accuracy": 0.49793672627235214,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1448,</a:t>
            </a:r>
          </a:p>
          <a:p>
            <a:r>
              <a:t>                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81,</a:t>
            </a:r>
          </a:p>
          <a:p>
            <a:r>
              <a:t>                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0.0,</a:t>
            </a:r>
          </a:p>
          <a:p>
            <a:r>
              <a:t>            "positive_count": 81,</a:t>
            </a:r>
          </a:p>
          <a:p>
            <a:r>
              <a:t>            "positive_rate": 0.05276872964169381,</a:t>
            </a:r>
          </a:p>
          <a:p>
            <a:r>
              <a:t>            "precision": 0.0,</a:t>
            </a:r>
          </a:p>
          <a:p>
            <a:r>
              <a:t>            "recall": 0.0,</a:t>
            </a:r>
          </a:p>
          <a:p>
            <a:r>
              <a:t>            "roc_auc": 0.6636778915550121,</a:t>
            </a:r>
          </a:p>
          <a:p>
            <a:r>
              <a:t>            "row_count": 1535,</a:t>
            </a:r>
          </a:p>
          <a:p>
            <a:r>
              <a:t>            "threshold": 0.12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0.9433224755700326,</a:t>
            </a:r>
          </a:p>
          <a:p>
            <a:r>
              <a:t>            "auc_prc": 0.08247331442498747,</a:t>
            </a:r>
          </a:p>
          <a:p>
            <a:r>
              <a:t>            "average_precision": 0.0847255890616574,</a:t>
            </a:r>
          </a:p>
          <a:p>
            <a:r>
              <a:t>            "balanced_accuracy": 0.49793672627235214,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1448,</a:t>
            </a:r>
          </a:p>
          <a:p>
            <a:r>
              <a:t>                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81,</a:t>
            </a:r>
          </a:p>
          <a:p>
            <a:r>
              <a:t>                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0.0,</a:t>
            </a:r>
          </a:p>
          <a:p>
            <a:r>
              <a:t>            "positive_count": 81,</a:t>
            </a:r>
          </a:p>
          <a:p>
            <a:r>
              <a:t>            "positive_rate": 0.05276872964169381,</a:t>
            </a:r>
          </a:p>
          <a:p>
            <a:r>
              <a:t>            "precision": 0.0,</a:t>
            </a:r>
          </a:p>
          <a:p>
            <a:r>
              <a:t>            "recall": 0.0,</a:t>
            </a:r>
          </a:p>
          <a:p>
            <a:r>
              <a:t>            "roc_auc": 0.6681016183537962,</a:t>
            </a:r>
          </a:p>
          <a:p>
            <a:r>
              <a:t>            "row_count": 1535,</a:t>
            </a:r>
          </a:p>
          <a:p>
            <a:r>
              <a:t>            "threshold": 0.12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0.057980456026058634,</a:t>
            </a:r>
          </a:p>
          <a:p>
            <a:r>
              <a:t>            "auc_prc": 0.049411930936155375,</a:t>
            </a:r>
          </a:p>
          <a:p>
            <a:r>
              <a:t>            "average_precision": 0.05072813308457993,</a:t>
            </a:r>
          </a:p>
          <a:p>
            <a:r>
              <a:t>            "balanced_accuracy": 0.4852641499821692,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11,</a:t>
            </a:r>
          </a:p>
          <a:p>
            <a:r>
              <a:t>                1443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3,</a:t>
            </a:r>
          </a:p>
          <a:p>
            <a:r>
              <a:t>                78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0.09737827715355805,</a:t>
            </a:r>
          </a:p>
          <a:p>
            <a:r>
              <a:t>            "positive_count": 81,</a:t>
            </a:r>
          </a:p>
          <a:p>
            <a:r>
              <a:t>            "positive_rate": 0.05276872964169381,</a:t>
            </a:r>
          </a:p>
          <a:p>
            <a:r>
              <a:t>            "precision": 0.05128205128205128,</a:t>
            </a:r>
          </a:p>
          <a:p>
            <a:r>
              <a:t>            "recall": 0.9629629629629629,</a:t>
            </a:r>
          </a:p>
          <a:p>
            <a:r>
              <a:t>            "roc_auc": 0.47802571025863094,</a:t>
            </a:r>
          </a:p>
          <a:p>
            <a:r>
              <a:t>            "row_count": 1535,</a:t>
            </a:r>
          </a:p>
          <a:p>
            <a:r>
              <a:t>            "threshold": 0.41999999999999993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"Apache",</a:t>
            </a:r>
          </a:p>
          <a:p>
            <a:r>
              <a:t>      "level": 20,</a:t>
            </a:r>
          </a:p>
          <a:p>
            <a:r>
              <a:t>      "old_validation": {</a:t>
            </a:r>
          </a:p>
          <a:p>
            <a:r>
              <a:t>        "project": "Apache",</a:t>
            </a:r>
          </a:p>
          <a:p>
            <a:r>
              <a:t>        "level": 20,</a:t>
            </a:r>
          </a:p>
          <a:p>
            <a:r>
              <a:t>        "model": "XGboost",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"Tasks/task-summaries/validate-refactored-model-per-dataset-20260927-134055/artifacts/cluster-run/apache/results/model/words_20/XGboost/refactored/metrics.json",</a:t>
            </a:r>
          </a:p>
          <a:p>
            <a:r>
              <a:t>        "blob_sha1": "febb4d9e79db1f785f748c5e5d567513e5a02562",</a:t>
            </a:r>
          </a:p>
          <a:p>
            <a:r>
              <a:t>        "sha256": "003546cedc8c22faed4591cdd526a878ad6de2307d7fbc2db390a3b27d2debd3",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0.9250814332247557,</a:t>
            </a:r>
          </a:p>
          <a:p>
            <a:r>
              <a:t>            "auc_prc": 0.07660777122663817,</a:t>
            </a:r>
          </a:p>
          <a:p>
            <a:r>
              <a:t>            "average_precision": 0.07979742460932318,</a:t>
            </a:r>
          </a:p>
          <a:p>
            <a:r>
              <a:t>            "balanced_accuracy": 0.5298447476000184,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1414,</a:t>
            </a:r>
          </a:p>
          <a:p>
            <a:r>
              <a:t>                62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53,</a:t>
            </a:r>
          </a:p>
          <a:p>
            <a:r>
              <a:t>                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0.09448818897637795,</a:t>
            </a:r>
          </a:p>
          <a:p>
            <a:r>
              <a:t>            "positive_count": 59,</a:t>
            </a:r>
          </a:p>
          <a:p>
            <a:r>
              <a:t>            "positive_rate": 0.038436482084690554,</a:t>
            </a:r>
          </a:p>
          <a:p>
            <a:r>
              <a:t>            "precision": 0.08823529411764706,</a:t>
            </a:r>
          </a:p>
          <a:p>
            <a:r>
              <a:t>            "recall": 0.1016949152542373,</a:t>
            </a:r>
          </a:p>
          <a:p>
            <a:r>
              <a:t>            "roc_auc": 0.7377761701345827,</a:t>
            </a:r>
          </a:p>
          <a:p>
            <a:r>
              <a:t>            "row_count": 1535,</a:t>
            </a:r>
          </a:p>
          <a:p>
            <a:r>
              <a:t>            "threshold": 0.61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0.7301173402868318,</a:t>
            </a:r>
          </a:p>
          <a:p>
            <a:r>
              <a:t>            "auc_prc": 0.3068493268823628,</a:t>
            </a:r>
          </a:p>
          <a:p>
            <a:r>
              <a:t>            "average_precision": 0.30257107842333564,</a:t>
            </a:r>
          </a:p>
          <a:p>
            <a:r>
              <a:t>            "balanced_accuracy": 0.6842034706189022,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1029,</a:t>
            </a:r>
          </a:p>
          <a:p>
            <a:r>
              <a:t>                360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54,</a:t>
            </a:r>
          </a:p>
          <a:p>
            <a:r>
              <a:t>                91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0.3053691275167785,</a:t>
            </a:r>
          </a:p>
          <a:p>
            <a:r>
              <a:t>            "positive_count": 145,</a:t>
            </a:r>
          </a:p>
          <a:p>
            <a:r>
              <a:t>            "positive_rate": 0.09452411994784876,</a:t>
            </a:r>
          </a:p>
          <a:p>
            <a:r>
              <a:t>            "precision": 0.2017738359201774,</a:t>
            </a:r>
          </a:p>
          <a:p>
            <a:r>
              <a:t>            "recall": 0.6275862068965518,</a:t>
            </a:r>
          </a:p>
          <a:p>
            <a:r>
              <a:t>            "roc_auc": 0.754849680991038,</a:t>
            </a:r>
          </a:p>
          <a:p>
            <a:r>
              <a:t>            "row_count": 1534,</a:t>
            </a:r>
          </a:p>
          <a:p>
            <a:r>
              <a:t>            "threshold": 0.61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"Apache",</a:t>
            </a:r>
          </a:p>
          <a:p>
            <a:r>
              <a:t>        "level": 20,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"Tasks/task-summaries/validate-refactored-model-per-dataset-20260927-134055/artifacts/cluster-run/apache/results/model/words_20/RF/refactored/metrics.json",</a:t>
            </a:r>
          </a:p>
          <a:p>
            <a:r>
              <a:t>        "blob_sha1": "a2df466070207ed333801ce21311f541c88045a3",</a:t>
            </a:r>
          </a:p>
          <a:p>
            <a:r>
              <a:t>        "sha256": "fb5afdaec5e174dd23672f32a7ad02b49a4244c47e9e1ac979eb3f68242abac2",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0.7830618892508143,</a:t>
            </a:r>
          </a:p>
          <a:p>
            <a:r>
              <a:t>            "auc_prc": 0.07748319590206003,</a:t>
            </a:r>
          </a:p>
          <a:p>
            <a:r>
              <a:t>            "average_precision": 0.08015705622111027,</a:t>
            </a:r>
          </a:p>
          <a:p>
            <a:r>
              <a:t>            "balanced_accuracy": 0.6187129667906849,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1176,</a:t>
            </a:r>
          </a:p>
          <a:p>
            <a:r>
              <a:t>                300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33,</a:t>
            </a:r>
          </a:p>
          <a:p>
            <a:r>
              <a:t>                26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0.13506493506493505,</a:t>
            </a:r>
          </a:p>
          <a:p>
            <a:r>
              <a:t>            "positive_count": 59,</a:t>
            </a:r>
          </a:p>
          <a:p>
            <a:r>
              <a:t>            "positive_rate": 0.038436482084690554,</a:t>
            </a:r>
          </a:p>
          <a:p>
            <a:r>
              <a:t>            "precision": 0.07975460122699386,</a:t>
            </a:r>
          </a:p>
          <a:p>
            <a:r>
              <a:t>            "recall": 0.4406779661016949,</a:t>
            </a:r>
          </a:p>
          <a:p>
            <a:r>
              <a:t>            "roc_auc": 0.7477378163612145,</a:t>
            </a:r>
          </a:p>
          <a:p>
            <a:r>
              <a:t>            "row_count": 1535,</a:t>
            </a:r>
          </a:p>
          <a:p>
            <a:r>
              <a:t>            "threshold": 0.4099999999999999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0.6584093872229465,</a:t>
            </a:r>
          </a:p>
          <a:p>
            <a:r>
              <a:t>            "auc_prc": 0.17910544163005188,</a:t>
            </a:r>
          </a:p>
          <a:p>
            <a:r>
              <a:t>            "average_precision": 0.1819615387364804,</a:t>
            </a:r>
          </a:p>
          <a:p>
            <a:r>
              <a:t>            "balanced_accuracy": 0.6940195129217249,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903,</a:t>
            </a:r>
          </a:p>
          <a:p>
            <a:r>
              <a:t>                486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38,</a:t>
            </a:r>
          </a:p>
          <a:p>
            <a:r>
              <a:t>                107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0.28997289972899726,</a:t>
            </a:r>
          </a:p>
          <a:p>
            <a:r>
              <a:t>            "positive_count": 145,</a:t>
            </a:r>
          </a:p>
          <a:p>
            <a:r>
              <a:t>            "positive_rate": 0.09452411994784876,</a:t>
            </a:r>
          </a:p>
          <a:p>
            <a:r>
              <a:t>            "precision": 0.18043844856661045,</a:t>
            </a:r>
          </a:p>
          <a:p>
            <a:r>
              <a:t>            "recall": 0.7379310344827587,</a:t>
            </a:r>
          </a:p>
          <a:p>
            <a:r>
              <a:t>            "roc_auc": 0.7198927534073136,</a:t>
            </a:r>
          </a:p>
          <a:p>
            <a:r>
              <a:t>            "row_count": 1534,</a:t>
            </a:r>
          </a:p>
          <a:p>
            <a:r>
              <a:t>            "threshold": 0.4099999999999999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"modernbert",</a:t>
            </a:r>
          </a:p>
          <a:p>
            <a:r>
              <a:t>          "test": {</a:t>
            </a:r>
          </a:p>
          <a:p>
            <a:r>
              <a:t>            "accuracy": 0.9596091205211726,</a:t>
            </a:r>
          </a:p>
          <a:p>
            <a:r>
              <a:t>            "auc_prc": 0.057819063834194794,</a:t>
            </a:r>
          </a:p>
          <a:p>
            <a:r>
              <a:t>            "average_precision": 0.05994170814833726,</a:t>
            </a:r>
          </a:p>
          <a:p>
            <a:r>
              <a:t>            "balanced_accuracy": 0.49898373983739835,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1473,</a:t>
            </a:r>
          </a:p>
          <a:p>
            <a:r>
              <a:t>                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59,</a:t>
            </a:r>
          </a:p>
          <a:p>
            <a:r>
              <a:t>                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0.0,</a:t>
            </a:r>
          </a:p>
          <a:p>
            <a:r>
              <a:t>            "positive_count": 59,</a:t>
            </a:r>
          </a:p>
          <a:p>
            <a:r>
              <a:t>            "positive_rate": 0.038436482084690554,</a:t>
            </a:r>
          </a:p>
          <a:p>
            <a:r>
              <a:t>            "precision": 0.0,</a:t>
            </a:r>
          </a:p>
          <a:p>
            <a:r>
              <a:t>            "recall": 0.0,</a:t>
            </a:r>
          </a:p>
          <a:p>
            <a:r>
              <a:t>            "roc_auc": 0.6668159478204951,</a:t>
            </a:r>
          </a:p>
          <a:p>
            <a:r>
              <a:t>            "row_count": 1535,</a:t>
            </a:r>
          </a:p>
          <a:p>
            <a:r>
              <a:t>            "threshold": 0.10999999999999999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0.9583061889250815,</a:t>
            </a:r>
          </a:p>
          <a:p>
            <a:r>
              <a:t>            "auc_prc": 0.06228949850870753,</a:t>
            </a:r>
          </a:p>
          <a:p>
            <a:r>
              <a:t>            "average_precision": 0.06478682900152835,</a:t>
            </a:r>
          </a:p>
          <a:p>
            <a:r>
              <a:t>            "balanced_accuracy": 0.49830623306233063,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1471,</a:t>
            </a:r>
          </a:p>
          <a:p>
            <a:r>
              <a:t>                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59,</a:t>
            </a:r>
          </a:p>
          <a:p>
            <a:r>
              <a:t>                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0.0,</a:t>
            </a:r>
          </a:p>
          <a:p>
            <a:r>
              <a:t>            "positive_count": 59,</a:t>
            </a:r>
          </a:p>
          <a:p>
            <a:r>
              <a:t>            "positive_rate": 0.038436482084690554,</a:t>
            </a:r>
          </a:p>
          <a:p>
            <a:r>
              <a:t>            "precision": 0.0,</a:t>
            </a:r>
          </a:p>
          <a:p>
            <a:r>
              <a:t>            "recall": 0.0,</a:t>
            </a:r>
          </a:p>
          <a:p>
            <a:r>
              <a:t>            "roc_auc": 0.6896559643562538,</a:t>
            </a:r>
          </a:p>
          <a:p>
            <a:r>
              <a:t>            "row_count": 1535,</a:t>
            </a:r>
          </a:p>
          <a:p>
            <a:r>
              <a:t>            "threshold": 0.09999999999999999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0.04429967426710098,</a:t>
            </a:r>
          </a:p>
          <a:p>
            <a:r>
              <a:t>            "auc_prc": 0.03603498711000822,</a:t>
            </a:r>
          </a:p>
          <a:p>
            <a:r>
              <a:t>            "average_precision": 0.037412790594096426,</a:t>
            </a:r>
          </a:p>
          <a:p>
            <a:r>
              <a:t>            "balanced_accuracy": 0.4867771347204997,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11,</a:t>
            </a:r>
          </a:p>
          <a:p>
            <a:r>
              <a:t>                1465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2,</a:t>
            </a:r>
          </a:p>
          <a:p>
            <a:r>
              <a:t>                57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0.07210626185958253,</a:t>
            </a:r>
          </a:p>
          <a:p>
            <a:r>
              <a:t>            "positive_count": 59,</a:t>
            </a:r>
          </a:p>
          <a:p>
            <a:r>
              <a:t>            "positive_rate": 0.038436482084690554,</a:t>
            </a:r>
          </a:p>
          <a:p>
            <a:r>
              <a:t>            "precision": 0.03745072273324573,</a:t>
            </a:r>
          </a:p>
          <a:p>
            <a:r>
              <a:t>            "recall": 0.9661016949152542,</a:t>
            </a:r>
          </a:p>
          <a:p>
            <a:r>
              <a:t>            "roc_auc": 0.47090165816912405,</a:t>
            </a:r>
          </a:p>
          <a:p>
            <a:r>
              <a:t>            "row_count": 1535,</a:t>
            </a:r>
          </a:p>
          <a:p>
            <a:r>
              <a:t>            "threshold": 0.41999999999999993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5,</a:t>
            </a:r>
          </a:p>
          <a:p>
            <a:r>
              <a:t>      "old_validation": {</a:t>
            </a:r>
          </a:p>
          <a:p>
            <a:r>
              <a:t>        "project": "Hyperledger",</a:t>
            </a:r>
          </a:p>
          <a:p>
            <a:r>
              <a:t>        "level": 5,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"Tasks/task-summaries/validate-refactored-model-per-dataset-20260927-134055/artifacts/cluster-run/hyperledger/results/model/words_5/RF/refactored/metrics.json",</a:t>
            </a:r>
          </a:p>
          <a:p>
            <a:r>
              <a:t>        "blob_sha1": "855016f075de192c7171328d093a031a347e13a3",</a:t>
            </a:r>
          </a:p>
          <a:p>
            <a:r>
              <a:t>        "sha256": "9cfd9a0c6cddf6515532d952fa982eb734e5af6c98984f419abf325a760c6f2f",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0.5031120331950207,</a:t>
            </a:r>
          </a:p>
          <a:p>
            <a:r>
              <a:t>            "auc_prc": 0.260598376632622,</a:t>
            </a:r>
          </a:p>
          <a:p>
            <a:r>
              <a:t>            "average_precision": 0.2645629912456322,</a:t>
            </a:r>
          </a:p>
          <a:p>
            <a:r>
              <a:t>            "balanced_accuracy": 0.6298742501153669,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339,</a:t>
            </a:r>
          </a:p>
          <a:p>
            <a:r>
              <a:t>                449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30,</a:t>
            </a:r>
          </a:p>
          <a:p>
            <a:r>
              <a:t>                146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0.3787289234760052,</a:t>
            </a:r>
          </a:p>
          <a:p>
            <a:r>
              <a:t>            "positive_count": 176,</a:t>
            </a:r>
          </a:p>
          <a:p>
            <a:r>
              <a:t>            "positive_rate": 0.1825726141078838,</a:t>
            </a:r>
          </a:p>
          <a:p>
            <a:r>
              <a:t>            "precision": 0.2453781512605042,</a:t>
            </a:r>
          </a:p>
          <a:p>
            <a:r>
              <a:t>            "recall": 0.8295454545454546,</a:t>
            </a:r>
          </a:p>
          <a:p>
            <a:r>
              <a:t>            "roc_auc": 0.6588277284263959,</a:t>
            </a:r>
          </a:p>
          <a:p>
            <a:r>
              <a:t>            "row_count": 964,</a:t>
            </a:r>
          </a:p>
          <a:p>
            <a:r>
              <a:t>            "threshold": 0.3499999999999999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0.5524402907580478,</a:t>
            </a:r>
          </a:p>
          <a:p>
            <a:r>
              <a:t>            "auc_prc": 0.30672756650138605,</a:t>
            </a:r>
          </a:p>
          <a:p>
            <a:r>
              <a:t>            "average_precision": 0.3093047268199426,</a:t>
            </a:r>
          </a:p>
          <a:p>
            <a:r>
              <a:t>            "balanced_accuracy": 0.6687121629058889,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399,</a:t>
            </a:r>
          </a:p>
          <a:p>
            <a:r>
              <a:t>                406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25,</a:t>
            </a:r>
          </a:p>
          <a:p>
            <a:r>
              <a:t>                133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0.381635581061693,</a:t>
            </a:r>
          </a:p>
          <a:p>
            <a:r>
              <a:t>            "positive_count": 158,</a:t>
            </a:r>
          </a:p>
          <a:p>
            <a:r>
              <a:t>            "positive_rate": 0.1640706126687435,</a:t>
            </a:r>
          </a:p>
          <a:p>
            <a:r>
              <a:t>            "precision": 0.24675324675324675,</a:t>
            </a:r>
          </a:p>
          <a:p>
            <a:r>
              <a:t>            "recall": 0.8417721518987342,</a:t>
            </a:r>
          </a:p>
          <a:p>
            <a:r>
              <a:t>            "roc_auc": 0.6992373614277853,</a:t>
            </a:r>
          </a:p>
          <a:p>
            <a:r>
              <a:t>            "row_count": 963,</a:t>
            </a:r>
          </a:p>
          <a:p>
            <a:r>
              <a:t>            "threshold": 0.3499999999999999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"Hyperledger",</a:t>
            </a:r>
          </a:p>
          <a:p>
            <a:r>
              <a:t>        "level": 5,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"Tasks/task-summaries/validate-refactored-model-per-dataset-20260927-134055/artifacts/cluster-run/hyperledger/results/model/words_5/RF/baseline/metrics.json",</a:t>
            </a:r>
          </a:p>
          <a:p>
            <a:r>
              <a:t>        "blob_sha1": "ec57261b595a07230c6a8fd283ed3b5d360bc145",</a:t>
            </a:r>
          </a:p>
          <a:p>
            <a:r>
              <a:t>        "sha256": "a6c3a440c471602d7fd0168e3ca3ac662ab967b582d660b6df5710f2a155cd9b",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0.5010373443983402,</a:t>
            </a:r>
          </a:p>
          <a:p>
            <a:r>
              <a:t>            "auc_prc": 0.30379253716847443,</a:t>
            </a:r>
          </a:p>
          <a:p>
            <a:r>
              <a:t>            "average_precision": 0.30662823849600584,</a:t>
            </a:r>
          </a:p>
          <a:p>
            <a:r>
              <a:t>            "balanced_accuracy": 0.6308116059067835,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336,</a:t>
            </a:r>
          </a:p>
          <a:p>
            <a:r>
              <a:t>                452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29,</a:t>
            </a:r>
          </a:p>
          <a:p>
            <a:r>
              <a:t>                147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0.3793548387096774,</a:t>
            </a:r>
          </a:p>
          <a:p>
            <a:r>
              <a:t>            "positive_count": 176,</a:t>
            </a:r>
          </a:p>
          <a:p>
            <a:r>
              <a:t>            "positive_rate": 0.1825726141078838,</a:t>
            </a:r>
          </a:p>
          <a:p>
            <a:r>
              <a:t>            "precision": 0.24540901502504173,</a:t>
            </a:r>
          </a:p>
          <a:p>
            <a:r>
              <a:t>            "recall": 0.8352272727272727,</a:t>
            </a:r>
          </a:p>
          <a:p>
            <a:r>
              <a:t>            "roc_auc": 0.6811079545454546,</a:t>
            </a:r>
          </a:p>
          <a:p>
            <a:r>
              <a:t>            "row_count": 964,</a:t>
            </a:r>
          </a:p>
          <a:p>
            <a:r>
              <a:t>            "threshold": 0.13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0.5264797507788161,</a:t>
            </a:r>
          </a:p>
          <a:p>
            <a:r>
              <a:t>            "auc_prc": 0.2850995619772792,</a:t>
            </a:r>
          </a:p>
          <a:p>
            <a:r>
              <a:t>            "average_precision": 0.28862672933636546,</a:t>
            </a:r>
          </a:p>
          <a:p>
            <a:r>
              <a:t>            "balanced_accuracy": 0.6353801399481092,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381,</a:t>
            </a:r>
          </a:p>
          <a:p>
            <a:r>
              <a:t>                424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32,</a:t>
            </a:r>
          </a:p>
          <a:p>
            <a:r>
              <a:t>                126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0.35593220338983056,</a:t>
            </a:r>
          </a:p>
          <a:p>
            <a:r>
              <a:t>            "positive_count": 158,</a:t>
            </a:r>
          </a:p>
          <a:p>
            <a:r>
              <a:t>            "positive_rate": 0.1640706126687435,</a:t>
            </a:r>
          </a:p>
          <a:p>
            <a:r>
              <a:t>            "precision": 0.2290909090909091,</a:t>
            </a:r>
          </a:p>
          <a:p>
            <a:r>
              <a:t>            "recall": 0.7974683544303798,</a:t>
            </a:r>
          </a:p>
          <a:p>
            <a:r>
              <a:t>            "roc_auc": 0.682844563251828,</a:t>
            </a:r>
          </a:p>
          <a:p>
            <a:r>
              <a:t>            "row_count": 963,</a:t>
            </a:r>
          </a:p>
          <a:p>
            <a:r>
              <a:t>            "threshold": 0.13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0.6607883817427386,</a:t>
            </a:r>
          </a:p>
          <a:p>
            <a:r>
              <a:t>            "auc_prc": 0.24963297155306446,</a:t>
            </a:r>
          </a:p>
          <a:p>
            <a:r>
              <a:t>            "average_precision": 0.25214436120008654,</a:t>
            </a:r>
          </a:p>
          <a:p>
            <a:r>
              <a:t>            "balanced_accuracy": 0.6160013844023996,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541,</a:t>
            </a:r>
          </a:p>
          <a:p>
            <a:r>
              <a:t>                247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80,</a:t>
            </a:r>
          </a:p>
          <a:p>
            <a:r>
              <a:t>                96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0.3699421965317919,</a:t>
            </a:r>
          </a:p>
          <a:p>
            <a:r>
              <a:t>            "positive_count": 176,</a:t>
            </a:r>
          </a:p>
          <a:p>
            <a:r>
              <a:t>            "positive_rate": 0.1825726141078838,</a:t>
            </a:r>
          </a:p>
          <a:p>
            <a:r>
              <a:t>            "precision": 0.27988338192419826,</a:t>
            </a:r>
          </a:p>
          <a:p>
            <a:r>
              <a:t>            "recall": 0.5454545454545454,</a:t>
            </a:r>
          </a:p>
          <a:p>
            <a:r>
              <a:t>            "roc_auc": 0.6644734944623903,</a:t>
            </a:r>
          </a:p>
          <a:p>
            <a:r>
              <a:t>            "row_count": 964,</a:t>
            </a:r>
          </a:p>
          <a:p>
            <a:r>
              <a:t>            "threshold": 0.08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0.5591286307053942,</a:t>
            </a:r>
          </a:p>
          <a:p>
            <a:r>
              <a:t>            "auc_prc": 0.2554715431248812,</a:t>
            </a:r>
          </a:p>
          <a:p>
            <a:r>
              <a:t>            "average_precision": 0.2598397802051955,</a:t>
            </a:r>
          </a:p>
          <a:p>
            <a:r>
              <a:t>            "balanced_accuracy": 0.6288359483156438,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409,</a:t>
            </a:r>
          </a:p>
          <a:p>
            <a:r>
              <a:t>                379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46,</a:t>
            </a:r>
          </a:p>
          <a:p>
            <a:r>
              <a:t>                130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0.3795620437956204,</a:t>
            </a:r>
          </a:p>
          <a:p>
            <a:r>
              <a:t>            "positive_count": 176,</a:t>
            </a:r>
          </a:p>
          <a:p>
            <a:r>
              <a:t>            "positive_rate": 0.1825726141078838,</a:t>
            </a:r>
          </a:p>
          <a:p>
            <a:r>
              <a:t>            "precision": 0.2554027504911591,</a:t>
            </a:r>
          </a:p>
          <a:p>
            <a:r>
              <a:t>            "recall": 0.7386363636363636,</a:t>
            </a:r>
          </a:p>
          <a:p>
            <a:r>
              <a:t>            "roc_auc": 0.6560517131979695,</a:t>
            </a:r>
          </a:p>
          <a:p>
            <a:r>
              <a:t>            "row_count": 964,</a:t>
            </a:r>
          </a:p>
          <a:p>
            <a:r>
              <a:t>            "threshold": 0.07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0.1825726141078838,</a:t>
            </a:r>
          </a:p>
          <a:p>
            <a:r>
              <a:t>            "auc_prc": 0.18444664916440995,</a:t>
            </a:r>
          </a:p>
          <a:p>
            <a:r>
              <a:t>            "average_precision": 0.18750559724606125,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788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176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0.30877192982456136,</a:t>
            </a:r>
          </a:p>
          <a:p>
            <a:r>
              <a:t>            "positive_count": 176,</a:t>
            </a:r>
          </a:p>
          <a:p>
            <a:r>
              <a:t>            "positive_rate": 0.1825726141078838,</a:t>
            </a:r>
          </a:p>
          <a:p>
            <a:r>
              <a:t>            "precision": 0.1825726141078838,</a:t>
            </a:r>
          </a:p>
          <a:p>
            <a:r>
              <a:t>            "recall": 1.0,</a:t>
            </a:r>
          </a:p>
          <a:p>
            <a:r>
              <a:t>            "roc_auc": 0.4983019439317028,</a:t>
            </a:r>
          </a:p>
          <a:p>
            <a:r>
              <a:t>            "row_count": 964,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10,</a:t>
            </a:r>
          </a:p>
          <a:p>
            <a:r>
              <a:t>      "old_validation": {</a:t>
            </a:r>
          </a:p>
          <a:p>
            <a:r>
              <a:t>        "project": "Hyperledger",</a:t>
            </a:r>
          </a:p>
          <a:p>
            <a:r>
              <a:t>        "level": 10,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"Tasks/task-summaries/validate-refactored-model-per-dataset-20260927-134055/artifacts/cluster-run/hyperledger/results/model/words_10/RF/refactored/metrics.json",</a:t>
            </a:r>
          </a:p>
          <a:p>
            <a:r>
              <a:t>        "blob_sha1": "0e2e1c103e204c668907bcfd40cc39143cad4ab0",</a:t>
            </a:r>
          </a:p>
          <a:p>
            <a:r>
              <a:t>        "sha256": "89167e78e2da425505c9e17d96419206b742ce54e20b120708b683332a28a6ae",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0.7510373443983402,</a:t>
            </a:r>
          </a:p>
          <a:p>
            <a:r>
              <a:t>            "auc_prc": 0.22517241274150118,</a:t>
            </a:r>
          </a:p>
          <a:p>
            <a:r>
              <a:t>            "average_precision": 0.2286345797834445,</a:t>
            </a:r>
          </a:p>
          <a:p>
            <a:r>
              <a:t>            "balanced_accuracy": 0.5714677358555225,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679,</a:t>
            </a:r>
          </a:p>
          <a:p>
            <a:r>
              <a:t>                143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97,</a:t>
            </a:r>
          </a:p>
          <a:p>
            <a:r>
              <a:t>                45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0.27272727272727276,</a:t>
            </a:r>
          </a:p>
          <a:p>
            <a:r>
              <a:t>            "positive_count": 142,</a:t>
            </a:r>
          </a:p>
          <a:p>
            <a:r>
              <a:t>            "positive_rate": 0.14730290456431536,</a:t>
            </a:r>
          </a:p>
          <a:p>
            <a:r>
              <a:t>            "precision": 0.2393617021276596,</a:t>
            </a:r>
          </a:p>
          <a:p>
            <a:r>
              <a:t>            "recall": 0.31690140845070425,</a:t>
            </a:r>
          </a:p>
          <a:p>
            <a:r>
              <a:t>            "roc_auc": 0.6736917857510024,</a:t>
            </a:r>
          </a:p>
          <a:p>
            <a:r>
              <a:t>            "row_count": 964,</a:t>
            </a:r>
          </a:p>
          <a:p>
            <a:r>
              <a:t>            "threshold": 0.30999999999999994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0.7767393561786086,</a:t>
            </a:r>
          </a:p>
          <a:p>
            <a:r>
              <a:t>            "auc_prc": 0.2745489440136935,</a:t>
            </a:r>
          </a:p>
          <a:p>
            <a:r>
              <a:t>            "average_precision": 0.2797906726135129,</a:t>
            </a:r>
          </a:p>
          <a:p>
            <a:r>
              <a:t>            "balanced_accuracy": 0.6469806763285024,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685,</a:t>
            </a:r>
          </a:p>
          <a:p>
            <a:r>
              <a:t>                143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72,</a:t>
            </a:r>
          </a:p>
          <a:p>
            <a:r>
              <a:t>                63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0.36950146627565983,</a:t>
            </a:r>
          </a:p>
          <a:p>
            <a:r>
              <a:t>            "positive_count": 135,</a:t>
            </a:r>
          </a:p>
          <a:p>
            <a:r>
              <a:t>            "positive_rate": 0.14018691588785046,</a:t>
            </a:r>
          </a:p>
          <a:p>
            <a:r>
              <a:t>            "precision": 0.3058252427184466,</a:t>
            </a:r>
          </a:p>
          <a:p>
            <a:r>
              <a:t>            "recall": 0.4666666666666667,</a:t>
            </a:r>
          </a:p>
          <a:p>
            <a:r>
              <a:t>            "roc_auc": 0.737323313651816,</a:t>
            </a:r>
          </a:p>
          <a:p>
            <a:r>
              <a:t>            "row_count": 963,</a:t>
            </a:r>
          </a:p>
          <a:p>
            <a:r>
              <a:t>            "threshold": 0.30999999999999994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"Hyperledger",</a:t>
            </a:r>
          </a:p>
          <a:p>
            <a:r>
              <a:t>        "level": 10,</a:t>
            </a:r>
          </a:p>
          <a:p>
            <a:r>
              <a:t>        "model": "NN",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"Tasks/task-summaries/validate-refactored-model-per-dataset-20260927-134055/artifacts/cluster-run/hyperledger/results/model/words_10/NN/baseline/metrics.json",</a:t>
            </a:r>
          </a:p>
          <a:p>
            <a:r>
              <a:t>        "blob_sha1": "7136e5e2868431fa274d5616b879a18bc3b922a7",</a:t>
            </a:r>
          </a:p>
          <a:p>
            <a:r>
              <a:t>        "sha256": "9eb5950057da35846c8c0f3fb1c5a8aa8a1e23dce0e9843e7ab03d7ccadc82b3",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0.6908713692946058,</a:t>
            </a:r>
          </a:p>
          <a:p>
            <a:r>
              <a:t>            "auc_prc": 0.2912079198139399,</a:t>
            </a:r>
          </a:p>
          <a:p>
            <a:r>
              <a:t>            "average_precision": 0.29344891930621564,</a:t>
            </a:r>
          </a:p>
          <a:p>
            <a:r>
              <a:t>            "balanced_accuracy": 0.6177478496281827,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593,</a:t>
            </a:r>
          </a:p>
          <a:p>
            <a:r>
              <a:t>                229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69,</a:t>
            </a:r>
          </a:p>
          <a:p>
            <a:r>
              <a:t>                73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0.32882882882882886,</a:t>
            </a:r>
          </a:p>
          <a:p>
            <a:r>
              <a:t>            "positive_count": 142,</a:t>
            </a:r>
          </a:p>
          <a:p>
            <a:r>
              <a:t>            "positive_rate": 0.14730290456431536,</a:t>
            </a:r>
          </a:p>
          <a:p>
            <a:r>
              <a:t>            "precision": 0.24172185430463577,</a:t>
            </a:r>
          </a:p>
          <a:p>
            <a:r>
              <a:t>            "recall": 0.5140845070422535,</a:t>
            </a:r>
          </a:p>
          <a:p>
            <a:r>
              <a:t>            "roc_auc": 0.6606010760426305,</a:t>
            </a:r>
          </a:p>
          <a:p>
            <a:r>
              <a:t>            "row_count": 964,</a:t>
            </a:r>
          </a:p>
          <a:p>
            <a:r>
              <a:t>            "threshold": 0.12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0.7050882658359294,</a:t>
            </a:r>
          </a:p>
          <a:p>
            <a:r>
              <a:t>            "auc_prc": 0.23023142037857175,</a:t>
            </a:r>
          </a:p>
          <a:p>
            <a:r>
              <a:t>            "average_precision": 0.23382629970249025,</a:t>
            </a:r>
          </a:p>
          <a:p>
            <a:r>
              <a:t>            "balanced_accuracy": 0.6518115942028986,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601,</a:t>
            </a:r>
          </a:p>
          <a:p>
            <a:r>
              <a:t>                227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57,</a:t>
            </a:r>
          </a:p>
          <a:p>
            <a:r>
              <a:t>                78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0.3545454545454545,</a:t>
            </a:r>
          </a:p>
          <a:p>
            <a:r>
              <a:t>            "positive_count": 135,</a:t>
            </a:r>
          </a:p>
          <a:p>
            <a:r>
              <a:t>            "positive_rate": 0.14018691588785046,</a:t>
            </a:r>
          </a:p>
          <a:p>
            <a:r>
              <a:t>            "precision": 0.25573770491803277,</a:t>
            </a:r>
          </a:p>
          <a:p>
            <a:r>
              <a:t>            "recall": 0.5777777777777777,</a:t>
            </a:r>
          </a:p>
          <a:p>
            <a:r>
              <a:t>            "roc_auc": 0.6955358740382895,</a:t>
            </a:r>
          </a:p>
          <a:p>
            <a:r>
              <a:t>            "row_count": 963,</a:t>
            </a:r>
          </a:p>
          <a:p>
            <a:r>
              <a:t>            "threshold": 0.12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0.14730290456431536,</a:t>
            </a:r>
          </a:p>
          <a:p>
            <a:r>
              <a:t>            "auc_prc": 0.2257047790047242,</a:t>
            </a:r>
          </a:p>
          <a:p>
            <a:r>
              <a:t>            "average_precision": 0.2286303385830062,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822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142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0.2567811934900543,</a:t>
            </a:r>
          </a:p>
          <a:p>
            <a:r>
              <a:t>            "positive_count": 142,</a:t>
            </a:r>
          </a:p>
          <a:p>
            <a:r>
              <a:t>            "positive_rate": 0.14730290456431536,</a:t>
            </a:r>
          </a:p>
          <a:p>
            <a:r>
              <a:t>            "precision": 0.14730290456431536,</a:t>
            </a:r>
          </a:p>
          <a:p>
            <a:r>
              <a:t>            "recall": 1.0,</a:t>
            </a:r>
          </a:p>
          <a:p>
            <a:r>
              <a:t>            "roc_auc": 0.6808282786744799,</a:t>
            </a:r>
          </a:p>
          <a:p>
            <a:r>
              <a:t>            "row_count": 964,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0.696058091286307,</a:t>
            </a:r>
          </a:p>
          <a:p>
            <a:r>
              <a:t>            "auc_prc": 0.25128699570632546,</a:t>
            </a:r>
          </a:p>
          <a:p>
            <a:r>
              <a:t>            "average_precision": 0.2555684578147287,</a:t>
            </a:r>
          </a:p>
          <a:p>
            <a:r>
              <a:t>            "balanced_accuracy": 0.614963503649635,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600,</a:t>
            </a:r>
          </a:p>
          <a:p>
            <a:r>
              <a:t>                222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71,</a:t>
            </a:r>
          </a:p>
          <a:p>
            <a:r>
              <a:t>                71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0.32643678160919537,</a:t>
            </a:r>
          </a:p>
          <a:p>
            <a:r>
              <a:t>            "positive_count": 142,</a:t>
            </a:r>
          </a:p>
          <a:p>
            <a:r>
              <a:t>            "positive_rate": 0.14730290456431536,</a:t>
            </a:r>
          </a:p>
          <a:p>
            <a:r>
              <a:t>            "precision": 0.24232081911262798,</a:t>
            </a:r>
          </a:p>
          <a:p>
            <a:r>
              <a:t>            "recall": 0.5,</a:t>
            </a:r>
          </a:p>
          <a:p>
            <a:r>
              <a:t>            "roc_auc": 0.6996333230526712,</a:t>
            </a:r>
          </a:p>
          <a:p>
            <a:r>
              <a:t>            "row_count": 964,</a:t>
            </a:r>
          </a:p>
          <a:p>
            <a:r>
              <a:t>            "threshold": 0.15999999999999998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0.7033195020746889,</a:t>
            </a:r>
          </a:p>
          <a:p>
            <a:r>
              <a:t>            "auc_prc": 0.1613348882236526,</a:t>
            </a:r>
          </a:p>
          <a:p>
            <a:r>
              <a:t>            "average_precision": 0.16491109632937057,</a:t>
            </a:r>
          </a:p>
          <a:p>
            <a:r>
              <a:t>            "balanced_accuracy": 0.5143586580309105,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643,</a:t>
            </a:r>
          </a:p>
          <a:p>
            <a:r>
              <a:t>                179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107,</a:t>
            </a:r>
          </a:p>
          <a:p>
            <a:r>
              <a:t>                35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0.19662921348314605,</a:t>
            </a:r>
          </a:p>
          <a:p>
            <a:r>
              <a:t>            "positive_count": 142,</a:t>
            </a:r>
          </a:p>
          <a:p>
            <a:r>
              <a:t>            "positive_rate": 0.14730290456431536,</a:t>
            </a:r>
          </a:p>
          <a:p>
            <a:r>
              <a:t>            "precision": 0.16355140186915887,</a:t>
            </a:r>
          </a:p>
          <a:p>
            <a:r>
              <a:t>            "recall": 0.24647887323943662,</a:t>
            </a:r>
          </a:p>
          <a:p>
            <a:r>
              <a:t>            "roc_auc": 0.516560433158562,</a:t>
            </a:r>
          </a:p>
          <a:p>
            <a:r>
              <a:t>            "row_count": 964,</a:t>
            </a:r>
          </a:p>
          <a:p>
            <a:r>
              <a:t>            "threshold": 0.7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15,</a:t>
            </a:r>
          </a:p>
          <a:p>
            <a:r>
              <a:t>      "old_validation": {</a:t>
            </a:r>
          </a:p>
          <a:p>
            <a:r>
              <a:t>        "project": "Hyperledger",</a:t>
            </a:r>
          </a:p>
          <a:p>
            <a:r>
              <a:t>        "level": 15,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"Tasks/task-summaries/validate-refactored-model-per-dataset-20260927-134055/artifacts/cluster-run/hyperledger/results/model/words_15/RF/refactored/metrics.json",</a:t>
            </a:r>
          </a:p>
          <a:p>
            <a:r>
              <a:t>        "blob_sha1": "63256a094b68d548364cbf065d703c14dba17c35",</a:t>
            </a:r>
          </a:p>
          <a:p>
            <a:r>
              <a:t>        "sha256": "0b158ec7c29f9e1a76588dc32190cfbe3e0fbd0541519a4dcfc4fdb20c896464",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0.7406639004149378,</a:t>
            </a:r>
          </a:p>
          <a:p>
            <a:r>
              <a:t>            "auc_prc": 0.223368516196756,</a:t>
            </a:r>
          </a:p>
          <a:p>
            <a:r>
              <a:t>            "average_precision": 0.22800782997466426,</a:t>
            </a:r>
          </a:p>
          <a:p>
            <a:r>
              <a:t>            "balanced_accuracy": 0.6097309294809392,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661,</a:t>
            </a:r>
          </a:p>
          <a:p>
            <a:r>
              <a:t>                181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69,</a:t>
            </a:r>
          </a:p>
          <a:p>
            <a:r>
              <a:t>                53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0.297752808988764,</a:t>
            </a:r>
          </a:p>
          <a:p>
            <a:r>
              <a:t>            "positive_count": 122,</a:t>
            </a:r>
          </a:p>
          <a:p>
            <a:r>
              <a:t>            "positive_rate": 0.12655601659751037,</a:t>
            </a:r>
          </a:p>
          <a:p>
            <a:r>
              <a:t>            "precision": 0.2264957264957265,</a:t>
            </a:r>
          </a:p>
          <a:p>
            <a:r>
              <a:t>            "recall": 0.4344262295081967,</a:t>
            </a:r>
          </a:p>
          <a:p>
            <a:r>
              <a:t>            "roc_auc": 0.7150909232506523,</a:t>
            </a:r>
          </a:p>
          <a:p>
            <a:r>
              <a:t>            "row_count": 964,</a:t>
            </a:r>
          </a:p>
          <a:p>
            <a:r>
              <a:t>            "threshold": 0.27999999999999997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0.7642782969885774,</a:t>
            </a:r>
          </a:p>
          <a:p>
            <a:r>
              <a:t>            "auc_prc": 0.25209035782113437,</a:t>
            </a:r>
          </a:p>
          <a:p>
            <a:r>
              <a:t>            "average_precision": 0.2585512310899315,</a:t>
            </a:r>
          </a:p>
          <a:p>
            <a:r>
              <a:t>            "balanced_accuracy": 0.6782454881050041,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671,</a:t>
            </a:r>
          </a:p>
          <a:p>
            <a:r>
              <a:t>                177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50,</a:t>
            </a:r>
          </a:p>
          <a:p>
            <a:r>
              <a:t>                65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0.3641456582633053,</a:t>
            </a:r>
          </a:p>
          <a:p>
            <a:r>
              <a:t>            "positive_count": 115,</a:t>
            </a:r>
          </a:p>
          <a:p>
            <a:r>
              <a:t>            "positive_rate": 0.11941848390446522,</a:t>
            </a:r>
          </a:p>
          <a:p>
            <a:r>
              <a:t>            "precision": 0.26859504132231404,</a:t>
            </a:r>
          </a:p>
          <a:p>
            <a:r>
              <a:t>            "recall": 0.5652173913043478,</a:t>
            </a:r>
          </a:p>
          <a:p>
            <a:r>
              <a:t>            "roc_auc": 0.7591878589007383,</a:t>
            </a:r>
          </a:p>
          <a:p>
            <a:r>
              <a:t>            "row_count": 963,</a:t>
            </a:r>
          </a:p>
          <a:p>
            <a:r>
              <a:t>            "threshold": 0.27999999999999997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"Hyperledger",</a:t>
            </a:r>
          </a:p>
          <a:p>
            <a:r>
              <a:t>        "level": 15,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"Tasks/task-summaries/validate-refactored-model-per-dataset-20260927-134055/artifacts/cluster-run/hyperledger/results/model/words_15/RF/baseline/metrics.json",</a:t>
            </a:r>
          </a:p>
          <a:p>
            <a:r>
              <a:t>        "blob_sha1": "b61eb8dd2bc2d511148c10d01d32a92a022aa502",</a:t>
            </a:r>
          </a:p>
          <a:p>
            <a:r>
              <a:t>        "sha256": "4cca78d372673736e11750ca713a0968926e4d70036487c1d3a5bd6dd5f7aca3",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0.7769709543568465,</a:t>
            </a:r>
          </a:p>
          <a:p>
            <a:r>
              <a:t>            "auc_prc": 0.26780060850681225,</a:t>
            </a:r>
          </a:p>
          <a:p>
            <a:r>
              <a:t>            "average_precision": 0.274192005221378,</a:t>
            </a:r>
          </a:p>
          <a:p>
            <a:r>
              <a:t>            "balanced_accuracy": 0.6129920953233908,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701,</a:t>
            </a:r>
          </a:p>
          <a:p>
            <a:r>
              <a:t>                141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74,</a:t>
            </a:r>
          </a:p>
          <a:p>
            <a:r>
              <a:t>                48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0.30868167202572344,</a:t>
            </a:r>
          </a:p>
          <a:p>
            <a:r>
              <a:t>            "positive_count": 122,</a:t>
            </a:r>
          </a:p>
          <a:p>
            <a:r>
              <a:t>            "positive_rate": 0.12655601659751037,</a:t>
            </a:r>
          </a:p>
          <a:p>
            <a:r>
              <a:t>            "precision": 0.25396825396825395,</a:t>
            </a:r>
          </a:p>
          <a:p>
            <a:r>
              <a:t>            "recall": 0.39344262295081966,</a:t>
            </a:r>
          </a:p>
          <a:p>
            <a:r>
              <a:t>            "roc_auc": 0.7325308593902107,</a:t>
            </a:r>
          </a:p>
          <a:p>
            <a:r>
              <a:t>            "row_count": 964,</a:t>
            </a:r>
          </a:p>
          <a:p>
            <a:r>
              <a:t>            "threshold": 0.18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0.7912772585669782,</a:t>
            </a:r>
          </a:p>
          <a:p>
            <a:r>
              <a:t>            "auc_prc": 0.2319078278395175,</a:t>
            </a:r>
          </a:p>
          <a:p>
            <a:r>
              <a:t>            "average_precision": 0.2359865767097882,</a:t>
            </a:r>
          </a:p>
          <a:p>
            <a:r>
              <a:t>            "balanced_accuracy": 0.6559936423297785,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707,</a:t>
            </a:r>
          </a:p>
          <a:p>
            <a:r>
              <a:t>                141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60,</a:t>
            </a:r>
          </a:p>
          <a:p>
            <a:r>
              <a:t>                55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0.3536977491961414,</a:t>
            </a:r>
          </a:p>
          <a:p>
            <a:r>
              <a:t>            "positive_count": 115,</a:t>
            </a:r>
          </a:p>
          <a:p>
            <a:r>
              <a:t>            "positive_rate": 0.11941848390446522,</a:t>
            </a:r>
          </a:p>
          <a:p>
            <a:r>
              <a:t>            "precision": 0.28061224489795916,</a:t>
            </a:r>
          </a:p>
          <a:p>
            <a:r>
              <a:t>            "recall": 0.4782608695652174,</a:t>
            </a:r>
          </a:p>
          <a:p>
            <a:r>
              <a:t>            "roc_auc": 0.7496410992616899,</a:t>
            </a:r>
          </a:p>
          <a:p>
            <a:r>
              <a:t>            "row_count": 963,</a:t>
            </a:r>
          </a:p>
          <a:p>
            <a:r>
              <a:t>            "threshold": 0.18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0.12655601659751037,</a:t>
            </a:r>
          </a:p>
          <a:p>
            <a:r>
              <a:t>            "auc_prc": 0.21834314457634812,</a:t>
            </a:r>
          </a:p>
          <a:p>
            <a:r>
              <a:t>            "average_precision": 0.2216395556569301,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842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122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0.22467771639042355,</a:t>
            </a:r>
          </a:p>
          <a:p>
            <a:r>
              <a:t>            "positive_count": 122,</a:t>
            </a:r>
          </a:p>
          <a:p>
            <a:r>
              <a:t>            "positive_rate": 0.12655601659751037,</a:t>
            </a:r>
          </a:p>
          <a:p>
            <a:r>
              <a:t>            "precision": 0.12655601659751037,</a:t>
            </a:r>
          </a:p>
          <a:p>
            <a:r>
              <a:t>            "recall": 1.0,</a:t>
            </a:r>
          </a:p>
          <a:p>
            <a:r>
              <a:t>            "roc_auc": 0.7188436976753242,</a:t>
            </a:r>
          </a:p>
          <a:p>
            <a:r>
              <a:t>            "row_count": 964,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0.5020746887966805,</a:t>
            </a:r>
          </a:p>
          <a:p>
            <a:r>
              <a:t>            "auc_prc": 0.20604910500793833,</a:t>
            </a:r>
          </a:p>
          <a:p>
            <a:r>
              <a:t>            "average_precision": 0.21152763793464918,</a:t>
            </a:r>
          </a:p>
          <a:p>
            <a:r>
              <a:t>            "balanced_accuracy": 0.6553872512752619,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379,</a:t>
            </a:r>
          </a:p>
          <a:p>
            <a:r>
              <a:t>                463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17,</a:t>
            </a:r>
          </a:p>
          <a:p>
            <a:r>
              <a:t>                105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0.30434782608695654,</a:t>
            </a:r>
          </a:p>
          <a:p>
            <a:r>
              <a:t>            "positive_count": 122,</a:t>
            </a:r>
          </a:p>
          <a:p>
            <a:r>
              <a:t>            "positive_rate": 0.12655601659751037,</a:t>
            </a:r>
          </a:p>
          <a:p>
            <a:r>
              <a:t>            "precision": 0.18485915492957747,</a:t>
            </a:r>
          </a:p>
          <a:p>
            <a:r>
              <a:t>            "recall": 0.860655737704918,</a:t>
            </a:r>
          </a:p>
          <a:p>
            <a:r>
              <a:t>            "roc_auc": 0.6979284295782875,</a:t>
            </a:r>
          </a:p>
          <a:p>
            <a:r>
              <a:t>            "row_count": 964,</a:t>
            </a:r>
          </a:p>
          <a:p>
            <a:r>
              <a:t>            "threshold": 0.07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0.7468879668049793,</a:t>
            </a:r>
          </a:p>
          <a:p>
            <a:r>
              <a:t>            "auc_prc": 0.14292042703835028,</a:t>
            </a:r>
          </a:p>
          <a:p>
            <a:r>
              <a:t>            "average_precision": 0.1468052939149204,</a:t>
            </a:r>
          </a:p>
          <a:p>
            <a:r>
              <a:t>            "balanced_accuracy": 0.5291850005840893,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691,</a:t>
            </a:r>
          </a:p>
          <a:p>
            <a:r>
              <a:t>                151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93,</a:t>
            </a:r>
          </a:p>
          <a:p>
            <a:r>
              <a:t>                29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0.19205298013245034,</a:t>
            </a:r>
          </a:p>
          <a:p>
            <a:r>
              <a:t>            "positive_count": 122,</a:t>
            </a:r>
          </a:p>
          <a:p>
            <a:r>
              <a:t>            "positive_rate": 0.12655601659751037,</a:t>
            </a:r>
          </a:p>
          <a:p>
            <a:r>
              <a:t>            "precision": 0.16111111111111112,</a:t>
            </a:r>
          </a:p>
          <a:p>
            <a:r>
              <a:t>            "recall": 0.23770491803278687,</a:t>
            </a:r>
          </a:p>
          <a:p>
            <a:r>
              <a:t>            "roc_auc": 0.5202873719870722,</a:t>
            </a:r>
          </a:p>
          <a:p>
            <a:r>
              <a:t>            "row_count": 964,</a:t>
            </a:r>
          </a:p>
          <a:p>
            <a:r>
              <a:t>            "threshold": 0.71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"Hyperledger",</a:t>
            </a:r>
          </a:p>
          <a:p>
            <a:r>
              <a:t>      "level": 20,</a:t>
            </a:r>
          </a:p>
          <a:p>
            <a:r>
              <a:t>      "old_validation": {</a:t>
            </a:r>
          </a:p>
          <a:p>
            <a:r>
              <a:t>        "project": "Hyperledger",</a:t>
            </a:r>
          </a:p>
          <a:p>
            <a:r>
              <a:t>        "level": 20,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"Tasks/task-summaries/validate-refactored-model-per-dataset-20260927-134055/artifacts/cluster-run/hyperledger/results/model/words_20/RF/refactored/metrics.json",</a:t>
            </a:r>
          </a:p>
          <a:p>
            <a:r>
              <a:t>        "blob_sha1": "c4623b9a80b55b9259217515e2cdd43875508304",</a:t>
            </a:r>
          </a:p>
          <a:p>
            <a:r>
              <a:t>        "sha256": "67d873abbb3e90e8406c1b8e4cb7f623e73d509d32ad8efefaea35ce3f2832e6",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0.7738589211618258,</a:t>
            </a:r>
          </a:p>
          <a:p>
            <a:r>
              <a:t>            "auc_prc": 0.22041267956815153,</a:t>
            </a:r>
          </a:p>
          <a:p>
            <a:r>
              <a:t>            "average_precision": 0.22372715809319532,</a:t>
            </a:r>
          </a:p>
          <a:p>
            <a:r>
              <a:t>            "balanced_accuracy": 0.627787558685446,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697,</a:t>
            </a:r>
          </a:p>
          <a:p>
            <a:r>
              <a:t>                155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63,</a:t>
            </a:r>
          </a:p>
          <a:p>
            <a:r>
              <a:t>                49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0.310126582278481,</a:t>
            </a:r>
          </a:p>
          <a:p>
            <a:r>
              <a:t>            "positive_count": 112,</a:t>
            </a:r>
          </a:p>
          <a:p>
            <a:r>
              <a:t>            "positive_rate": 0.11618257261410789,</a:t>
            </a:r>
          </a:p>
          <a:p>
            <a:r>
              <a:t>            "precision": 0.24019607843137256,</a:t>
            </a:r>
          </a:p>
          <a:p>
            <a:r>
              <a:t>            "recall": 0.4375,</a:t>
            </a:r>
          </a:p>
          <a:p>
            <a:r>
              <a:t>            "roc_auc": 0.7296225268276325,</a:t>
            </a:r>
          </a:p>
          <a:p>
            <a:r>
              <a:t>            "row_count": 964,</a:t>
            </a:r>
          </a:p>
          <a:p>
            <a:r>
              <a:t>            "threshold": 0.26999999999999996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0.7663551401869159,</a:t>
            </a:r>
          </a:p>
          <a:p>
            <a:r>
              <a:t>            "auc_prc": 0.24297494739971648,</a:t>
            </a:r>
          </a:p>
          <a:p>
            <a:r>
              <a:t>            "average_precision": 0.24782094138161614,</a:t>
            </a:r>
          </a:p>
          <a:p>
            <a:r>
              <a:t>            "balanced_accuracy": 0.6799339388934764,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682,</a:t>
            </a:r>
          </a:p>
          <a:p>
            <a:r>
              <a:t>                183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42,</a:t>
            </a:r>
          </a:p>
          <a:p>
            <a:r>
              <a:t>                56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0.3323442136498516,</a:t>
            </a:r>
          </a:p>
          <a:p>
            <a:r>
              <a:t>            "positive_count": 98,</a:t>
            </a:r>
          </a:p>
          <a:p>
            <a:r>
              <a:t>            "positive_rate": 0.10176531671858775,</a:t>
            </a:r>
          </a:p>
          <a:p>
            <a:r>
              <a:t>            "precision": 0.23430962343096234,</a:t>
            </a:r>
          </a:p>
          <a:p>
            <a:r>
              <a:t>            "recall": 0.5714285714285714,</a:t>
            </a:r>
          </a:p>
          <a:p>
            <a:r>
              <a:t>            "roc_auc": 0.7682729739294561,</a:t>
            </a:r>
          </a:p>
          <a:p>
            <a:r>
              <a:t>            "row_count": 963,</a:t>
            </a:r>
          </a:p>
          <a:p>
            <a:r>
              <a:t>            "threshold": 0.26999999999999996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"Hyperledger",</a:t>
            </a:r>
          </a:p>
          <a:p>
            <a:r>
              <a:t>        "level": 20,</a:t>
            </a:r>
          </a:p>
          <a:p>
            <a:r>
              <a:t>        "model": "NN",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"Tasks/task-summaries/validate-refactored-model-per-dataset-20260927-134055/artifacts/cluster-run/hyperledger/results/model/words_20/NN/baseline/metrics.json",</a:t>
            </a:r>
          </a:p>
          <a:p>
            <a:r>
              <a:t>        "blob_sha1": "5772247552630b3f29c20976900acf3119dcdfff",</a:t>
            </a:r>
          </a:p>
          <a:p>
            <a:r>
              <a:t>        "sha256": "a9fcfa929b3bcca081ee6fecdd455a722876373d01b74cdfb999c0b3922d6c8e",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0.774896265560166,</a:t>
            </a:r>
          </a:p>
          <a:p>
            <a:r>
              <a:t>            "auc_prc": 0.26276601152567575,</a:t>
            </a:r>
          </a:p>
          <a:p>
            <a:r>
              <a:t>            "average_precision": 0.26721475321749505,</a:t>
            </a:r>
          </a:p>
          <a:p>
            <a:r>
              <a:t>            "balanced_accuracy": 0.6400067069081153,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695,</a:t>
            </a:r>
          </a:p>
          <a:p>
            <a:r>
              <a:t>                157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60,</a:t>
            </a:r>
          </a:p>
          <a:p>
            <a:r>
              <a:t>                52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0.32398753894080995,</a:t>
            </a:r>
          </a:p>
          <a:p>
            <a:r>
              <a:t>            "positive_count": 112,</a:t>
            </a:r>
          </a:p>
          <a:p>
            <a:r>
              <a:t>            "positive_rate": 0.11618257261410789,</a:t>
            </a:r>
          </a:p>
          <a:p>
            <a:r>
              <a:t>            "precision": 0.24880382775119617,</a:t>
            </a:r>
          </a:p>
          <a:p>
            <a:r>
              <a:t>            "recall": 0.4642857142857143,</a:t>
            </a:r>
          </a:p>
          <a:p>
            <a:r>
              <a:t>            "roc_auc": 0.6950347920858484,</a:t>
            </a:r>
          </a:p>
          <a:p>
            <a:r>
              <a:t>            "row_count": 964,</a:t>
            </a:r>
          </a:p>
          <a:p>
            <a:r>
              <a:t>            "threshold": 0.15999999999999998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0.778816199376947,</a:t>
            </a:r>
          </a:p>
          <a:p>
            <a:r>
              <a:t>            "auc_prc": 0.16465653734247818,</a:t>
            </a:r>
          </a:p>
          <a:p>
            <a:r>
              <a:t>            "average_precision": 0.16802265110790726,</a:t>
            </a:r>
          </a:p>
          <a:p>
            <a:r>
              <a:t>            "balanced_accuracy": 0.6235342691990091,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708,</a:t>
            </a:r>
          </a:p>
          <a:p>
            <a:r>
              <a:t>                157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56,</a:t>
            </a:r>
          </a:p>
          <a:p>
            <a:r>
              <a:t>                42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0.2828282828282828,</a:t>
            </a:r>
          </a:p>
          <a:p>
            <a:r>
              <a:t>            "positive_count": 98,</a:t>
            </a:r>
          </a:p>
          <a:p>
            <a:r>
              <a:t>            "positive_rate": 0.10176531671858775,</a:t>
            </a:r>
          </a:p>
          <a:p>
            <a:r>
              <a:t>            "precision": 0.21105527638190955,</a:t>
            </a:r>
          </a:p>
          <a:p>
            <a:r>
              <a:t>            "recall": 0.42857142857142855,</a:t>
            </a:r>
          </a:p>
          <a:p>
            <a:r>
              <a:t>            "roc_auc": 0.6807714993511855,</a:t>
            </a:r>
          </a:p>
          <a:p>
            <a:r>
              <a:t>            "row_count": 963,</a:t>
            </a:r>
          </a:p>
          <a:p>
            <a:r>
              <a:t>            "threshold": 0.15999999999999998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"modernbert",</a:t>
            </a:r>
          </a:p>
          <a:p>
            <a:r>
              <a:t>          "test": {</a:t>
            </a:r>
          </a:p>
          <a:p>
            <a:r>
              <a:t>            "accuracy": 0.11618257261410789,</a:t>
            </a:r>
          </a:p>
          <a:p>
            <a:r>
              <a:t>            "auc_prc": 0.18166439014199798,</a:t>
            </a:r>
          </a:p>
          <a:p>
            <a:r>
              <a:t>            "average_precision": 0.18607202646719873,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852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112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0.20817843866171004,</a:t>
            </a:r>
          </a:p>
          <a:p>
            <a:r>
              <a:t>            "positive_count": 112,</a:t>
            </a:r>
          </a:p>
          <a:p>
            <a:r>
              <a:t>            "positive_rate": 0.11618257261410789,</a:t>
            </a:r>
          </a:p>
          <a:p>
            <a:r>
              <a:t>            "precision": 0.11618257261410789,</a:t>
            </a:r>
          </a:p>
          <a:p>
            <a:r>
              <a:t>            "recall": 1.0,</a:t>
            </a:r>
          </a:p>
          <a:p>
            <a:r>
              <a:t>            "roc_auc": 0.6867559523809523,</a:t>
            </a:r>
          </a:p>
          <a:p>
            <a:r>
              <a:t>            "row_count": 964,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0.766597510373444,</a:t>
            </a:r>
          </a:p>
          <a:p>
            <a:r>
              <a:t>            "auc_prc": 0.194133104340717,</a:t>
            </a:r>
          </a:p>
          <a:p>
            <a:r>
              <a:t>            "average_precision": 0.1988163987952452,</a:t>
            </a:r>
          </a:p>
          <a:p>
            <a:r>
              <a:t>            "balanced_accuracy": 0.5771504024144869,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702,</a:t>
            </a:r>
          </a:p>
          <a:p>
            <a:r>
              <a:t>                150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75,</a:t>
            </a:r>
          </a:p>
          <a:p>
            <a:r>
              <a:t>                37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0.24749163879598662,</a:t>
            </a:r>
          </a:p>
          <a:p>
            <a:r>
              <a:t>            "positive_count": 112,</a:t>
            </a:r>
          </a:p>
          <a:p>
            <a:r>
              <a:t>            "positive_rate": 0.11618257261410789,</a:t>
            </a:r>
          </a:p>
          <a:p>
            <a:r>
              <a:t>            "precision": 0.19786096256684493,</a:t>
            </a:r>
          </a:p>
          <a:p>
            <a:r>
              <a:t>            "recall": 0.33035714285714285,</a:t>
            </a:r>
          </a:p>
          <a:p>
            <a:r>
              <a:t>            "roc_auc": 0.6956216465459423,</a:t>
            </a:r>
          </a:p>
          <a:p>
            <a:r>
              <a:t>            "row_count": 964,</a:t>
            </a:r>
          </a:p>
          <a:p>
            <a:r>
              <a:t>            "threshold": 0.09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0.7800829875518672,</a:t>
            </a:r>
          </a:p>
          <a:p>
            <a:r>
              <a:t>            "auc_prc": 0.13349249925654305,</a:t>
            </a:r>
          </a:p>
          <a:p>
            <a:r>
              <a:t>            "average_precision": 0.1376080886084523,</a:t>
            </a:r>
          </a:p>
          <a:p>
            <a:r>
              <a:t>            "balanced_accuracy": 0.534372904091214,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728,</a:t>
            </a:r>
          </a:p>
          <a:p>
            <a:r>
              <a:t>                124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88,</a:t>
            </a:r>
          </a:p>
          <a:p>
            <a:r>
              <a:t>                24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0.1846153846153846,</a:t>
            </a:r>
          </a:p>
          <a:p>
            <a:r>
              <a:t>            "positive_count": 112,</a:t>
            </a:r>
          </a:p>
          <a:p>
            <a:r>
              <a:t>            "positive_rate": 0.11618257261410789,</a:t>
            </a:r>
          </a:p>
          <a:p>
            <a:r>
              <a:t>            "precision": 0.16216216216216217,</a:t>
            </a:r>
          </a:p>
          <a:p>
            <a:r>
              <a:t>            "recall": 0.21428571428571427,</a:t>
            </a:r>
          </a:p>
          <a:p>
            <a:r>
              <a:t>            "roc_auc": 0.5171235747820255,</a:t>
            </a:r>
          </a:p>
          <a:p>
            <a:r>
              <a:t>            "row_count": 964,</a:t>
            </a:r>
          </a:p>
          <a:p>
            <a:r>
              <a:t>            "threshold": 0.72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5,</a:t>
            </a:r>
          </a:p>
          <a:p>
            <a:r>
              <a:t>      "old_validation": {</a:t>
            </a:r>
          </a:p>
          <a:p>
            <a:r>
              <a:t>        "project": "IntelDAOS",</a:t>
            </a:r>
          </a:p>
          <a:p>
            <a:r>
              <a:t>        "level": 5,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"Tasks/task-summaries/validate-refactored-model-per-dataset-20260927-134055/artifacts/cluster-run/inteldaos/results/model/words_5/XGboost/baseline/metrics.json",</a:t>
            </a:r>
          </a:p>
          <a:p>
            <a:r>
              <a:t>        "blob_sha1": "d599aec72aa099f25ab617b2613f9ac48b4d0faf",</a:t>
            </a:r>
          </a:p>
          <a:p>
            <a:r>
              <a:t>        "sha256": "c646efd14e26bebb6e94f3b37a70a5a90c48c2b877f91affe074aa424ed70d18",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0.6347305389221557,</a:t>
            </a:r>
          </a:p>
          <a:p>
            <a:r>
              <a:t>            "auc_prc": 0.15016806535005314,</a:t>
            </a:r>
          </a:p>
          <a:p>
            <a:r>
              <a:t>            "average_precision": 0.16588169254737842,</a:t>
            </a:r>
          </a:p>
          <a:p>
            <a:r>
              <a:t>            "balanced_accuracy": 0.6024420529801324,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194,</a:t>
            </a:r>
          </a:p>
          <a:p>
            <a:r>
              <a:t>                108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14,</a:t>
            </a:r>
          </a:p>
          <a:p>
            <a:r>
              <a:t>                18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0.22784810126582278,</a:t>
            </a:r>
          </a:p>
          <a:p>
            <a:r>
              <a:t>            "positive_count": 32,</a:t>
            </a:r>
          </a:p>
          <a:p>
            <a:r>
              <a:t>            "positive_rate": 0.09580838323353294,</a:t>
            </a:r>
          </a:p>
          <a:p>
            <a:r>
              <a:t>            "precision": 0.14285714285714285,</a:t>
            </a:r>
          </a:p>
          <a:p>
            <a:r>
              <a:t>            "recall": 0.5625,</a:t>
            </a:r>
          </a:p>
          <a:p>
            <a:r>
              <a:t>            "roc_auc": 0.6580091059602649,</a:t>
            </a:r>
          </a:p>
          <a:p>
            <a:r>
              <a:t>            "row_count": 334,</a:t>
            </a:r>
          </a:p>
          <a:p>
            <a:r>
              <a:t>            "threshold": 0.27999999999999997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0.6066066066066066,</a:t>
            </a:r>
          </a:p>
          <a:p>
            <a:r>
              <a:t>            "auc_prc": 0.2013937877584027,</a:t>
            </a:r>
          </a:p>
          <a:p>
            <a:r>
              <a:t>            "average_precision": 0.20882157844968305,</a:t>
            </a:r>
          </a:p>
          <a:p>
            <a:r>
              <a:t>            "balanced_accuracy": 0.6336914864494936,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167,</a:t>
            </a:r>
          </a:p>
          <a:p>
            <a:r>
              <a:t>                114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17,</a:t>
            </a:r>
          </a:p>
          <a:p>
            <a:r>
              <a:t>                35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0.3482587064676617,</a:t>
            </a:r>
          </a:p>
          <a:p>
            <a:r>
              <a:t>            "positive_count": 52,</a:t>
            </a:r>
          </a:p>
          <a:p>
            <a:r>
              <a:t>            "positive_rate": 0.15615615615615616,</a:t>
            </a:r>
          </a:p>
          <a:p>
            <a:r>
              <a:t>            "precision": 0.2348993288590604,</a:t>
            </a:r>
          </a:p>
          <a:p>
            <a:r>
              <a:t>            "recall": 0.6730769230769231,</a:t>
            </a:r>
          </a:p>
          <a:p>
            <a:r>
              <a:t>            "roc_auc": 0.6143238434163701,</a:t>
            </a:r>
          </a:p>
          <a:p>
            <a:r>
              <a:t>            "row_count": 333,</a:t>
            </a:r>
          </a:p>
          <a:p>
            <a:r>
              <a:t>            "threshold": 0.27999999999999997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"IntelDAOS",</a:t>
            </a:r>
          </a:p>
          <a:p>
            <a:r>
              <a:t>        "level": 5,</a:t>
            </a:r>
          </a:p>
          <a:p>
            <a:r>
              <a:t>        "model": "NN",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"Tasks/task-summaries/validate-refactored-model-per-dataset-20260927-134055/artifacts/cluster-run/inteldaos/results/model/words_5/NN/refactored/metrics.json",</a:t>
            </a:r>
          </a:p>
          <a:p>
            <a:r>
              <a:t>        "blob_sha1": "023cfba4edfaf181c56fbad33ec968dd69fa52ec",</a:t>
            </a:r>
          </a:p>
          <a:p>
            <a:r>
              <a:t>        "sha256": "03e6cb7a8b048372a30718ded5903f35b55346130cfc9320943088775ea9a6b9",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0.6976047904191617,</a:t>
            </a:r>
          </a:p>
          <a:p>
            <a:r>
              <a:t>            "auc_prc": 0.3208883949720782,</a:t>
            </a:r>
          </a:p>
          <a:p>
            <a:r>
              <a:t>            "average_precision": 0.3320779015859781,</a:t>
            </a:r>
          </a:p>
          <a:p>
            <a:r>
              <a:t>            "balanced_accuracy": 0.6930877483443709,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211,</a:t>
            </a:r>
          </a:p>
          <a:p>
            <a:r>
              <a:t>                91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10,</a:t>
            </a:r>
          </a:p>
          <a:p>
            <a:r>
              <a:t>                22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0.30344827586206896,</a:t>
            </a:r>
          </a:p>
          <a:p>
            <a:r>
              <a:t>            "positive_count": 32,</a:t>
            </a:r>
          </a:p>
          <a:p>
            <a:r>
              <a:t>            "positive_rate": 0.09580838323353294,</a:t>
            </a:r>
          </a:p>
          <a:p>
            <a:r>
              <a:t>            "precision": 0.19469026548672566,</a:t>
            </a:r>
          </a:p>
          <a:p>
            <a:r>
              <a:t>            "recall": 0.6875,</a:t>
            </a:r>
          </a:p>
          <a:p>
            <a:r>
              <a:t>            "roc_auc": 0.7134726821192053,</a:t>
            </a:r>
          </a:p>
          <a:p>
            <a:r>
              <a:t>            "row_count": 334,</a:t>
            </a:r>
          </a:p>
          <a:p>
            <a:r>
              <a:t>            "threshold": 0.63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0.6366366366366366,</a:t>
            </a:r>
          </a:p>
          <a:p>
            <a:r>
              <a:t>            "auc_prc": 0.16079741831604244,</a:t>
            </a:r>
          </a:p>
          <a:p>
            <a:r>
              <a:t>            "average_precision": 0.1681689570128422,</a:t>
            </a:r>
          </a:p>
          <a:p>
            <a:r>
              <a:t>            "balanced_accuracy": 0.5339447029838489,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192,</a:t>
            </a:r>
          </a:p>
          <a:p>
            <a:r>
              <a:t>                89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32,</a:t>
            </a:r>
          </a:p>
          <a:p>
            <a:r>
              <a:t>                20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0.24844720496894412,</a:t>
            </a:r>
          </a:p>
          <a:p>
            <a:r>
              <a:t>            "positive_count": 52,</a:t>
            </a:r>
          </a:p>
          <a:p>
            <a:r>
              <a:t>            "positive_rate": 0.15615615615615616,</a:t>
            </a:r>
          </a:p>
          <a:p>
            <a:r>
              <a:t>            "precision": 0.1834862385321101,</a:t>
            </a:r>
          </a:p>
          <a:p>
            <a:r>
              <a:t>            "recall": 0.38461538461538464,</a:t>
            </a:r>
          </a:p>
          <a:p>
            <a:r>
              <a:t>            "roc_auc": 0.4514098001642486,</a:t>
            </a:r>
          </a:p>
          <a:p>
            <a:r>
              <a:t>            "row_count": 333,</a:t>
            </a:r>
          </a:p>
          <a:p>
            <a:r>
              <a:t>            "threshold": 0.63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0.7934131736526946,</a:t>
            </a:r>
          </a:p>
          <a:p>
            <a:r>
              <a:t>            "auc_prc": 0.27026694300575455,</a:t>
            </a:r>
          </a:p>
          <a:p>
            <a:r>
              <a:t>            "average_precision": 0.2887378003502482,</a:t>
            </a:r>
          </a:p>
          <a:p>
            <a:r>
              <a:t>            "balanced_accuracy": 0.6622516556291391,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249,</a:t>
            </a:r>
          </a:p>
          <a:p>
            <a:r>
              <a:t>                53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16,</a:t>
            </a:r>
          </a:p>
          <a:p>
            <a:r>
              <a:t>                16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0.31683168316831684,</a:t>
            </a:r>
          </a:p>
          <a:p>
            <a:r>
              <a:t>            "positive_count": 32,</a:t>
            </a:r>
          </a:p>
          <a:p>
            <a:r>
              <a:t>            "positive_rate": 0.09580838323353294,</a:t>
            </a:r>
          </a:p>
          <a:p>
            <a:r>
              <a:t>            "precision": 0.2318840579710145,</a:t>
            </a:r>
          </a:p>
          <a:p>
            <a:r>
              <a:t>            "recall": 0.5,</a:t>
            </a:r>
          </a:p>
          <a:p>
            <a:r>
              <a:t>            "roc_auc": 0.7228373344370861,</a:t>
            </a:r>
          </a:p>
          <a:p>
            <a:r>
              <a:t>            "row_count": 334,</a:t>
            </a:r>
          </a:p>
          <a:p>
            <a:r>
              <a:t>            "threshold": 0.27999999999999997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0.09580838323353294,</a:t>
            </a:r>
          </a:p>
          <a:p>
            <a:r>
              <a:t>            "auc_prc": 0.2845466757177093,</a:t>
            </a:r>
          </a:p>
          <a:p>
            <a:r>
              <a:t>            "average_precision": 0.29515032811853575,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302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32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0.17486338797814208,</a:t>
            </a:r>
          </a:p>
          <a:p>
            <a:r>
              <a:t>            "positive_count": 32,</a:t>
            </a:r>
          </a:p>
          <a:p>
            <a:r>
              <a:t>            "positive_rate": 0.09580838323353294,</a:t>
            </a:r>
          </a:p>
          <a:p>
            <a:r>
              <a:t>            "precision": 0.09580838323353294,</a:t>
            </a:r>
          </a:p>
          <a:p>
            <a:r>
              <a:t>            "recall": 1.0,</a:t>
            </a:r>
          </a:p>
          <a:p>
            <a:r>
              <a:t>            "roc_auc": 0.7195778145695364,</a:t>
            </a:r>
          </a:p>
          <a:p>
            <a:r>
              <a:t>            "row_count": 334,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0.09580838323353294,</a:t>
            </a:r>
          </a:p>
          <a:p>
            <a:r>
              <a:t>            "auc_prc": 0.06046026318588305,</a:t>
            </a:r>
          </a:p>
          <a:p>
            <a:r>
              <a:t>            "average_precision": 0.06364753768198407,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302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32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0.17486338797814208,</a:t>
            </a:r>
          </a:p>
          <a:p>
            <a:r>
              <a:t>            "positive_count": 32,</a:t>
            </a:r>
          </a:p>
          <a:p>
            <a:r>
              <a:t>            "positive_rate": 0.09580838323353294,</a:t>
            </a:r>
          </a:p>
          <a:p>
            <a:r>
              <a:t>            "precision": 0.09580838323353294,</a:t>
            </a:r>
          </a:p>
          <a:p>
            <a:r>
              <a:t>            "recall": 1.0,</a:t>
            </a:r>
          </a:p>
          <a:p>
            <a:r>
              <a:t>            "roc_auc": 0.2644867549668874,</a:t>
            </a:r>
          </a:p>
          <a:p>
            <a:r>
              <a:t>            "row_count": 334,</a:t>
            </a:r>
          </a:p>
          <a:p>
            <a:r>
              <a:t>            "threshold": 0.20999999999999996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10,</a:t>
            </a:r>
          </a:p>
          <a:p>
            <a:r>
              <a:t>      "old_validation": {</a:t>
            </a:r>
          </a:p>
          <a:p>
            <a:r>
              <a:t>        "project": "IntelDAOS",</a:t>
            </a:r>
          </a:p>
          <a:p>
            <a:r>
              <a:t>        "level": 10,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"Tasks/task-summaries/validate-refactored-model-per-dataset-20260927-134055/artifacts/cluster-run/inteldaos/results/model/words_10/XGboost/baseline/metrics.json",</a:t>
            </a:r>
          </a:p>
          <a:p>
            <a:r>
              <a:t>        "blob_sha1": "b40e70eee63bd1c9d5b50d48545b3140d74ed48a",</a:t>
            </a:r>
          </a:p>
          <a:p>
            <a:r>
              <a:t>        "sha256": "5bbcb5f787f332e00bb8949ea714f2bb4f641f93e776ceb72431c475a8d4e862",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0.6107784431137725,</a:t>
            </a:r>
          </a:p>
          <a:p>
            <a:r>
              <a:t>            "auc_prc": 0.2060907279754762,</a:t>
            </a:r>
          </a:p>
          <a:p>
            <a:r>
              <a:t>            "average_precision": 0.21563174885998476,</a:t>
            </a:r>
          </a:p>
          <a:p>
            <a:r>
              <a:t>            "balanced_accuracy": 0.6932730356133409,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181,</a:t>
            </a:r>
          </a:p>
          <a:p>
            <a:r>
              <a:t>                124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6,</a:t>
            </a:r>
          </a:p>
          <a:p>
            <a:r>
              <a:t>                23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0.2613636363636364,</a:t>
            </a:r>
          </a:p>
          <a:p>
            <a:r>
              <a:t>            "positive_count": 29,</a:t>
            </a:r>
          </a:p>
          <a:p>
            <a:r>
              <a:t>            "positive_rate": 0.08682634730538923,</a:t>
            </a:r>
          </a:p>
          <a:p>
            <a:r>
              <a:t>            "precision": 0.1564625850340136,</a:t>
            </a:r>
          </a:p>
          <a:p>
            <a:r>
              <a:t>            "recall": 0.7931034482758621,</a:t>
            </a:r>
          </a:p>
          <a:p>
            <a:r>
              <a:t>            "roc_auc": 0.7213114754098361,</a:t>
            </a:r>
          </a:p>
          <a:p>
            <a:r>
              <a:t>            "row_count": 334,</a:t>
            </a:r>
          </a:p>
          <a:p>
            <a:r>
              <a:t>            "threshold": 0.14999999999999997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0.4924924924924925,</a:t>
            </a:r>
          </a:p>
          <a:p>
            <a:r>
              <a:t>            "auc_prc": 0.1403252124030216,</a:t>
            </a:r>
          </a:p>
          <a:p>
            <a:r>
              <a:t>            "average_precision": 0.1462103006137821,</a:t>
            </a:r>
          </a:p>
          <a:p>
            <a:r>
              <a:t>            "balanced_accuracy": 0.5670103092783505,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136,</a:t>
            </a:r>
          </a:p>
          <a:p>
            <a:r>
              <a:t>                155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14,</a:t>
            </a:r>
          </a:p>
          <a:p>
            <a:r>
              <a:t>                28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0.24888888888888885,</a:t>
            </a:r>
          </a:p>
          <a:p>
            <a:r>
              <a:t>            "positive_count": 42,</a:t>
            </a:r>
          </a:p>
          <a:p>
            <a:r>
              <a:t>            "positive_rate": 0.12612612612612611,</a:t>
            </a:r>
          </a:p>
          <a:p>
            <a:r>
              <a:t>            "precision": 0.15300546448087432,</a:t>
            </a:r>
          </a:p>
          <a:p>
            <a:r>
              <a:t>            "recall": 0.6666666666666666,</a:t>
            </a:r>
          </a:p>
          <a:p>
            <a:r>
              <a:t>            "roc_auc": 0.5404189167075765,</a:t>
            </a:r>
          </a:p>
          <a:p>
            <a:r>
              <a:t>            "row_count": 333,</a:t>
            </a:r>
          </a:p>
          <a:p>
            <a:r>
              <a:t>            "threshold": 0.14999999999999997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"IntelDAOS",</a:t>
            </a:r>
          </a:p>
          <a:p>
            <a:r>
              <a:t>        "level": 10,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"Tasks/task-summaries/validate-refactored-model-per-dataset-20260927-134055/artifacts/cluster-run/inteldaos/results/model/words_10/XGboost/baseline/metrics.json",</a:t>
            </a:r>
          </a:p>
          <a:p>
            <a:r>
              <a:t>        "blob_sha1": "b40e70eee63bd1c9d5b50d48545b3140d74ed48a",</a:t>
            </a:r>
          </a:p>
          <a:p>
            <a:r>
              <a:t>        "sha256": "5bbcb5f787f332e00bb8949ea714f2bb4f641f93e776ceb72431c475a8d4e862",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0.6107784431137725,</a:t>
            </a:r>
          </a:p>
          <a:p>
            <a:r>
              <a:t>            "auc_prc": 0.2060907279754762,</a:t>
            </a:r>
          </a:p>
          <a:p>
            <a:r>
              <a:t>            "average_precision": 0.21563174885998476,</a:t>
            </a:r>
          </a:p>
          <a:p>
            <a:r>
              <a:t>            "balanced_accuracy": 0.6932730356133409,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181,</a:t>
            </a:r>
          </a:p>
          <a:p>
            <a:r>
              <a:t>                124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6,</a:t>
            </a:r>
          </a:p>
          <a:p>
            <a:r>
              <a:t>                23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0.2613636363636364,</a:t>
            </a:r>
          </a:p>
          <a:p>
            <a:r>
              <a:t>            "positive_count": 29,</a:t>
            </a:r>
          </a:p>
          <a:p>
            <a:r>
              <a:t>            "positive_rate": 0.08682634730538923,</a:t>
            </a:r>
          </a:p>
          <a:p>
            <a:r>
              <a:t>            "precision": 0.1564625850340136,</a:t>
            </a:r>
          </a:p>
          <a:p>
            <a:r>
              <a:t>            "recall": 0.7931034482758621,</a:t>
            </a:r>
          </a:p>
          <a:p>
            <a:r>
              <a:t>            "roc_auc": 0.7213114754098361,</a:t>
            </a:r>
          </a:p>
          <a:p>
            <a:r>
              <a:t>            "row_count": 334,</a:t>
            </a:r>
          </a:p>
          <a:p>
            <a:r>
              <a:t>            "threshold": 0.14999999999999997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0.4924924924924925,</a:t>
            </a:r>
          </a:p>
          <a:p>
            <a:r>
              <a:t>            "auc_prc": 0.1403252124030216,</a:t>
            </a:r>
          </a:p>
          <a:p>
            <a:r>
              <a:t>            "average_precision": 0.1462103006137821,</a:t>
            </a:r>
          </a:p>
          <a:p>
            <a:r>
              <a:t>            "balanced_accuracy": 0.5670103092783505,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136,</a:t>
            </a:r>
          </a:p>
          <a:p>
            <a:r>
              <a:t>                155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14,</a:t>
            </a:r>
          </a:p>
          <a:p>
            <a:r>
              <a:t>                28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0.24888888888888885,</a:t>
            </a:r>
          </a:p>
          <a:p>
            <a:r>
              <a:t>            "positive_count": 42,</a:t>
            </a:r>
          </a:p>
          <a:p>
            <a:r>
              <a:t>            "positive_rate": 0.12612612612612611,</a:t>
            </a:r>
          </a:p>
          <a:p>
            <a:r>
              <a:t>            "precision": 0.15300546448087432,</a:t>
            </a:r>
          </a:p>
          <a:p>
            <a:r>
              <a:t>            "recall": 0.6666666666666666,</a:t>
            </a:r>
          </a:p>
          <a:p>
            <a:r>
              <a:t>            "roc_auc": 0.5404189167075765,</a:t>
            </a:r>
          </a:p>
          <a:p>
            <a:r>
              <a:t>            "row_count": 333,</a:t>
            </a:r>
          </a:p>
          <a:p>
            <a:r>
              <a:t>            "threshold": 0.14999999999999997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0.6796407185628742,</a:t>
            </a:r>
          </a:p>
          <a:p>
            <a:r>
              <a:t>            "auc_prc": 0.09708720606675181,</a:t>
            </a:r>
          </a:p>
          <a:p>
            <a:r>
              <a:t>            "average_precision": 0.10328342338207525,</a:t>
            </a:r>
          </a:p>
          <a:p>
            <a:r>
              <a:t>            "balanced_accuracy": 0.5281514980214811,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217,</a:t>
            </a:r>
          </a:p>
          <a:p>
            <a:r>
              <a:t>                88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19,</a:t>
            </a:r>
          </a:p>
          <a:p>
            <a:r>
              <a:t>                10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0.15748031496062995,</a:t>
            </a:r>
          </a:p>
          <a:p>
            <a:r>
              <a:t>            "positive_count": 29,</a:t>
            </a:r>
          </a:p>
          <a:p>
            <a:r>
              <a:t>            "positive_rate": 0.08682634730538923,</a:t>
            </a:r>
          </a:p>
          <a:p>
            <a:r>
              <a:t>            "precision": 0.10204081632653061,</a:t>
            </a:r>
          </a:p>
          <a:p>
            <a:r>
              <a:t>            "recall": 0.3448275862068966,</a:t>
            </a:r>
          </a:p>
          <a:p>
            <a:r>
              <a:t>            "roc_auc": 0.5700395703787451,</a:t>
            </a:r>
          </a:p>
          <a:p>
            <a:r>
              <a:t>            "row_count": 334,</a:t>
            </a:r>
          </a:p>
          <a:p>
            <a:r>
              <a:t>            "threshold": 0.5199999999999999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0.6976047904191617,</a:t>
            </a:r>
          </a:p>
          <a:p>
            <a:r>
              <a:t>            "auc_prc": 0.17412466406904953,</a:t>
            </a:r>
          </a:p>
          <a:p>
            <a:r>
              <a:t>            "average_precision": 0.18792580520733687,</a:t>
            </a:r>
          </a:p>
          <a:p>
            <a:r>
              <a:t>            "balanced_accuracy": 0.5847936687394009,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220,</a:t>
            </a:r>
          </a:p>
          <a:p>
            <a:r>
              <a:t>                85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16,</a:t>
            </a:r>
          </a:p>
          <a:p>
            <a:r>
              <a:t>                13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0.2047244094488189,</a:t>
            </a:r>
          </a:p>
          <a:p>
            <a:r>
              <a:t>            "positive_count": 29,</a:t>
            </a:r>
          </a:p>
          <a:p>
            <a:r>
              <a:t>            "positive_rate": 0.08682634730538923,</a:t>
            </a:r>
          </a:p>
          <a:p>
            <a:r>
              <a:t>            "precision": 0.1326530612244898,</a:t>
            </a:r>
          </a:p>
          <a:p>
            <a:r>
              <a:t>            "recall": 0.4482758620689655,</a:t>
            </a:r>
          </a:p>
          <a:p>
            <a:r>
              <a:t>            "roc_auc": 0.6088185415488977,</a:t>
            </a:r>
          </a:p>
          <a:p>
            <a:r>
              <a:t>            "row_count": 334,</a:t>
            </a:r>
          </a:p>
          <a:p>
            <a:r>
              <a:t>            "threshold": 0.62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0.08982035928143713,</a:t>
            </a:r>
          </a:p>
          <a:p>
            <a:r>
              <a:t>            "auc_prc": 0.05647724970966195,</a:t>
            </a:r>
          </a:p>
          <a:p>
            <a:r>
              <a:t>            "average_precision": 0.059790604105071886,</a:t>
            </a:r>
          </a:p>
          <a:p>
            <a:r>
              <a:t>            "balanced_accuracy": 0.5016393442622951,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1,</a:t>
            </a:r>
          </a:p>
          <a:p>
            <a:r>
              <a:t>                304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29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0.16022099447513813,</a:t>
            </a:r>
          </a:p>
          <a:p>
            <a:r>
              <a:t>            "positive_count": 29,</a:t>
            </a:r>
          </a:p>
          <a:p>
            <a:r>
              <a:t>            "positive_rate": 0.08682634730538923,</a:t>
            </a:r>
          </a:p>
          <a:p>
            <a:r>
              <a:t>            "precision": 0.08708708708708708,</a:t>
            </a:r>
          </a:p>
          <a:p>
            <a:r>
              <a:t>            "recall": 1.0,</a:t>
            </a:r>
          </a:p>
          <a:p>
            <a:r>
              <a:t>            "roc_auc": 0.2896551724137931,</a:t>
            </a:r>
          </a:p>
          <a:p>
            <a:r>
              <a:t>            "row_count": 334,</a:t>
            </a:r>
          </a:p>
          <a:p>
            <a:r>
              <a:t>            "threshold": 0.25999999999999995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15,</a:t>
            </a:r>
          </a:p>
          <a:p>
            <a:r>
              <a:t>      "old_validation": {</a:t>
            </a:r>
          </a:p>
          <a:p>
            <a:r>
              <a:t>        "project": "IntelDAOS",</a:t>
            </a:r>
          </a:p>
          <a:p>
            <a:r>
              <a:t>        "level": 15,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"Tasks/task-summaries/validate-refactored-model-per-dataset-20260927-134055/artifacts/cluster-run/inteldaos/results/model/words_15/XGboost/baseline/metrics.json",</a:t>
            </a:r>
          </a:p>
          <a:p>
            <a:r>
              <a:t>        "blob_sha1": "c56083fe2e7906e338034091749b3a09d7bdf849",</a:t>
            </a:r>
          </a:p>
          <a:p>
            <a:r>
              <a:t>        "sha256": "bebb01039ce4f6c6cae8d58dc7082e4a63ac6c4209e0a3f6b056b17f68c04901",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0.8323353293413174,</a:t>
            </a:r>
          </a:p>
          <a:p>
            <a:r>
              <a:t>            "auc_prc": 0.24364200589496596,</a:t>
            </a:r>
          </a:p>
          <a:p>
            <a:r>
              <a:t>            "average_precision": 0.2524883734368554,</a:t>
            </a:r>
          </a:p>
          <a:p>
            <a:r>
              <a:t>            "balanced_accuracy": 0.6021505376344086,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270,</a:t>
            </a:r>
          </a:p>
          <a:p>
            <a:r>
              <a:t>                40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16,</a:t>
            </a:r>
          </a:p>
          <a:p>
            <a:r>
              <a:t>                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0.2222222222222222,</a:t>
            </a:r>
          </a:p>
          <a:p>
            <a:r>
              <a:t>            "positive_count": 24,</a:t>
            </a:r>
          </a:p>
          <a:p>
            <a:r>
              <a:t>            "positive_rate": 0.0718562874251497,</a:t>
            </a:r>
          </a:p>
          <a:p>
            <a:r>
              <a:t>            "precision": 0.16666666666666666,</a:t>
            </a:r>
          </a:p>
          <a:p>
            <a:r>
              <a:t>            "recall": 0.3333333333333333,</a:t>
            </a:r>
          </a:p>
          <a:p>
            <a:r>
              <a:t>            "roc_auc": 0.690994623655914,</a:t>
            </a:r>
          </a:p>
          <a:p>
            <a:r>
              <a:t>            "row_count": 334,</a:t>
            </a:r>
          </a:p>
          <a:p>
            <a:r>
              <a:t>            "threshold": 0.7499999999999999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0.7837837837837838,</a:t>
            </a:r>
          </a:p>
          <a:p>
            <a:r>
              <a:t>            "auc_prc": 0.11896043542941717,</a:t>
            </a:r>
          </a:p>
          <a:p>
            <a:r>
              <a:t>            "average_precision": 0.12507237987658784,</a:t>
            </a:r>
          </a:p>
          <a:p>
            <a:r>
              <a:t>            "balanced_accuracy": 0.5570026761819804,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251,</a:t>
            </a:r>
          </a:p>
          <a:p>
            <a:r>
              <a:t>                44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28,</a:t>
            </a:r>
          </a:p>
          <a:p>
            <a:r>
              <a:t>                10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0.21739130434782608,</a:t>
            </a:r>
          </a:p>
          <a:p>
            <a:r>
              <a:t>            "positive_count": 38,</a:t>
            </a:r>
          </a:p>
          <a:p>
            <a:r>
              <a:t>            "positive_rate": 0.11411411411411411,</a:t>
            </a:r>
          </a:p>
          <a:p>
            <a:r>
              <a:t>            "precision": 0.18518518518518517,</a:t>
            </a:r>
          </a:p>
          <a:p>
            <a:r>
              <a:t>            "recall": 0.2631578947368421,</a:t>
            </a:r>
          </a:p>
          <a:p>
            <a:r>
              <a:t>            "roc_auc": 0.4840321141837645,</a:t>
            </a:r>
          </a:p>
          <a:p>
            <a:r>
              <a:t>            "row_count": 333,</a:t>
            </a:r>
          </a:p>
          <a:p>
            <a:r>
              <a:t>            "threshold": 0.7499999999999999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"IntelDAOS",</a:t>
            </a:r>
          </a:p>
          <a:p>
            <a:r>
              <a:t>        "level": 15,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"Tasks/task-summaries/validate-refactored-model-per-dataset-20260927-134055/artifacts/cluster-run/inteldaos/results/model/words_15/XGboost/baseline/metrics.json",</a:t>
            </a:r>
          </a:p>
          <a:p>
            <a:r>
              <a:t>        "blob_sha1": "c56083fe2e7906e338034091749b3a09d7bdf849",</a:t>
            </a:r>
          </a:p>
          <a:p>
            <a:r>
              <a:t>        "sha256": "bebb01039ce4f6c6cae8d58dc7082e4a63ac6c4209e0a3f6b056b17f68c04901",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0.8323353293413174,</a:t>
            </a:r>
          </a:p>
          <a:p>
            <a:r>
              <a:t>            "auc_prc": 0.24364200589496596,</a:t>
            </a:r>
          </a:p>
          <a:p>
            <a:r>
              <a:t>            "average_precision": 0.2524883734368554,</a:t>
            </a:r>
          </a:p>
          <a:p>
            <a:r>
              <a:t>            "balanced_accuracy": 0.6021505376344086,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270,</a:t>
            </a:r>
          </a:p>
          <a:p>
            <a:r>
              <a:t>                40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16,</a:t>
            </a:r>
          </a:p>
          <a:p>
            <a:r>
              <a:t>                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0.2222222222222222,</a:t>
            </a:r>
          </a:p>
          <a:p>
            <a:r>
              <a:t>            "positive_count": 24,</a:t>
            </a:r>
          </a:p>
          <a:p>
            <a:r>
              <a:t>            "positive_rate": 0.0718562874251497,</a:t>
            </a:r>
          </a:p>
          <a:p>
            <a:r>
              <a:t>            "precision": 0.16666666666666666,</a:t>
            </a:r>
          </a:p>
          <a:p>
            <a:r>
              <a:t>            "recall": 0.3333333333333333,</a:t>
            </a:r>
          </a:p>
          <a:p>
            <a:r>
              <a:t>            "roc_auc": 0.690994623655914,</a:t>
            </a:r>
          </a:p>
          <a:p>
            <a:r>
              <a:t>            "row_count": 334,</a:t>
            </a:r>
          </a:p>
          <a:p>
            <a:r>
              <a:t>            "threshold": 0.7499999999999999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0.7837837837837838,</a:t>
            </a:r>
          </a:p>
          <a:p>
            <a:r>
              <a:t>            "auc_prc": 0.11896043542941717,</a:t>
            </a:r>
          </a:p>
          <a:p>
            <a:r>
              <a:t>            "average_precision": 0.12507237987658784,</a:t>
            </a:r>
          </a:p>
          <a:p>
            <a:r>
              <a:t>            "balanced_accuracy": 0.5570026761819804,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251,</a:t>
            </a:r>
          </a:p>
          <a:p>
            <a:r>
              <a:t>                44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28,</a:t>
            </a:r>
          </a:p>
          <a:p>
            <a:r>
              <a:t>                10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0.21739130434782608,</a:t>
            </a:r>
          </a:p>
          <a:p>
            <a:r>
              <a:t>            "positive_count": 38,</a:t>
            </a:r>
          </a:p>
          <a:p>
            <a:r>
              <a:t>            "positive_rate": 0.11411411411411411,</a:t>
            </a:r>
          </a:p>
          <a:p>
            <a:r>
              <a:t>            "precision": 0.18518518518518517,</a:t>
            </a:r>
          </a:p>
          <a:p>
            <a:r>
              <a:t>            "recall": 0.2631578947368421,</a:t>
            </a:r>
          </a:p>
          <a:p>
            <a:r>
              <a:t>            "roc_auc": 0.4840321141837645,</a:t>
            </a:r>
          </a:p>
          <a:p>
            <a:r>
              <a:t>            "row_count": 333,</a:t>
            </a:r>
          </a:p>
          <a:p>
            <a:r>
              <a:t>            "threshold": 0.7499999999999999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0.7904191616766467,</a:t>
            </a:r>
          </a:p>
          <a:p>
            <a:r>
              <a:t>            "auc_prc": 0.08825267951039667,</a:t>
            </a:r>
          </a:p>
          <a:p>
            <a:r>
              <a:t>            "average_precision": 0.09522466895436131,</a:t>
            </a:r>
          </a:p>
          <a:p>
            <a:r>
              <a:t>            "balanced_accuracy": 0.5219086021505376,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259,</a:t>
            </a:r>
          </a:p>
          <a:p>
            <a:r>
              <a:t>                51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19,</a:t>
            </a:r>
          </a:p>
          <a:p>
            <a:r>
              <a:t>                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0.125,</a:t>
            </a:r>
          </a:p>
          <a:p>
            <a:r>
              <a:t>            "positive_count": 24,</a:t>
            </a:r>
          </a:p>
          <a:p>
            <a:r>
              <a:t>            "positive_rate": 0.0718562874251497,</a:t>
            </a:r>
          </a:p>
          <a:p>
            <a:r>
              <a:t>            "precision": 0.08928571428571429,</a:t>
            </a:r>
          </a:p>
          <a:p>
            <a:r>
              <a:t>            "recall": 0.20833333333333334,</a:t>
            </a:r>
          </a:p>
          <a:p>
            <a:r>
              <a:t>            "roc_auc": 0.5790322580645161,</a:t>
            </a:r>
          </a:p>
          <a:p>
            <a:r>
              <a:t>            "row_count": 334,</a:t>
            </a:r>
          </a:p>
          <a:p>
            <a:r>
              <a:t>            "threshold": 0.62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0.47604790419161674,</a:t>
            </a:r>
          </a:p>
          <a:p>
            <a:r>
              <a:t>            "auc_prc": 0.24085473423536816,</a:t>
            </a:r>
          </a:p>
          <a:p>
            <a:r>
              <a:t>            "average_precision": 0.2535460629929718,</a:t>
            </a:r>
          </a:p>
          <a:p>
            <a:r>
              <a:t>            "balanced_accuracy": 0.6216397849462365,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140,</a:t>
            </a:r>
          </a:p>
          <a:p>
            <a:r>
              <a:t>                170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5,</a:t>
            </a:r>
          </a:p>
          <a:p>
            <a:r>
              <a:t>                19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0.17840375586854457,</a:t>
            </a:r>
          </a:p>
          <a:p>
            <a:r>
              <a:t>            "positive_count": 24,</a:t>
            </a:r>
          </a:p>
          <a:p>
            <a:r>
              <a:t>            "positive_rate": 0.0718562874251497,</a:t>
            </a:r>
          </a:p>
          <a:p>
            <a:r>
              <a:t>            "precision": 0.10052910052910052,</a:t>
            </a:r>
          </a:p>
          <a:p>
            <a:r>
              <a:t>            "recall": 0.7916666666666666,</a:t>
            </a:r>
          </a:p>
          <a:p>
            <a:r>
              <a:t>            "roc_auc": 0.7353494623655914,</a:t>
            </a:r>
          </a:p>
          <a:p>
            <a:r>
              <a:t>            "row_count": 334,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0.0748502994011976,</a:t>
            </a:r>
          </a:p>
          <a:p>
            <a:r>
              <a:t>            "auc_prc": 0.04391688228312646,</a:t>
            </a:r>
          </a:p>
          <a:p>
            <a:r>
              <a:t>            "average_precision": 0.04621492548233585,</a:t>
            </a:r>
          </a:p>
          <a:p>
            <a:r>
              <a:t>            "balanced_accuracy": 0.5016129032258064,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1,</a:t>
            </a:r>
          </a:p>
          <a:p>
            <a:r>
              <a:t>                309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24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0.13445378151260504,</a:t>
            </a:r>
          </a:p>
          <a:p>
            <a:r>
              <a:t>            "positive_count": 24,</a:t>
            </a:r>
          </a:p>
          <a:p>
            <a:r>
              <a:t>            "positive_rate": 0.0718562874251497,</a:t>
            </a:r>
          </a:p>
          <a:p>
            <a:r>
              <a:t>            "precision": 0.07207207207207207,</a:t>
            </a:r>
          </a:p>
          <a:p>
            <a:r>
              <a:t>            "recall": 1.0,</a:t>
            </a:r>
          </a:p>
          <a:p>
            <a:r>
              <a:t>            "roc_auc": 0.24744623655913978,</a:t>
            </a:r>
          </a:p>
          <a:p>
            <a:r>
              <a:t>            "row_count": 334,</a:t>
            </a:r>
          </a:p>
          <a:p>
            <a:r>
              <a:t>            "threshold": 0.3499999999999999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"IntelDAOS",</a:t>
            </a:r>
          </a:p>
          <a:p>
            <a:r>
              <a:t>      "level": 20,</a:t>
            </a:r>
          </a:p>
          <a:p>
            <a:r>
              <a:t>      "old_validation": {</a:t>
            </a:r>
          </a:p>
          <a:p>
            <a:r>
              <a:t>        "project": "IntelDAOS",</a:t>
            </a:r>
          </a:p>
          <a:p>
            <a:r>
              <a:t>        "level": 20,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"Tasks/task-summaries/validate-refactored-model-per-dataset-20260927-134055/artifacts/cluster-run/inteldaos/results/model/words_20/RF/baseline/metrics.json",</a:t>
            </a:r>
          </a:p>
          <a:p>
            <a:r>
              <a:t>        "blob_sha1": "7582dc95b7edd1c0b183e5cbdb1320d8b5499391",</a:t>
            </a:r>
          </a:p>
          <a:p>
            <a:r>
              <a:t>        "sha256": "708ba44db3835b32f740003820c69ee9e9255502c7af7095e164ded2eb40ed0e",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0.8293413173652695,</a:t>
            </a:r>
          </a:p>
          <a:p>
            <a:r>
              <a:t>            "auc_prc": 0.10267715858007523,</a:t>
            </a:r>
          </a:p>
          <a:p>
            <a:r>
              <a:t>            "average_precision": 0.12024835361654783,</a:t>
            </a:r>
          </a:p>
          <a:p>
            <a:r>
              <a:t>            "balanced_accuracy": 0.5284090909090909,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273,</a:t>
            </a:r>
          </a:p>
          <a:p>
            <a:r>
              <a:t>                39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18,</a:t>
            </a:r>
          </a:p>
          <a:p>
            <a:r>
              <a:t>                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0.12307692307692308,</a:t>
            </a:r>
          </a:p>
          <a:p>
            <a:r>
              <a:t>            "positive_count": 22,</a:t>
            </a:r>
          </a:p>
          <a:p>
            <a:r>
              <a:t>            "positive_rate": 0.0658682634730539,</a:t>
            </a:r>
          </a:p>
          <a:p>
            <a:r>
              <a:t>            "precision": 0.09302325581395349,</a:t>
            </a:r>
          </a:p>
          <a:p>
            <a:r>
              <a:t>            "recall": 0.18181818181818182,</a:t>
            </a:r>
          </a:p>
          <a:p>
            <a:r>
              <a:t>            "roc_auc": 0.6401515151515151,</a:t>
            </a:r>
          </a:p>
          <a:p>
            <a:r>
              <a:t>            "row_count": 334,</a:t>
            </a:r>
          </a:p>
          <a:p>
            <a:r>
              <a:t>            "threshold": 0.24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0.8168168168168168,</a:t>
            </a:r>
          </a:p>
          <a:p>
            <a:r>
              <a:t>            "auc_prc": 0.10197530076979065,</a:t>
            </a:r>
          </a:p>
          <a:p>
            <a:r>
              <a:t>            "average_precision": 0.10992895053578891,</a:t>
            </a:r>
          </a:p>
          <a:p>
            <a:r>
              <a:t>            "balanced_accuracy": 0.553960396039604,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265,</a:t>
            </a:r>
          </a:p>
          <a:p>
            <a:r>
              <a:t>                38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23,</a:t>
            </a:r>
          </a:p>
          <a:p>
            <a:r>
              <a:t>                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0.18666666666666668,</a:t>
            </a:r>
          </a:p>
          <a:p>
            <a:r>
              <a:t>            "positive_count": 30,</a:t>
            </a:r>
          </a:p>
          <a:p>
            <a:r>
              <a:t>            "positive_rate": 0.09009009009009009,</a:t>
            </a:r>
          </a:p>
          <a:p>
            <a:r>
              <a:t>            "precision": 0.15555555555555556,</a:t>
            </a:r>
          </a:p>
          <a:p>
            <a:r>
              <a:t>            "recall": 0.23333333333333334,</a:t>
            </a:r>
          </a:p>
          <a:p>
            <a:r>
              <a:t>            "roc_auc": 0.5012651265126513,</a:t>
            </a:r>
          </a:p>
          <a:p>
            <a:r>
              <a:t>            "row_count": 333,</a:t>
            </a:r>
          </a:p>
          <a:p>
            <a:r>
              <a:t>            "threshold": 0.24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"IntelDAOS",</a:t>
            </a:r>
          </a:p>
          <a:p>
            <a:r>
              <a:t>        "level": 20,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"Tasks/task-summaries/validate-refactored-model-per-dataset-20260927-134055/artifacts/cluster-run/inteldaos/results/model/words_20/XGboost/baseline/metrics.json",</a:t>
            </a:r>
          </a:p>
          <a:p>
            <a:r>
              <a:t>        "blob_sha1": "2e6688a70789554aab9930c43ed91fb8c7bab70a",</a:t>
            </a:r>
          </a:p>
          <a:p>
            <a:r>
              <a:t>        "sha256": "781dd67aa8af284c907c312ca170c80a913386ef194153ef53e729d22d74c3f9",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0.39221556886227543,</a:t>
            </a:r>
          </a:p>
          <a:p>
            <a:r>
              <a:t>            "auc_prc": 0.14383687240703827,</a:t>
            </a:r>
          </a:p>
          <a:p>
            <a:r>
              <a:t>            "average_precision": 0.16674232970151925,</a:t>
            </a:r>
          </a:p>
          <a:p>
            <a:r>
              <a:t>            "balanced_accuracy": 0.5479312354312355,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115,</a:t>
            </a:r>
          </a:p>
          <a:p>
            <a:r>
              <a:t>                197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6,</a:t>
            </a:r>
          </a:p>
          <a:p>
            <a:r>
              <a:t>                16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0.13617021276595745,</a:t>
            </a:r>
          </a:p>
          <a:p>
            <a:r>
              <a:t>            "positive_count": 22,</a:t>
            </a:r>
          </a:p>
          <a:p>
            <a:r>
              <a:t>            "positive_rate": 0.0658682634730539,</a:t>
            </a:r>
          </a:p>
          <a:p>
            <a:r>
              <a:t>            "precision": 0.07511737089201878,</a:t>
            </a:r>
          </a:p>
          <a:p>
            <a:r>
              <a:t>            "recall": 0.7272727272727273,</a:t>
            </a:r>
          </a:p>
          <a:p>
            <a:r>
              <a:t>            "roc_auc": 0.664918414918415,</a:t>
            </a:r>
          </a:p>
          <a:p>
            <a:r>
              <a:t>            "row_count": 334,</a:t>
            </a:r>
          </a:p>
          <a:p>
            <a:r>
              <a:t>            "threshold": 0.06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0.42342342342342343,</a:t>
            </a:r>
          </a:p>
          <a:p>
            <a:r>
              <a:t>            "auc_prc": 0.09684563339193936,</a:t>
            </a:r>
          </a:p>
          <a:p>
            <a:r>
              <a:t>            "average_precision": 0.10643066633232517,</a:t>
            </a:r>
          </a:p>
          <a:p>
            <a:r>
              <a:t>            "balanced_accuracy": 0.517986798679868,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122,</a:t>
            </a:r>
          </a:p>
          <a:p>
            <a:r>
              <a:t>                181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11,</a:t>
            </a:r>
          </a:p>
          <a:p>
            <a:r>
              <a:t>                19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0.16521739130434784,</a:t>
            </a:r>
          </a:p>
          <a:p>
            <a:r>
              <a:t>            "positive_count": 30,</a:t>
            </a:r>
          </a:p>
          <a:p>
            <a:r>
              <a:t>            "positive_rate": 0.09009009009009009,</a:t>
            </a:r>
          </a:p>
          <a:p>
            <a:r>
              <a:t>            "precision": 0.095,</a:t>
            </a:r>
          </a:p>
          <a:p>
            <a:r>
              <a:t>            "recall": 0.6333333333333333,</a:t>
            </a:r>
          </a:p>
          <a:p>
            <a:r>
              <a:t>            "roc_auc": 0.49587458745874585,</a:t>
            </a:r>
          </a:p>
          <a:p>
            <a:r>
              <a:t>            "row_count": 333,</a:t>
            </a:r>
          </a:p>
          <a:p>
            <a:r>
              <a:t>            "threshold": 0.06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0.9341317365269461,</a:t>
            </a:r>
          </a:p>
          <a:p>
            <a:r>
              <a:t>            "auc_prc": 0.11494928997175463,</a:t>
            </a:r>
          </a:p>
          <a:p>
            <a:r>
              <a:t>            "average_precision": 0.12334783891373455,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312,</a:t>
            </a:r>
          </a:p>
          <a:p>
            <a:r>
              <a:t>                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22,</a:t>
            </a:r>
          </a:p>
          <a:p>
            <a:r>
              <a:t>                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0.0,</a:t>
            </a:r>
          </a:p>
          <a:p>
            <a:r>
              <a:t>            "positive_count": 22,</a:t>
            </a:r>
          </a:p>
          <a:p>
            <a:r>
              <a:t>            "positive_rate": 0.0658682634730539,</a:t>
            </a:r>
          </a:p>
          <a:p>
            <a:r>
              <a:t>            "precision": 0.0,</a:t>
            </a:r>
          </a:p>
          <a:p>
            <a:r>
              <a:t>            "recall": 0.0,</a:t>
            </a:r>
          </a:p>
          <a:p>
            <a:r>
              <a:t>            "roc_auc": 0.6968240093240093,</a:t>
            </a:r>
          </a:p>
          <a:p>
            <a:r>
              <a:t>            "row_count": 334,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0.8473053892215568,</a:t>
            </a:r>
          </a:p>
          <a:p>
            <a:r>
              <a:t>            "auc_prc": 0.09170655130308569,</a:t>
            </a:r>
          </a:p>
          <a:p>
            <a:r>
              <a:t>            "average_precision": 0.10029835145415074,</a:t>
            </a:r>
          </a:p>
          <a:p>
            <a:r>
              <a:t>            "balanced_accuracy": 0.5380244755244755,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279,</a:t>
            </a:r>
          </a:p>
          <a:p>
            <a:r>
              <a:t>                33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18,</a:t>
            </a:r>
          </a:p>
          <a:p>
            <a:r>
              <a:t>                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0.13559322033898308,</a:t>
            </a:r>
          </a:p>
          <a:p>
            <a:r>
              <a:t>            "positive_count": 22,</a:t>
            </a:r>
          </a:p>
          <a:p>
            <a:r>
              <a:t>            "positive_rate": 0.0658682634730539,</a:t>
            </a:r>
          </a:p>
          <a:p>
            <a:r>
              <a:t>            "precision": 0.10810810810810811,</a:t>
            </a:r>
          </a:p>
          <a:p>
            <a:r>
              <a:t>            "recall": 0.18181818181818182,</a:t>
            </a:r>
          </a:p>
          <a:p>
            <a:r>
              <a:t>            "roc_auc": 0.6212121212121212,</a:t>
            </a:r>
          </a:p>
          <a:p>
            <a:r>
              <a:t>            "row_count": 334,</a:t>
            </a:r>
          </a:p>
          <a:p>
            <a:r>
              <a:t>            "threshold": 0.6599999999999999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0.0688622754491018,</a:t>
            </a:r>
          </a:p>
          <a:p>
            <a:r>
              <a:t>            "auc_prc": 0.038876296826924256,</a:t>
            </a:r>
          </a:p>
          <a:p>
            <a:r>
              <a:t>            "average_precision": 0.040892791478311374,</a:t>
            </a:r>
          </a:p>
          <a:p>
            <a:r>
              <a:t>            "balanced_accuracy": 0.5016025641025641,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1,</a:t>
            </a:r>
          </a:p>
          <a:p>
            <a:r>
              <a:t>                311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22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0.12394366197183097,</a:t>
            </a:r>
          </a:p>
          <a:p>
            <a:r>
              <a:t>            "positive_count": 22,</a:t>
            </a:r>
          </a:p>
          <a:p>
            <a:r>
              <a:t>            "positive_rate": 0.0658682634730539,</a:t>
            </a:r>
          </a:p>
          <a:p>
            <a:r>
              <a:t>            "precision": 0.06606606606606606,</a:t>
            </a:r>
          </a:p>
          <a:p>
            <a:r>
              <a:t>            "recall": 1.0,</a:t>
            </a:r>
          </a:p>
          <a:p>
            <a:r>
              <a:t>            "roc_auc": 0.20964452214452214,</a:t>
            </a:r>
          </a:p>
          <a:p>
            <a:r>
              <a:t>            "row_count": 334,</a:t>
            </a:r>
          </a:p>
          <a:p>
            <a:r>
              <a:t>            "threshold": 0.3499999999999999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5,</a:t>
            </a:r>
          </a:p>
          <a:p>
            <a:r>
              <a:t>      "old_validation": {</a:t>
            </a:r>
          </a:p>
          <a:p>
            <a:r>
              <a:t>        "project": "Jira",</a:t>
            </a:r>
          </a:p>
          <a:p>
            <a:r>
              <a:t>        "level": 5,</a:t>
            </a:r>
          </a:p>
          <a:p>
            <a:r>
              <a:t>        "model": "XGboost",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"Tasks/task-summaries/validate-refactored-model-per-dataset-20260927-134055/artifacts/cluster-run/jira/results/model/words_5/XGboost/refactored/metrics.json",</a:t>
            </a:r>
          </a:p>
          <a:p>
            <a:r>
              <a:t>        "blob_sha1": "45a2517b7d093936ffc7a76f5f084e09f270d15d",</a:t>
            </a:r>
          </a:p>
          <a:p>
            <a:r>
              <a:t>        "sha256": "be6e8b351aa23f3112f21b0224f454702a670caa6f5c36857c344665a2d69f29",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0.6613924050632911,</a:t>
            </a:r>
          </a:p>
          <a:p>
            <a:r>
              <a:t>            "auc_prc": 0.5753418831841499,</a:t>
            </a:r>
          </a:p>
          <a:p>
            <a:r>
              <a:t>            "average_precision": 0.5790822636139572,</a:t>
            </a:r>
          </a:p>
          <a:p>
            <a:r>
              <a:t>            "balanced_accuracy": 0.657252215954875,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88,</a:t>
            </a:r>
          </a:p>
          <a:p>
            <a:r>
              <a:t>                58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49,</a:t>
            </a:r>
          </a:p>
          <a:p>
            <a:r>
              <a:t>                121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0.6934097421203439,</a:t>
            </a:r>
          </a:p>
          <a:p>
            <a:r>
              <a:t>            "positive_count": 170,</a:t>
            </a:r>
          </a:p>
          <a:p>
            <a:r>
              <a:t>            "positive_rate": 0.5379746835443038,</a:t>
            </a:r>
          </a:p>
          <a:p>
            <a:r>
              <a:t>            "precision": 0.6759776536312849,</a:t>
            </a:r>
          </a:p>
          <a:p>
            <a:r>
              <a:t>            "recall": 0.711764705882353,</a:t>
            </a:r>
          </a:p>
          <a:p>
            <a:r>
              <a:t>            "roc_auc": 0.6402095084609186,</a:t>
            </a:r>
          </a:p>
          <a:p>
            <a:r>
              <a:t>            "row_count": 316,</a:t>
            </a:r>
          </a:p>
          <a:p>
            <a:r>
              <a:t>            "threshold": 0.3499999999999999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0.8471337579617835,</a:t>
            </a:r>
          </a:p>
          <a:p>
            <a:r>
              <a:t>            "auc_prc": 0.9235899542066995,</a:t>
            </a:r>
          </a:p>
          <a:p>
            <a:r>
              <a:t>            "average_precision": 0.9237801540784717,</a:t>
            </a:r>
          </a:p>
          <a:p>
            <a:r>
              <a:t>            "balanced_accuracy": 0.8469561688311689,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137,</a:t>
            </a:r>
          </a:p>
          <a:p>
            <a:r>
              <a:t>                23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25,</a:t>
            </a:r>
          </a:p>
          <a:p>
            <a:r>
              <a:t>                129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0.8431372549019608,</a:t>
            </a:r>
          </a:p>
          <a:p>
            <a:r>
              <a:t>            "positive_count": 154,</a:t>
            </a:r>
          </a:p>
          <a:p>
            <a:r>
              <a:t>            "positive_rate": 0.49044585987261147,</a:t>
            </a:r>
          </a:p>
          <a:p>
            <a:r>
              <a:t>            "precision": 0.8486842105263158,</a:t>
            </a:r>
          </a:p>
          <a:p>
            <a:r>
              <a:t>            "recall": 0.8376623376623377,</a:t>
            </a:r>
          </a:p>
          <a:p>
            <a:r>
              <a:t>            "roc_auc": 0.907224025974026,</a:t>
            </a:r>
          </a:p>
          <a:p>
            <a:r>
              <a:t>            "row_count": 314,</a:t>
            </a:r>
          </a:p>
          <a:p>
            <a:r>
              <a:t>            "threshold": 0.3499999999999999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"Jira",</a:t>
            </a:r>
          </a:p>
          <a:p>
            <a:r>
              <a:t>        "level": 5,</a:t>
            </a:r>
          </a:p>
          <a:p>
            <a:r>
              <a:t>        "model": "NN",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"Tasks/task-summaries/validate-refactored-model-per-dataset-20260927-134055/artifacts/cluster-run/jira/results/model/words_5/NN/refactored/metrics.json",</a:t>
            </a:r>
          </a:p>
          <a:p>
            <a:r>
              <a:t>        "blob_sha1": "8ca7b1e7163da9e46fec3a01351ff73c5897ba29",</a:t>
            </a:r>
          </a:p>
          <a:p>
            <a:r>
              <a:t>        "sha256": "a97052648a43ad6d9be1b379d9b431cfea89e1cf4634aea5dd1881ee92274cae",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0.6139240506329114,</a:t>
            </a:r>
          </a:p>
          <a:p>
            <a:r>
              <a:t>            "auc_prc": 0.5816971080657576,</a:t>
            </a:r>
          </a:p>
          <a:p>
            <a:r>
              <a:t>            "average_precision": 0.5852938338755023,</a:t>
            </a:r>
          </a:p>
          <a:p>
            <a:r>
              <a:t>            "balanced_accuracy": 0.6087832393231265,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79,</a:t>
            </a:r>
          </a:p>
          <a:p>
            <a:r>
              <a:t>                67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55,</a:t>
            </a:r>
          </a:p>
          <a:p>
            <a:r>
              <a:t>                115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0.6534090909090909,</a:t>
            </a:r>
          </a:p>
          <a:p>
            <a:r>
              <a:t>            "positive_count": 170,</a:t>
            </a:r>
          </a:p>
          <a:p>
            <a:r>
              <a:t>            "positive_rate": 0.5379746835443038,</a:t>
            </a:r>
          </a:p>
          <a:p>
            <a:r>
              <a:t>            "precision": 0.6318681318681318,</a:t>
            </a:r>
          </a:p>
          <a:p>
            <a:r>
              <a:t>            "recall": 0.6764705882352942,</a:t>
            </a:r>
          </a:p>
          <a:p>
            <a:r>
              <a:t>            "roc_auc": 0.6118855761482676,</a:t>
            </a:r>
          </a:p>
          <a:p>
            <a:r>
              <a:t>            "row_count": 316,</a:t>
            </a:r>
          </a:p>
          <a:p>
            <a:r>
              <a:t>            "threshold": 0.06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0.7898089171974523,</a:t>
            </a:r>
          </a:p>
          <a:p>
            <a:r>
              <a:t>            "auc_prc": 0.9000547166158699,</a:t>
            </a:r>
          </a:p>
          <a:p>
            <a:r>
              <a:t>            "average_precision": 0.9003306202027666,</a:t>
            </a:r>
          </a:p>
          <a:p>
            <a:r>
              <a:t>            "balanced_accuracy": 0.790340909090909,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122,</a:t>
            </a:r>
          </a:p>
          <a:p>
            <a:r>
              <a:t>                38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28,</a:t>
            </a:r>
          </a:p>
          <a:p>
            <a:r>
              <a:t>                126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0.7924528301886793,</a:t>
            </a:r>
          </a:p>
          <a:p>
            <a:r>
              <a:t>            "positive_count": 154,</a:t>
            </a:r>
          </a:p>
          <a:p>
            <a:r>
              <a:t>            "positive_rate": 0.49044585987261147,</a:t>
            </a:r>
          </a:p>
          <a:p>
            <a:r>
              <a:t>            "precision": 0.7682926829268293,</a:t>
            </a:r>
          </a:p>
          <a:p>
            <a:r>
              <a:t>            "recall": 0.8181818181818182,</a:t>
            </a:r>
          </a:p>
          <a:p>
            <a:r>
              <a:t>            "roc_auc": 0.8744318181818181,</a:t>
            </a:r>
          </a:p>
          <a:p>
            <a:r>
              <a:t>            "row_count": 314,</a:t>
            </a:r>
          </a:p>
          <a:p>
            <a:r>
              <a:t>            "threshold": 0.06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0.569620253164557,</a:t>
            </a:r>
          </a:p>
          <a:p>
            <a:r>
              <a:t>            "auc_prc": 0.5645963940223742,</a:t>
            </a:r>
          </a:p>
          <a:p>
            <a:r>
              <a:t>            "average_precision": 0.5680404912933061,</a:t>
            </a:r>
          </a:p>
          <a:p>
            <a:r>
              <a:t>            "balanced_accuracy": 0.5763094278807414,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97,</a:t>
            </a:r>
          </a:p>
          <a:p>
            <a:r>
              <a:t>                49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87,</a:t>
            </a:r>
          </a:p>
          <a:p>
            <a:r>
              <a:t>                83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0.5496688741721855,</a:t>
            </a:r>
          </a:p>
          <a:p>
            <a:r>
              <a:t>            "positive_count": 170,</a:t>
            </a:r>
          </a:p>
          <a:p>
            <a:r>
              <a:t>            "positive_rate": 0.5379746835443038,</a:t>
            </a:r>
          </a:p>
          <a:p>
            <a:r>
              <a:t>            "precision": 0.6287878787878788,</a:t>
            </a:r>
          </a:p>
          <a:p>
            <a:r>
              <a:t>            "recall": 0.48823529411764705,</a:t>
            </a:r>
          </a:p>
          <a:p>
            <a:r>
              <a:t>            "roc_auc": 0.6177276390008059,</a:t>
            </a:r>
          </a:p>
          <a:p>
            <a:r>
              <a:t>            "row_count": 316,</a:t>
            </a:r>
          </a:p>
          <a:p>
            <a:r>
              <a:t>            "threshold": 0.15999999999999998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0.4525316455696203,</a:t>
            </a:r>
          </a:p>
          <a:p>
            <a:r>
              <a:t>            "auc_prc": 0.5642034792673198,</a:t>
            </a:r>
          </a:p>
          <a:p>
            <a:r>
              <a:t>            "average_precision": 0.5676999374237698,</a:t>
            </a:r>
          </a:p>
          <a:p>
            <a:r>
              <a:t>            "balanced_accuracy": 0.4742546333601934,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111,</a:t>
            </a:r>
          </a:p>
          <a:p>
            <a:r>
              <a:t>                35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138,</a:t>
            </a:r>
          </a:p>
          <a:p>
            <a:r>
              <a:t>                32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0.270042194092827,</a:t>
            </a:r>
          </a:p>
          <a:p>
            <a:r>
              <a:t>            "positive_count": 170,</a:t>
            </a:r>
          </a:p>
          <a:p>
            <a:r>
              <a:t>            "positive_rate": 0.5379746835443038,</a:t>
            </a:r>
          </a:p>
          <a:p>
            <a:r>
              <a:t>            "precision": 0.47761194029850745,</a:t>
            </a:r>
          </a:p>
          <a:p>
            <a:r>
              <a:t>            "recall": 0.18823529411764706,</a:t>
            </a:r>
          </a:p>
          <a:p>
            <a:r>
              <a:t>            "roc_auc": 0.6155922643029814,</a:t>
            </a:r>
          </a:p>
          <a:p>
            <a:r>
              <a:t>            "row_count": 316,</a:t>
            </a:r>
          </a:p>
          <a:p>
            <a:r>
              <a:t>            "threshold": 0.33999999999999997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0.5379746835443038,</a:t>
            </a:r>
          </a:p>
          <a:p>
            <a:r>
              <a:t>            "auc_prc": 0.458049610834202,</a:t>
            </a:r>
          </a:p>
          <a:p>
            <a:r>
              <a:t>            "average_precision": 0.4616950937815898,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146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170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0.6995884773662552,</a:t>
            </a:r>
          </a:p>
          <a:p>
            <a:r>
              <a:t>            "positive_count": 170,</a:t>
            </a:r>
          </a:p>
          <a:p>
            <a:r>
              <a:t>            "positive_rate": 0.5379746835443038,</a:t>
            </a:r>
          </a:p>
          <a:p>
            <a:r>
              <a:t>            "precision": 0.5379746835443038,</a:t>
            </a:r>
          </a:p>
          <a:p>
            <a:r>
              <a:t>            "recall": 1.0,</a:t>
            </a:r>
          </a:p>
          <a:p>
            <a:r>
              <a:t>            "roc_auc": 0.3581788879935536,</a:t>
            </a:r>
          </a:p>
          <a:p>
            <a:r>
              <a:t>            "row_count": 316,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10,</a:t>
            </a:r>
          </a:p>
          <a:p>
            <a:r>
              <a:t>      "old_validation": {</a:t>
            </a:r>
          </a:p>
          <a:p>
            <a:r>
              <a:t>        "project": "Jira",</a:t>
            </a:r>
          </a:p>
          <a:p>
            <a:r>
              <a:t>        "level": 10,</a:t>
            </a:r>
          </a:p>
          <a:p>
            <a:r>
              <a:t>        "model": "XGboost",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"Tasks/task-summaries/validate-refactored-model-per-dataset-20260927-134055/artifacts/cluster-run/jira/results/model/words_10/XGboost/refactored/metrics.json",</a:t>
            </a:r>
          </a:p>
          <a:p>
            <a:r>
              <a:t>        "blob_sha1": "72dcc95b5b2cc382682eb5cc948604e937a5d74e",</a:t>
            </a:r>
          </a:p>
          <a:p>
            <a:r>
              <a:t>        "sha256": "a6a9a9b963d253a4a76550da47d45f8929366118a7f270b69a9d20fe1313f057",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0.7436708860759493,</a:t>
            </a:r>
          </a:p>
          <a:p>
            <a:r>
              <a:t>            "auc_prc": 0.5661166448407884,</a:t>
            </a:r>
          </a:p>
          <a:p>
            <a:r>
              <a:t>            "average_precision": 0.5759045306249805,</a:t>
            </a:r>
          </a:p>
          <a:p>
            <a:r>
              <a:t>            "balanced_accuracy": 0.7383664955070603,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91,</a:t>
            </a:r>
          </a:p>
          <a:p>
            <a:r>
              <a:t>                61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20,</a:t>
            </a:r>
          </a:p>
          <a:p>
            <a:r>
              <a:t>                144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0.7804878048780488,</a:t>
            </a:r>
          </a:p>
          <a:p>
            <a:r>
              <a:t>            "positive_count": 164,</a:t>
            </a:r>
          </a:p>
          <a:p>
            <a:r>
              <a:t>            "positive_rate": 0.5189873417721519,</a:t>
            </a:r>
          </a:p>
          <a:p>
            <a:r>
              <a:t>            "precision": 0.7024390243902439,</a:t>
            </a:r>
          </a:p>
          <a:p>
            <a:r>
              <a:t>            "recall": 0.8780487804878049,</a:t>
            </a:r>
          </a:p>
          <a:p>
            <a:r>
              <a:t>            "roc_auc": 0.6604621309370988,</a:t>
            </a:r>
          </a:p>
          <a:p>
            <a:r>
              <a:t>            "row_count": 316,</a:t>
            </a:r>
          </a:p>
          <a:p>
            <a:r>
              <a:t>            "threshold": 0.31999999999999995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0.8694267515923567,</a:t>
            </a:r>
          </a:p>
          <a:p>
            <a:r>
              <a:t>            "auc_prc": 0.9258057267313121,</a:t>
            </a:r>
          </a:p>
          <a:p>
            <a:r>
              <a:t>            "average_precision": 0.9260769786502197,</a:t>
            </a:r>
          </a:p>
          <a:p>
            <a:r>
              <a:t>            "balanced_accuracy": 0.8710201429499675,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133,</a:t>
            </a:r>
          </a:p>
          <a:p>
            <a:r>
              <a:t>                29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12,</a:t>
            </a:r>
          </a:p>
          <a:p>
            <a:r>
              <a:t>                140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0.8722741433021807,</a:t>
            </a:r>
          </a:p>
          <a:p>
            <a:r>
              <a:t>            "positive_count": 152,</a:t>
            </a:r>
          </a:p>
          <a:p>
            <a:r>
              <a:t>            "positive_rate": 0.4840764331210191,</a:t>
            </a:r>
          </a:p>
          <a:p>
            <a:r>
              <a:t>            "precision": 0.8284023668639053,</a:t>
            </a:r>
          </a:p>
          <a:p>
            <a:r>
              <a:t>            "recall": 0.9210526315789473,</a:t>
            </a:r>
          </a:p>
          <a:p>
            <a:r>
              <a:t>            "roc_auc": 0.9151234567901234,</a:t>
            </a:r>
          </a:p>
          <a:p>
            <a:r>
              <a:t>            "row_count": 314,</a:t>
            </a:r>
          </a:p>
          <a:p>
            <a:r>
              <a:t>            "threshold": 0.31999999999999995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"Jira",</a:t>
            </a:r>
          </a:p>
          <a:p>
            <a:r>
              <a:t>        "level": 10,</a:t>
            </a:r>
          </a:p>
          <a:p>
            <a:r>
              <a:t>        "model": "NN",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"Tasks/task-summaries/validate-refactored-model-per-dataset-20260927-134055/artifacts/cluster-run/jira/results/model/words_10/NN/refactored/metrics.json",</a:t>
            </a:r>
          </a:p>
          <a:p>
            <a:r>
              <a:t>        "blob_sha1": "b24526c148a31c98ffc99ff58c45c1ba900a0619",</a:t>
            </a:r>
          </a:p>
          <a:p>
            <a:r>
              <a:t>        "sha256": "a3a583e130dbe4313f5f6a5df5da7cdb552950a94218399a781f08e48ef83e07",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0.6107594936708861,</a:t>
            </a:r>
          </a:p>
          <a:p>
            <a:r>
              <a:t>            "auc_prc": 0.6035949461196317,</a:t>
            </a:r>
          </a:p>
          <a:p>
            <a:r>
              <a:t>            "average_precision": 0.6072351544996657,</a:t>
            </a:r>
          </a:p>
          <a:p>
            <a:r>
              <a:t>            "balanced_accuracy": 0.6122432605905006,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99,</a:t>
            </a:r>
          </a:p>
          <a:p>
            <a:r>
              <a:t>                53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70,</a:t>
            </a:r>
          </a:p>
          <a:p>
            <a:r>
              <a:t>                94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0.6045016077170419,</a:t>
            </a:r>
          </a:p>
          <a:p>
            <a:r>
              <a:t>            "positive_count": 164,</a:t>
            </a:r>
          </a:p>
          <a:p>
            <a:r>
              <a:t>            "positive_rate": 0.5189873417721519,</a:t>
            </a:r>
          </a:p>
          <a:p>
            <a:r>
              <a:t>            "precision": 0.6394557823129252,</a:t>
            </a:r>
          </a:p>
          <a:p>
            <a:r>
              <a:t>            "recall": 0.573170731707317,</a:t>
            </a:r>
          </a:p>
          <a:p>
            <a:r>
              <a:t>            "roc_auc": 0.6732991014120667,</a:t>
            </a:r>
          </a:p>
          <a:p>
            <a:r>
              <a:t>            "row_count": 316,</a:t>
            </a:r>
          </a:p>
          <a:p>
            <a:r>
              <a:t>            "threshold": 0.5399999999999999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0.8535031847133758,</a:t>
            </a:r>
          </a:p>
          <a:p>
            <a:r>
              <a:t>            "auc_prc": 0.9130902151973606,</a:t>
            </a:r>
          </a:p>
          <a:p>
            <a:r>
              <a:t>            "average_precision": 0.9133713050390566,</a:t>
            </a:r>
          </a:p>
          <a:p>
            <a:r>
              <a:t>            "balanced_accuracy": 0.8515269655620532,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148,</a:t>
            </a:r>
          </a:p>
          <a:p>
            <a:r>
              <a:t>                14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32,</a:t>
            </a:r>
          </a:p>
          <a:p>
            <a:r>
              <a:t>                120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0.8391608391608391,</a:t>
            </a:r>
          </a:p>
          <a:p>
            <a:r>
              <a:t>            "positive_count": 152,</a:t>
            </a:r>
          </a:p>
          <a:p>
            <a:r>
              <a:t>            "positive_rate": 0.4840764331210191,</a:t>
            </a:r>
          </a:p>
          <a:p>
            <a:r>
              <a:t>            "precision": 0.8955223880597015,</a:t>
            </a:r>
          </a:p>
          <a:p>
            <a:r>
              <a:t>            "recall": 0.7894736842105263,</a:t>
            </a:r>
          </a:p>
          <a:p>
            <a:r>
              <a:t>            "roc_auc": 0.8995695256660169,</a:t>
            </a:r>
          </a:p>
          <a:p>
            <a:r>
              <a:t>            "row_count": 314,</a:t>
            </a:r>
          </a:p>
          <a:p>
            <a:r>
              <a:t>            "threshold": 0.5399999999999999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0.5854430379746836,</a:t>
            </a:r>
          </a:p>
          <a:p>
            <a:r>
              <a:t>            "auc_prc": 0.562723736183248,</a:t>
            </a:r>
          </a:p>
          <a:p>
            <a:r>
              <a:t>            "average_precision": 0.566368823511834,</a:t>
            </a:r>
          </a:p>
          <a:p>
            <a:r>
              <a:t>            "balanced_accuracy": 0.5873716302952503,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97,</a:t>
            </a:r>
          </a:p>
          <a:p>
            <a:r>
              <a:t>                55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76,</a:t>
            </a:r>
          </a:p>
          <a:p>
            <a:r>
              <a:t>                88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0.5732899022801303,</a:t>
            </a:r>
          </a:p>
          <a:p>
            <a:r>
              <a:t>            "positive_count": 164,</a:t>
            </a:r>
          </a:p>
          <a:p>
            <a:r>
              <a:t>            "positive_rate": 0.5189873417721519,</a:t>
            </a:r>
          </a:p>
          <a:p>
            <a:r>
              <a:t>            "precision": 0.6153846153846154,</a:t>
            </a:r>
          </a:p>
          <a:p>
            <a:r>
              <a:t>            "recall": 0.5365853658536586,</a:t>
            </a:r>
          </a:p>
          <a:p>
            <a:r>
              <a:t>            "roc_auc": 0.6426107188703466,</a:t>
            </a:r>
          </a:p>
          <a:p>
            <a:r>
              <a:t>            "row_count": 316,</a:t>
            </a:r>
          </a:p>
          <a:p>
            <a:r>
              <a:t>            "threshold": 0.29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0.6139240506329114,</a:t>
            </a:r>
          </a:p>
          <a:p>
            <a:r>
              <a:t>            "auc_prc": 0.5636069096405443,</a:t>
            </a:r>
          </a:p>
          <a:p>
            <a:r>
              <a:t>            "average_precision": 0.5672895566813578,</a:t>
            </a:r>
          </a:p>
          <a:p>
            <a:r>
              <a:t>            "balanced_accuracy": 0.6138478818998716,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93,</a:t>
            </a:r>
          </a:p>
          <a:p>
            <a:r>
              <a:t>                59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63,</a:t>
            </a:r>
          </a:p>
          <a:p>
            <a:r>
              <a:t>                101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0.6234567901234568,</a:t>
            </a:r>
          </a:p>
          <a:p>
            <a:r>
              <a:t>            "positive_count": 164,</a:t>
            </a:r>
          </a:p>
          <a:p>
            <a:r>
              <a:t>            "positive_rate": 0.5189873417721519,</a:t>
            </a:r>
          </a:p>
          <a:p>
            <a:r>
              <a:t>            "precision": 0.63125,</a:t>
            </a:r>
          </a:p>
          <a:p>
            <a:r>
              <a:t>            "recall": 0.6158536585365854,</a:t>
            </a:r>
          </a:p>
          <a:p>
            <a:r>
              <a:t>            "roc_auc": 0.6417281771501926,</a:t>
            </a:r>
          </a:p>
          <a:p>
            <a:r>
              <a:t>            "row_count": 316,</a:t>
            </a:r>
          </a:p>
          <a:p>
            <a:r>
              <a:t>            "threshold": 0.22999999999999998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0.5189873417721519,</a:t>
            </a:r>
          </a:p>
          <a:p>
            <a:r>
              <a:t>            "auc_prc": 0.4291190926200664,</a:t>
            </a:r>
          </a:p>
          <a:p>
            <a:r>
              <a:t>            "average_precision": 0.4327914492197392,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152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164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0.6833333333333332,</a:t>
            </a:r>
          </a:p>
          <a:p>
            <a:r>
              <a:t>            "positive_count": 164,</a:t>
            </a:r>
          </a:p>
          <a:p>
            <a:r>
              <a:t>            "positive_rate": 0.5189873417721519,</a:t>
            </a:r>
          </a:p>
          <a:p>
            <a:r>
              <a:t>            "precision": 0.5189873417721519,</a:t>
            </a:r>
          </a:p>
          <a:p>
            <a:r>
              <a:t>            "recall": 1.0,</a:t>
            </a:r>
          </a:p>
          <a:p>
            <a:r>
              <a:t>            "roc_auc": 0.34038029525032093,</a:t>
            </a:r>
          </a:p>
          <a:p>
            <a:r>
              <a:t>            "row_count": 316,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15,</a:t>
            </a:r>
          </a:p>
          <a:p>
            <a:r>
              <a:t>      "old_validation": {</a:t>
            </a:r>
          </a:p>
          <a:p>
            <a:r>
              <a:t>        "project": "Jira",</a:t>
            </a:r>
          </a:p>
          <a:p>
            <a:r>
              <a:t>        "level": 15,</a:t>
            </a:r>
          </a:p>
          <a:p>
            <a:r>
              <a:t>        "model": "XGboost",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"Tasks/task-summaries/validate-refactored-model-per-dataset-20260927-134055/artifacts/cluster-run/jira/results/model/words_15/XGboost/refactored/metrics.json",</a:t>
            </a:r>
          </a:p>
          <a:p>
            <a:r>
              <a:t>        "blob_sha1": "0913a87e24b47034f6c1d91b5ae402b4245ad91f",</a:t>
            </a:r>
          </a:p>
          <a:p>
            <a:r>
              <a:t>        "sha256": "66f3c842f5ef6fb3da76e709c6e57a476611cf919a40823f0190e3bf20428b75",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0.7088607594936709,</a:t>
            </a:r>
          </a:p>
          <a:p>
            <a:r>
              <a:t>            "auc_prc": 0.5472892979370305,</a:t>
            </a:r>
          </a:p>
          <a:p>
            <a:r>
              <a:t>            "average_precision": 0.5521474289143389,</a:t>
            </a:r>
          </a:p>
          <a:p>
            <a:r>
              <a:t>            "balanced_accuracy": 0.7071314102564102,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89,</a:t>
            </a:r>
          </a:p>
          <a:p>
            <a:r>
              <a:t>                67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25,</a:t>
            </a:r>
          </a:p>
          <a:p>
            <a:r>
              <a:t>                135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0.7458563535911602,</a:t>
            </a:r>
          </a:p>
          <a:p>
            <a:r>
              <a:t>            "positive_count": 160,</a:t>
            </a:r>
          </a:p>
          <a:p>
            <a:r>
              <a:t>            "positive_rate": 0.5063291139240507,</a:t>
            </a:r>
          </a:p>
          <a:p>
            <a:r>
              <a:t>            "precision": 0.6683168316831684,</a:t>
            </a:r>
          </a:p>
          <a:p>
            <a:r>
              <a:t>            "recall": 0.84375,</a:t>
            </a:r>
          </a:p>
          <a:p>
            <a:r>
              <a:t>            "roc_auc": 0.6557892628205129,</a:t>
            </a:r>
          </a:p>
          <a:p>
            <a:r>
              <a:t>            "row_count": 316,</a:t>
            </a:r>
          </a:p>
          <a:p>
            <a:r>
              <a:t>            "threshold": 0.20999999999999996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0.8535031847133758,</a:t>
            </a:r>
          </a:p>
          <a:p>
            <a:r>
              <a:t>            "auc_prc": 0.9222958445024516,</a:t>
            </a:r>
          </a:p>
          <a:p>
            <a:r>
              <a:t>            "average_precision": 0.9226736818655735,</a:t>
            </a:r>
          </a:p>
          <a:p>
            <a:r>
              <a:t>            "balanced_accuracy": 0.8580542264752791,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138,</a:t>
            </a:r>
          </a:p>
          <a:p>
            <a:r>
              <a:t>                33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13,</a:t>
            </a:r>
          </a:p>
          <a:p>
            <a:r>
              <a:t>                130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0.8496732026143791,</a:t>
            </a:r>
          </a:p>
          <a:p>
            <a:r>
              <a:t>            "positive_count": 143,</a:t>
            </a:r>
          </a:p>
          <a:p>
            <a:r>
              <a:t>            "positive_rate": 0.4554140127388535,</a:t>
            </a:r>
          </a:p>
          <a:p>
            <a:r>
              <a:t>            "precision": 0.7975460122699386,</a:t>
            </a:r>
          </a:p>
          <a:p>
            <a:r>
              <a:t>            "recall": 0.9090909090909091,</a:t>
            </a:r>
          </a:p>
          <a:p>
            <a:r>
              <a:t>            "roc_auc": 0.9195190774138142,</a:t>
            </a:r>
          </a:p>
          <a:p>
            <a:r>
              <a:t>            "row_count": 314,</a:t>
            </a:r>
          </a:p>
          <a:p>
            <a:r>
              <a:t>            "threshold": 0.20999999999999996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"Jira",</a:t>
            </a:r>
          </a:p>
          <a:p>
            <a:r>
              <a:t>        "level": 15,</a:t>
            </a:r>
          </a:p>
          <a:p>
            <a:r>
              <a:t>        "model": "NN",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"Tasks/task-summaries/validate-refactored-model-per-dataset-20260927-134055/artifacts/cluster-run/jira/results/model/words_15/NN/refactored/metrics.json",</a:t>
            </a:r>
          </a:p>
          <a:p>
            <a:r>
              <a:t>        "blob_sha1": "2ea42b260302839c366556cdbfb37de03b3888fe",</a:t>
            </a:r>
          </a:p>
          <a:p>
            <a:r>
              <a:t>        "sha256": "229b0c73c613855ceb6df94f53aecdd4c34a121ece28584908dbcb161d65c018",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0.6582278481012658,</a:t>
            </a:r>
          </a:p>
          <a:p>
            <a:r>
              <a:t>            "auc_prc": 0.6023896140602406,</a:t>
            </a:r>
          </a:p>
          <a:p>
            <a:r>
              <a:t>            "average_precision": 0.6061305330283797,</a:t>
            </a:r>
          </a:p>
          <a:p>
            <a:r>
              <a:t>            "balanced_accuracy": 0.6578525641025641,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98,</a:t>
            </a:r>
          </a:p>
          <a:p>
            <a:r>
              <a:t>                58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50,</a:t>
            </a:r>
          </a:p>
          <a:p>
            <a:r>
              <a:t>                110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0.6707317073170732,</a:t>
            </a:r>
          </a:p>
          <a:p>
            <a:r>
              <a:t>            "positive_count": 160,</a:t>
            </a:r>
          </a:p>
          <a:p>
            <a:r>
              <a:t>            "positive_rate": 0.5063291139240507,</a:t>
            </a:r>
          </a:p>
          <a:p>
            <a:r>
              <a:t>            "precision": 0.6547619047619048,</a:t>
            </a:r>
          </a:p>
          <a:p>
            <a:r>
              <a:t>            "recall": 0.6875,</a:t>
            </a:r>
          </a:p>
          <a:p>
            <a:r>
              <a:t>            "roc_auc": 0.6807291666666667,</a:t>
            </a:r>
          </a:p>
          <a:p>
            <a:r>
              <a:t>            "row_count": 316,</a:t>
            </a:r>
          </a:p>
          <a:p>
            <a:r>
              <a:t>            "threshold": 0.05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0.8662420382165605,</a:t>
            </a:r>
          </a:p>
          <a:p>
            <a:r>
              <a:t>            "auc_prc": 0.8887705538024393,</a:t>
            </a:r>
          </a:p>
          <a:p>
            <a:r>
              <a:t>            "average_precision": 0.8896802184012125,</a:t>
            </a:r>
          </a:p>
          <a:p>
            <a:r>
              <a:t>            "balanced_accuracy": 0.8668874984664459,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147,</a:t>
            </a:r>
          </a:p>
          <a:p>
            <a:r>
              <a:t>                24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18,</a:t>
            </a:r>
          </a:p>
          <a:p>
            <a:r>
              <a:t>                125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0.8561643835616438,</a:t>
            </a:r>
          </a:p>
          <a:p>
            <a:r>
              <a:t>            "positive_count": 143,</a:t>
            </a:r>
          </a:p>
          <a:p>
            <a:r>
              <a:t>            "positive_rate": 0.4554140127388535,</a:t>
            </a:r>
          </a:p>
          <a:p>
            <a:r>
              <a:t>            "precision": 0.8389261744966443,</a:t>
            </a:r>
          </a:p>
          <a:p>
            <a:r>
              <a:t>            "recall": 0.8741258741258742,</a:t>
            </a:r>
          </a:p>
          <a:p>
            <a:r>
              <a:t>            "roc_auc": 0.9064327485380117,</a:t>
            </a:r>
          </a:p>
          <a:p>
            <a:r>
              <a:t>            "row_count": 314,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0.509493670886076,</a:t>
            </a:r>
          </a:p>
          <a:p>
            <a:r>
              <a:t>            "auc_prc": 0.5402581361162972,</a:t>
            </a:r>
          </a:p>
          <a:p>
            <a:r>
              <a:t>            "average_precision": 0.543939097345407,</a:t>
            </a:r>
          </a:p>
          <a:p>
            <a:r>
              <a:t>            "balanced_accuracy": 0.5120192307692308,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111,</a:t>
            </a:r>
          </a:p>
          <a:p>
            <a:r>
              <a:t>                45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110,</a:t>
            </a:r>
          </a:p>
          <a:p>
            <a:r>
              <a:t>                50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0.39215686274509803,</a:t>
            </a:r>
          </a:p>
          <a:p>
            <a:r>
              <a:t>            "positive_count": 160,</a:t>
            </a:r>
          </a:p>
          <a:p>
            <a:r>
              <a:t>            "positive_rate": 0.5063291139240507,</a:t>
            </a:r>
          </a:p>
          <a:p>
            <a:r>
              <a:t>            "precision": 0.5263157894736842,</a:t>
            </a:r>
          </a:p>
          <a:p>
            <a:r>
              <a:t>            "recall": 0.3125,</a:t>
            </a:r>
          </a:p>
          <a:p>
            <a:r>
              <a:t>            "roc_auc": 0.6260817307692308,</a:t>
            </a:r>
          </a:p>
          <a:p>
            <a:r>
              <a:t>            "row_count": 316,</a:t>
            </a:r>
          </a:p>
          <a:p>
            <a:r>
              <a:t>            "threshold": 0.24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0.4620253164556962,</a:t>
            </a:r>
          </a:p>
          <a:p>
            <a:r>
              <a:t>            "auc_prc": 0.5385807099594677,</a:t>
            </a:r>
          </a:p>
          <a:p>
            <a:r>
              <a:t>            "average_precision": 0.5422738831057338,</a:t>
            </a:r>
          </a:p>
          <a:p>
            <a:r>
              <a:t>            "balanced_accuracy": 0.4657051282051282,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118,</a:t>
            </a:r>
          </a:p>
          <a:p>
            <a:r>
              <a:t>                38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132,</a:t>
            </a:r>
          </a:p>
          <a:p>
            <a:r>
              <a:t>                28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0.247787610619469,</a:t>
            </a:r>
          </a:p>
          <a:p>
            <a:r>
              <a:t>            "positive_count": 160,</a:t>
            </a:r>
          </a:p>
          <a:p>
            <a:r>
              <a:t>            "positive_rate": 0.5063291139240507,</a:t>
            </a:r>
          </a:p>
          <a:p>
            <a:r>
              <a:t>            "precision": 0.42424242424242425,</a:t>
            </a:r>
          </a:p>
          <a:p>
            <a:r>
              <a:t>            "recall": 0.175,</a:t>
            </a:r>
          </a:p>
          <a:p>
            <a:r>
              <a:t>            "roc_auc": 0.6212339743589743,</a:t>
            </a:r>
          </a:p>
          <a:p>
            <a:r>
              <a:t>            "row_count": 316,</a:t>
            </a:r>
          </a:p>
          <a:p>
            <a:r>
              <a:t>            "threshold": 0.6599999999999999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0.5063291139240507,</a:t>
            </a:r>
          </a:p>
          <a:p>
            <a:r>
              <a:t>            "auc_prc": 0.41747310104816704,</a:t>
            </a:r>
          </a:p>
          <a:p>
            <a:r>
              <a:t>            "average_precision": 0.4212000122222804,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156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0,</a:t>
            </a:r>
          </a:p>
          <a:p>
            <a:r>
              <a:t>                160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0.6722689075630253,</a:t>
            </a:r>
          </a:p>
          <a:p>
            <a:r>
              <a:t>            "positive_count": 160,</a:t>
            </a:r>
          </a:p>
          <a:p>
            <a:r>
              <a:t>            "positive_rate": 0.5063291139240507,</a:t>
            </a:r>
          </a:p>
          <a:p>
            <a:r>
              <a:t>            "precision": 0.5063291139240507,</a:t>
            </a:r>
          </a:p>
          <a:p>
            <a:r>
              <a:t>            "recall": 1.0,</a:t>
            </a:r>
          </a:p>
          <a:p>
            <a:r>
              <a:t>            "roc_auc": 0.3392227564102564,</a:t>
            </a:r>
          </a:p>
          <a:p>
            <a:r>
              <a:t>            "row_count": 316,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"Jira",</a:t>
            </a:r>
          </a:p>
          <a:p>
            <a:r>
              <a:t>      "level": 20,</a:t>
            </a:r>
          </a:p>
          <a:p>
            <a:r>
              <a:t>      "old_validation": {</a:t>
            </a:r>
          </a:p>
          <a:p>
            <a:r>
              <a:t>        "project": "Jira",</a:t>
            </a:r>
          </a:p>
          <a:p>
            <a:r>
              <a:t>        "level": 20,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"Tasks/task-summaries/validate-refactored-model-per-dataset-20260927-134055/artifacts/cluster-run/jira/results/model/words_20/RF/baseline/metrics.json",</a:t>
            </a:r>
          </a:p>
          <a:p>
            <a:r>
              <a:t>        "blob_sha1": "70ed48857759eef3194f2c10d6e1589ef3890de8",</a:t>
            </a:r>
          </a:p>
          <a:p>
            <a:r>
              <a:t>        "sha256": "f415599a826e56f615f08409350f5b1a123c830ec7e57beda4081e5e0ca52d4c",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0.7215189873417721,</a:t>
            </a:r>
          </a:p>
          <a:p>
            <a:r>
              <a:t>            "auc_prc": 0.19499981723367565,</a:t>
            </a:r>
          </a:p>
          <a:p>
            <a:r>
              <a:t>            "average_precision": 0.2075819328647004,</a:t>
            </a:r>
          </a:p>
          <a:p>
            <a:r>
              <a:t>            "balanced_accuracy": 0.57019955654102,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213,</a:t>
            </a:r>
          </a:p>
          <a:p>
            <a:r>
              <a:t>                62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26,</a:t>
            </a:r>
          </a:p>
          <a:p>
            <a:r>
              <a:t>                15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0.2542372881355932,</a:t>
            </a:r>
          </a:p>
          <a:p>
            <a:r>
              <a:t>            "positive_count": 41,</a:t>
            </a:r>
          </a:p>
          <a:p>
            <a:r>
              <a:t>            "positive_rate": 0.12974683544303797,</a:t>
            </a:r>
          </a:p>
          <a:p>
            <a:r>
              <a:t>            "precision": 0.19480519480519481,</a:t>
            </a:r>
          </a:p>
          <a:p>
            <a:r>
              <a:t>            "recall": 0.36585365853658536,</a:t>
            </a:r>
          </a:p>
          <a:p>
            <a:r>
              <a:t>            "roc_auc": 0.5887361419068736,</a:t>
            </a:r>
          </a:p>
          <a:p>
            <a:r>
              <a:t>            "row_count": 316,</a:t>
            </a:r>
          </a:p>
          <a:p>
            <a:r>
              <a:t>            "threshold": 0.15999999999999998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0.8375796178343949,</a:t>
            </a:r>
          </a:p>
          <a:p>
            <a:r>
              <a:t>            "auc_prc": 0.1546501417566886,</a:t>
            </a:r>
          </a:p>
          <a:p>
            <a:r>
              <a:t>            "average_precision": 0.1622829570687164,</a:t>
            </a:r>
          </a:p>
          <a:p>
            <a:r>
              <a:t>            "balanced_accuracy": 0.667350579839429,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254,</a:t>
            </a:r>
          </a:p>
          <a:p>
            <a:r>
              <a:t>                41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10,</a:t>
            </a:r>
          </a:p>
          <a:p>
            <a:r>
              <a:t>                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0.2608695652173913,</a:t>
            </a:r>
          </a:p>
          <a:p>
            <a:r>
              <a:t>            "positive_count": 19,</a:t>
            </a:r>
          </a:p>
          <a:p>
            <a:r>
              <a:t>            "positive_rate": 0.06050955414012739,</a:t>
            </a:r>
          </a:p>
          <a:p>
            <a:r>
              <a:t>            "precision": 0.18,</a:t>
            </a:r>
          </a:p>
          <a:p>
            <a:r>
              <a:t>            "recall": 0.47368421052631576,</a:t>
            </a:r>
          </a:p>
          <a:p>
            <a:r>
              <a:t>            "roc_auc": 0.6333630686886709,</a:t>
            </a:r>
          </a:p>
          <a:p>
            <a:r>
              <a:t>            "row_count": 314,</a:t>
            </a:r>
          </a:p>
          <a:p>
            <a:r>
              <a:t>            "threshold": 0.15999999999999998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"Jira",</a:t>
            </a:r>
          </a:p>
          <a:p>
            <a:r>
              <a:t>        "level": 20,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"Tasks/task-summaries/validate-refactored-model-per-dataset-20260927-134055/artifacts/cluster-run/jira/results/model/words_20/XGboost/baseline/metrics.json",</a:t>
            </a:r>
          </a:p>
          <a:p>
            <a:r>
              <a:t>        "blob_sha1": "d2aa60ef629cce13adf5332064f093301388b918",</a:t>
            </a:r>
          </a:p>
          <a:p>
            <a:r>
              <a:t>        "sha256": "2f2b49f16a4a8185edc4e235c8c60f3b3a955ba2bbd2b78bc14b489a3fdc0856",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0.8386075949367089,</a:t>
            </a:r>
          </a:p>
          <a:p>
            <a:r>
              <a:t>            "auc_prc": 0.27391727051659276,</a:t>
            </a:r>
          </a:p>
          <a:p>
            <a:r>
              <a:t>            "average_precision": 0.28341467658064823,</a:t>
            </a:r>
          </a:p>
          <a:p>
            <a:r>
              <a:t>            "balanced_accuracy": 0.5855875831485587,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255,</a:t>
            </a:r>
          </a:p>
          <a:p>
            <a:r>
              <a:t>                20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31,</a:t>
            </a:r>
          </a:p>
          <a:p>
            <a:r>
              <a:t>                10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0.28169014084507044,</a:t>
            </a:r>
          </a:p>
          <a:p>
            <a:r>
              <a:t>            "positive_count": 41,</a:t>
            </a:r>
          </a:p>
          <a:p>
            <a:r>
              <a:t>            "positive_rate": 0.12974683544303797,</a:t>
            </a:r>
          </a:p>
          <a:p>
            <a:r>
              <a:t>            "precision": 0.3333333333333333,</a:t>
            </a:r>
          </a:p>
          <a:p>
            <a:r>
              <a:t>            "recall": 0.24390243902439024,</a:t>
            </a:r>
          </a:p>
          <a:p>
            <a:r>
              <a:t>            "roc_auc": 0.5960975609756097,</a:t>
            </a:r>
          </a:p>
          <a:p>
            <a:r>
              <a:t>            "row_count": 316,</a:t>
            </a:r>
          </a:p>
          <a:p>
            <a:r>
              <a:t>            "threshold": 0.25999999999999995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0.9331210191082803,</a:t>
            </a:r>
          </a:p>
          <a:p>
            <a:r>
              <a:t>            "auc_prc": 0.12307707890496646,</a:t>
            </a:r>
          </a:p>
          <a:p>
            <a:r>
              <a:t>            "average_precision": 0.14275379577372868,</a:t>
            </a:r>
          </a:p>
          <a:p>
            <a:r>
              <a:t>            "balanced_accuracy": 0.5704727921498662,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290,</a:t>
            </a:r>
          </a:p>
          <a:p>
            <a:r>
              <a:t>                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16,</a:t>
            </a:r>
          </a:p>
          <a:p>
            <a:r>
              <a:t>                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0.22222222222222218,</a:t>
            </a:r>
          </a:p>
          <a:p>
            <a:r>
              <a:t>            "positive_count": 19,</a:t>
            </a:r>
          </a:p>
          <a:p>
            <a:r>
              <a:t>            "positive_rate": 0.06050955414012739,</a:t>
            </a:r>
          </a:p>
          <a:p>
            <a:r>
              <a:t>            "precision": 0.375,</a:t>
            </a:r>
          </a:p>
          <a:p>
            <a:r>
              <a:t>            "recall": 0.15789473684210525,</a:t>
            </a:r>
          </a:p>
          <a:p>
            <a:r>
              <a:t>            "roc_auc": 0.6161462979482605,</a:t>
            </a:r>
          </a:p>
          <a:p>
            <a:r>
              <a:t>            "row_count": 314,</a:t>
            </a:r>
          </a:p>
          <a:p>
            <a:r>
              <a:t>            "threshold": 0.25999999999999995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"modernbert",</a:t>
            </a:r>
          </a:p>
          <a:p>
            <a:r>
              <a:t>          "test": {</a:t>
            </a:r>
          </a:p>
          <a:p>
            <a:r>
              <a:t>            "accuracy": 0.7689873417721519,</a:t>
            </a:r>
          </a:p>
          <a:p>
            <a:r>
              <a:t>            "auc_prc": 0.2440756527180699,</a:t>
            </a:r>
          </a:p>
          <a:p>
            <a:r>
              <a:t>            "average_precision": 0.2509927972478988,</a:t>
            </a:r>
          </a:p>
          <a:p>
            <a:r>
              <a:t>            "balanced_accuracy": 0.5974722838137472,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228,</a:t>
            </a:r>
          </a:p>
          <a:p>
            <a:r>
              <a:t>                47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26,</a:t>
            </a:r>
          </a:p>
          <a:p>
            <a:r>
              <a:t>                15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0.29126213592233013,</a:t>
            </a:r>
          </a:p>
          <a:p>
            <a:r>
              <a:t>            "positive_count": 41,</a:t>
            </a:r>
          </a:p>
          <a:p>
            <a:r>
              <a:t>            "positive_rate": 0.12974683544303797,</a:t>
            </a:r>
          </a:p>
          <a:p>
            <a:r>
              <a:t>            "precision": 0.24193548387096775,</a:t>
            </a:r>
          </a:p>
          <a:p>
            <a:r>
              <a:t>            "recall": 0.36585365853658536,</a:t>
            </a:r>
          </a:p>
          <a:p>
            <a:r>
              <a:t>            "roc_auc": 0.5882926829268292,</a:t>
            </a:r>
          </a:p>
          <a:p>
            <a:r>
              <a:t>            "row_count": 316,</a:t>
            </a:r>
          </a:p>
          <a:p>
            <a:r>
              <a:t>            "threshold": 0.41999999999999993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0.8575949367088608,</a:t>
            </a:r>
          </a:p>
          <a:p>
            <a:r>
              <a:t>            "auc_prc": 0.24489448032560635,</a:t>
            </a:r>
          </a:p>
          <a:p>
            <a:r>
              <a:t>            "average_precision": 0.2519276328644493,</a:t>
            </a:r>
          </a:p>
          <a:p>
            <a:r>
              <a:t>            "balanced_accuracy": 0.5446119733924613,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266,</a:t>
            </a:r>
          </a:p>
          <a:p>
            <a:r>
              <a:t>                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36,</a:t>
            </a:r>
          </a:p>
          <a:p>
            <a:r>
              <a:t>                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0.18181818181818182,</a:t>
            </a:r>
          </a:p>
          <a:p>
            <a:r>
              <a:t>            "positive_count": 41,</a:t>
            </a:r>
          </a:p>
          <a:p>
            <a:r>
              <a:t>            "positive_rate": 0.12974683544303797,</a:t>
            </a:r>
          </a:p>
          <a:p>
            <a:r>
              <a:t>            "precision": 0.35714285714285715,</a:t>
            </a:r>
          </a:p>
          <a:p>
            <a:r>
              <a:t>            "recall": 0.12195121951219512,</a:t>
            </a:r>
          </a:p>
          <a:p>
            <a:r>
              <a:t>            "roc_auc": 0.5848337028824834,</a:t>
            </a:r>
          </a:p>
          <a:p>
            <a:r>
              <a:t>            "row_count": 316,</a:t>
            </a:r>
          </a:p>
          <a:p>
            <a:r>
              <a:t>            "threshold": 0.6699999999999999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0.8607594936708861,</a:t>
            </a:r>
          </a:p>
          <a:p>
            <a:r>
              <a:t>            "auc_prc": 0.18974994546924107,</a:t>
            </a:r>
          </a:p>
          <a:p>
            <a:r>
              <a:t>            "average_precision": 0.1971837769741158,</a:t>
            </a:r>
          </a:p>
          <a:p>
            <a:r>
              <a:t>            "balanced_accuracy": 0.5152993348115299,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270,</a:t>
            </a:r>
          </a:p>
          <a:p>
            <a:r>
              <a:t>                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39,</a:t>
            </a:r>
          </a:p>
          <a:p>
            <a:r>
              <a:t>                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0.08333333333333334,</a:t>
            </a:r>
          </a:p>
          <a:p>
            <a:r>
              <a:t>            "positive_count": 41,</a:t>
            </a:r>
          </a:p>
          <a:p>
            <a:r>
              <a:t>            "positive_rate": 0.12974683544303797,</a:t>
            </a:r>
          </a:p>
          <a:p>
            <a:r>
              <a:t>            "precision": 0.2857142857142857,</a:t>
            </a:r>
          </a:p>
          <a:p>
            <a:r>
              <a:t>            "recall": 0.04878048780487805,</a:t>
            </a:r>
          </a:p>
          <a:p>
            <a:r>
              <a:t>            "roc_auc": 0.5462527716186253,</a:t>
            </a:r>
          </a:p>
          <a:p>
            <a:r>
              <a:t>            "row_count": 316,</a:t>
            </a:r>
          </a:p>
          <a:p>
            <a:r>
              <a:t>            "threshold": 0.7599999999999999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5,</a:t>
            </a:r>
          </a:p>
          <a:p>
            <a:r>
              <a:t>      "old_validation": {</a:t>
            </a:r>
          </a:p>
          <a:p>
            <a:r>
              <a:t>        "project": "MariaDB",</a:t>
            </a:r>
          </a:p>
          <a:p>
            <a:r>
              <a:t>        "level": 5,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"Tasks/task-summaries/validate-refactored-model-per-dataset-20260927-134055/artifacts/cluster-run/mariadb/results/model/words_5/RF/baseline/metrics.json",</a:t>
            </a:r>
          </a:p>
          <a:p>
            <a:r>
              <a:t>        "blob_sha1": "08a7c9d4b98a18369c1274b8805313daed85793c",</a:t>
            </a:r>
          </a:p>
          <a:p>
            <a:r>
              <a:t>        "sha256": "923463c8459830c7aa48ad2a922ce777f3f07bcc5ac7c58c55c9b003a001e04c",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0.678391959798995,</a:t>
            </a:r>
          </a:p>
          <a:p>
            <a:r>
              <a:t>            "auc_prc": 0.19484574838475716,</a:t>
            </a:r>
          </a:p>
          <a:p>
            <a:r>
              <a:t>            "average_precision": 0.20505354435535234,</a:t>
            </a:r>
          </a:p>
          <a:p>
            <a:r>
              <a:t>            "balanced_accuracy": 0.5147151821763876,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253,</a:t>
            </a:r>
          </a:p>
          <a:p>
            <a:r>
              <a:t>                84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44,</a:t>
            </a:r>
          </a:p>
          <a:p>
            <a:r>
              <a:t>                17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0.20987654320987653,</a:t>
            </a:r>
          </a:p>
          <a:p>
            <a:r>
              <a:t>            "positive_count": 61,</a:t>
            </a:r>
          </a:p>
          <a:p>
            <a:r>
              <a:t>            "positive_rate": 0.15326633165829145,</a:t>
            </a:r>
          </a:p>
          <a:p>
            <a:r>
              <a:t>            "precision": 0.16831683168316833,</a:t>
            </a:r>
          </a:p>
          <a:p>
            <a:r>
              <a:t>            "recall": 0.2786885245901639,</a:t>
            </a:r>
          </a:p>
          <a:p>
            <a:r>
              <a:t>            "roc_auc": 0.5828914724911223,</a:t>
            </a:r>
          </a:p>
          <a:p>
            <a:r>
              <a:t>            "row_count": 398,</a:t>
            </a:r>
          </a:p>
          <a:p>
            <a:r>
              <a:t>            "threshold": 0.10999999999999999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0.803030303030303,</a:t>
            </a:r>
          </a:p>
          <a:p>
            <a:r>
              <a:t>            "auc_prc": 0.18610022287925548,</a:t>
            </a:r>
          </a:p>
          <a:p>
            <a:r>
              <a:t>            "average_precision": 0.1944331270997479,</a:t>
            </a:r>
          </a:p>
          <a:p>
            <a:r>
              <a:t>            "balanced_accuracy": 0.7158004158004159,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302,</a:t>
            </a:r>
          </a:p>
          <a:p>
            <a:r>
              <a:t>                68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10,</a:t>
            </a:r>
          </a:p>
          <a:p>
            <a:r>
              <a:t>                16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0.2909090909090909,</a:t>
            </a:r>
          </a:p>
          <a:p>
            <a:r>
              <a:t>            "positive_count": 26,</a:t>
            </a:r>
          </a:p>
          <a:p>
            <a:r>
              <a:t>            "positive_rate": 0.06565656565656566,</a:t>
            </a:r>
          </a:p>
          <a:p>
            <a:r>
              <a:t>            "precision": 0.19047619047619047,</a:t>
            </a:r>
          </a:p>
          <a:p>
            <a:r>
              <a:t>            "recall": 0.6153846153846154,</a:t>
            </a:r>
          </a:p>
          <a:p>
            <a:r>
              <a:t>            "roc_auc": 0.7521829521829522,</a:t>
            </a:r>
          </a:p>
          <a:p>
            <a:r>
              <a:t>            "row_count": 396,</a:t>
            </a:r>
          </a:p>
          <a:p>
            <a:r>
              <a:t>            "threshold": 0.10999999999999999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"MariaDB",</a:t>
            </a:r>
          </a:p>
          <a:p>
            <a:r>
              <a:t>        "level": 5,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"Tasks/task-summaries/validate-refactored-model-per-dataset-20260927-134055/artifacts/cluster-run/mariadb/results/model/words_5/XGboost/baseline/metrics.json",</a:t>
            </a:r>
          </a:p>
          <a:p>
            <a:r>
              <a:t>        "blob_sha1": "114c777f3e7e8cbc3a9fef8814f031c4b954bb05",</a:t>
            </a:r>
          </a:p>
          <a:p>
            <a:r>
              <a:t>        "sha256": "49d5cf92b314b139a8efd7b9fc4a58e1360a9eee8f30e8932b7096f29da7dd7b",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0.6708542713567839,</a:t>
            </a:r>
          </a:p>
          <a:p>
            <a:r>
              <a:t>            "auc_prc": 0.23518746644414634,</a:t>
            </a:r>
          </a:p>
          <a:p>
            <a:r>
              <a:t>            "average_precision": 0.24002194325247667,</a:t>
            </a:r>
          </a:p>
          <a:p>
            <a:r>
              <a:t>            "balanced_accuracy": 0.5236902271732257,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248,</a:t>
            </a:r>
          </a:p>
          <a:p>
            <a:r>
              <a:t>                89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42,</a:t>
            </a:r>
          </a:p>
          <a:p>
            <a:r>
              <a:t>                19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0.22485207100591717,</a:t>
            </a:r>
          </a:p>
          <a:p>
            <a:r>
              <a:t>            "positive_count": 61,</a:t>
            </a:r>
          </a:p>
          <a:p>
            <a:r>
              <a:t>            "positive_rate": 0.15326633165829145,</a:t>
            </a:r>
          </a:p>
          <a:p>
            <a:r>
              <a:t>            "precision": 0.17592592592592593,</a:t>
            </a:r>
          </a:p>
          <a:p>
            <a:r>
              <a:t>            "recall": 0.3114754098360656,</a:t>
            </a:r>
          </a:p>
          <a:p>
            <a:r>
              <a:t>            "roc_auc": 0.5697086150702924,</a:t>
            </a:r>
          </a:p>
          <a:p>
            <a:r>
              <a:t>            "row_count": 398,</a:t>
            </a:r>
          </a:p>
          <a:p>
            <a:r>
              <a:t>            "threshold": 0.06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0.7954545454545454,</a:t>
            </a:r>
          </a:p>
          <a:p>
            <a:r>
              <a:t>            "auc_prc": 0.11353102631691736,</a:t>
            </a:r>
          </a:p>
          <a:p>
            <a:r>
              <a:t>            "average_precision": 0.1283771439518253,</a:t>
            </a:r>
          </a:p>
          <a:p>
            <a:r>
              <a:t>            "balanced_accuracy": 0.6223492723492724,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304,</a:t>
            </a:r>
          </a:p>
          <a:p>
            <a:r>
              <a:t>                66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15,</a:t>
            </a:r>
          </a:p>
          <a:p>
            <a:r>
              <a:t>                11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0.21359223300970873,</a:t>
            </a:r>
          </a:p>
          <a:p>
            <a:r>
              <a:t>            "positive_count": 26,</a:t>
            </a:r>
          </a:p>
          <a:p>
            <a:r>
              <a:t>            "positive_rate": 0.06565656565656566,</a:t>
            </a:r>
          </a:p>
          <a:p>
            <a:r>
              <a:t>            "precision": 0.14285714285714285,</a:t>
            </a:r>
          </a:p>
          <a:p>
            <a:r>
              <a:t>            "recall": 0.4230769230769231,</a:t>
            </a:r>
          </a:p>
          <a:p>
            <a:r>
              <a:t>            "roc_auc": 0.6790540540540541,</a:t>
            </a:r>
          </a:p>
          <a:p>
            <a:r>
              <a:t>            "row_count": 396,</a:t>
            </a:r>
          </a:p>
          <a:p>
            <a:r>
              <a:t>            "threshold": 0.06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0.7386934673366834,</a:t>
            </a:r>
          </a:p>
          <a:p>
            <a:r>
              <a:t>            "auc_prc": 0.17224802731147648,</a:t>
            </a:r>
          </a:p>
          <a:p>
            <a:r>
              <a:t>            "average_precision": 0.17898146033852855,</a:t>
            </a:r>
          </a:p>
          <a:p>
            <a:r>
              <a:t>            "balanced_accuracy": 0.49661915649170596,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285,</a:t>
            </a:r>
          </a:p>
          <a:p>
            <a:r>
              <a:t>                52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52,</a:t>
            </a:r>
          </a:p>
          <a:p>
            <a:r>
              <a:t>                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0.14754098360655737,</a:t>
            </a:r>
          </a:p>
          <a:p>
            <a:r>
              <a:t>            "positive_count": 61,</a:t>
            </a:r>
          </a:p>
          <a:p>
            <a:r>
              <a:t>            "positive_rate": 0.15326633165829145,</a:t>
            </a:r>
          </a:p>
          <a:p>
            <a:r>
              <a:t>            "precision": 0.14754098360655737,</a:t>
            </a:r>
          </a:p>
          <a:p>
            <a:r>
              <a:t>            "recall": 0.14754098360655737,</a:t>
            </a:r>
          </a:p>
          <a:p>
            <a:r>
              <a:t>            "roc_auc": 0.542151092085421,</a:t>
            </a:r>
          </a:p>
          <a:p>
            <a:r>
              <a:t>            "row_count": 398,</a:t>
            </a:r>
          </a:p>
          <a:p>
            <a:r>
              <a:t>            "threshold": 0.48999999999999994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"gemma",</a:t>
            </a:r>
          </a:p>
          <a:p>
            <a:r>
              <a:t>          "test": {</a:t>
            </a:r>
          </a:p>
          <a:p>
            <a:r>
              <a:t>            "accuracy": 0.8140703517587939,</a:t>
            </a:r>
          </a:p>
          <a:p>
            <a:r>
              <a:t>            "auc_prc": 0.20475874873738037,</a:t>
            </a:r>
          </a:p>
          <a:p>
            <a:r>
              <a:t>            "average_precision": 0.2147691094589405,</a:t>
            </a:r>
          </a:p>
          <a:p>
            <a:r>
              <a:t>            "balanced_accuracy": 0.520990416889624,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318,</a:t>
            </a:r>
          </a:p>
          <a:p>
            <a:r>
              <a:t>                19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55,</a:t>
            </a:r>
          </a:p>
          <a:p>
            <a:r>
              <a:t>                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0.13953488372093023,</a:t>
            </a:r>
          </a:p>
          <a:p>
            <a:r>
              <a:t>            "positive_count": 61,</a:t>
            </a:r>
          </a:p>
          <a:p>
            <a:r>
              <a:t>            "positive_rate": 0.15326633165829145,</a:t>
            </a:r>
          </a:p>
          <a:p>
            <a:r>
              <a:t>            "precision": 0.24,</a:t>
            </a:r>
          </a:p>
          <a:p>
            <a:r>
              <a:t>            "recall": 0.09836065573770492,</a:t>
            </a:r>
          </a:p>
          <a:p>
            <a:r>
              <a:t>            "roc_auc": 0.6164810040375541,</a:t>
            </a:r>
          </a:p>
          <a:p>
            <a:r>
              <a:t>            "row_count": 398,</a:t>
            </a:r>
          </a:p>
          <a:p>
            <a:r>
              <a:t>            "threshold": 0.6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0.7864321608040201,</a:t>
            </a:r>
          </a:p>
          <a:p>
            <a:r>
              <a:t>            "auc_prc": 0.21156378503910642,</a:t>
            </a:r>
          </a:p>
          <a:p>
            <a:r>
              <a:t>            "average_precision": 0.21787566804194683,</a:t>
            </a:r>
          </a:p>
          <a:p>
            <a:r>
              <a:t>            "balanced_accuracy": 0.5113829838984287,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306,</a:t>
            </a:r>
          </a:p>
          <a:p>
            <a:r>
              <a:t>                31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54,</a:t>
            </a:r>
          </a:p>
          <a:p>
            <a:r>
              <a:t>                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0.1414141414141414,</a:t>
            </a:r>
          </a:p>
          <a:p>
            <a:r>
              <a:t>            "positive_count": 61,</a:t>
            </a:r>
          </a:p>
          <a:p>
            <a:r>
              <a:t>            "positive_rate": 0.15326633165829145,</a:t>
            </a:r>
          </a:p>
          <a:p>
            <a:r>
              <a:t>            "precision": 0.18421052631578946,</a:t>
            </a:r>
          </a:p>
          <a:p>
            <a:r>
              <a:t>            "recall": 0.11475409836065574,</a:t>
            </a:r>
          </a:p>
          <a:p>
            <a:r>
              <a:t>            "roc_auc": 0.5267548766843411,</a:t>
            </a:r>
          </a:p>
          <a:p>
            <a:r>
              <a:t>            "row_count": 398,</a:t>
            </a:r>
          </a:p>
          <a:p>
            <a:r>
              <a:t>            "threshold": 0.74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10,</a:t>
            </a:r>
          </a:p>
          <a:p>
            <a:r>
              <a:t>      "old_validation": {</a:t>
            </a:r>
          </a:p>
          <a:p>
            <a:r>
              <a:t>        "project": "MariaDB",</a:t>
            </a:r>
          </a:p>
          <a:p>
            <a:r>
              <a:t>        "level": 10,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"Tasks/task-summaries/validate-refactored-model-per-dataset-20260927-134055/artifacts/cluster-run/mariadb/results/model/words_10/RF/baseline/metrics.json",</a:t>
            </a:r>
          </a:p>
          <a:p>
            <a:r>
              <a:t>        "blob_sha1": "3d20db1502513997e31cbc5fdb278f21ae2f0b9f",</a:t>
            </a:r>
          </a:p>
          <a:p>
            <a:r>
              <a:t>        "sha256": "e8fe24215451c2988996f14e82787e2d5458386bd873b29897f9fd27ae8ad077",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0.7864321608040201,</a:t>
            </a:r>
          </a:p>
          <a:p>
            <a:r>
              <a:t>            "auc_prc": 0.155084524931062,</a:t>
            </a:r>
          </a:p>
          <a:p>
            <a:r>
              <a:t>            "average_precision": 0.16548126800780694,</a:t>
            </a:r>
          </a:p>
          <a:p>
            <a:r>
              <a:t>            "balanced_accuracy": 0.511748844375963,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306,</a:t>
            </a:r>
          </a:p>
          <a:p>
            <a:r>
              <a:t>                48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37,</a:t>
            </a:r>
          </a:p>
          <a:p>
            <a:r>
              <a:t>                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0.1414141414141414,</a:t>
            </a:r>
          </a:p>
          <a:p>
            <a:r>
              <a:t>            "positive_count": 44,</a:t>
            </a:r>
          </a:p>
          <a:p>
            <a:r>
              <a:t>            "positive_rate": 0.11055276381909548,</a:t>
            </a:r>
          </a:p>
          <a:p>
            <a:r>
              <a:t>            "precision": 0.12727272727272726,</a:t>
            </a:r>
          </a:p>
          <a:p>
            <a:r>
              <a:t>            "recall": 0.1590909090909091,</a:t>
            </a:r>
          </a:p>
          <a:p>
            <a:r>
              <a:t>            "roc_auc": 0.6271828454031844,</a:t>
            </a:r>
          </a:p>
          <a:p>
            <a:r>
              <a:t>            "row_count": 398,</a:t>
            </a:r>
          </a:p>
          <a:p>
            <a:r>
              <a:t>            "threshold": 0.12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0.9040404040404041,</a:t>
            </a:r>
          </a:p>
          <a:p>
            <a:r>
              <a:t>            "auc_prc": 0.21691554245809694,</a:t>
            </a:r>
          </a:p>
          <a:p>
            <a:r>
              <a:t>            "average_precision": 0.22772906050004368,</a:t>
            </a:r>
          </a:p>
          <a:p>
            <a:r>
              <a:t>            "balanced_accuracy": 0.7116402116402116,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349,</a:t>
            </a:r>
          </a:p>
          <a:p>
            <a:r>
              <a:t>                29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9,</a:t>
            </a:r>
          </a:p>
          <a:p>
            <a:r>
              <a:t>                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0.32142857142857145,</a:t>
            </a:r>
          </a:p>
          <a:p>
            <a:r>
              <a:t>            "positive_count": 18,</a:t>
            </a:r>
          </a:p>
          <a:p>
            <a:r>
              <a:t>            "positive_rate": 0.045454545454545456,</a:t>
            </a:r>
          </a:p>
          <a:p>
            <a:r>
              <a:t>            "precision": 0.23684210526315788,</a:t>
            </a:r>
          </a:p>
          <a:p>
            <a:r>
              <a:t>            "recall": 0.5,</a:t>
            </a:r>
          </a:p>
          <a:p>
            <a:r>
              <a:t>            "roc_auc": 0.8578777189888301,</a:t>
            </a:r>
          </a:p>
          <a:p>
            <a:r>
              <a:t>            "row_count": 396,</a:t>
            </a:r>
          </a:p>
          <a:p>
            <a:r>
              <a:t>            "threshold": 0.12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"MariaDB",</a:t>
            </a:r>
          </a:p>
          <a:p>
            <a:r>
              <a:t>        "level": 10,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"Tasks/task-summaries/validate-refactored-model-per-dataset-20260927-134055/artifacts/cluster-run/mariadb/results/model/words_10/XGboost/baseline/metrics.json",</a:t>
            </a:r>
          </a:p>
          <a:p>
            <a:r>
              <a:t>        "blob_sha1": "3d3dd9ae2376f3f60c14be0cc5fc6acafa163ffc",</a:t>
            </a:r>
          </a:p>
          <a:p>
            <a:r>
              <a:t>        "sha256": "c823c13c44ad8ae1ae84013ae8f07fbc242f059e7ea191c16d7b4ef30431cb23",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0.6959798994974874,</a:t>
            </a:r>
          </a:p>
          <a:p>
            <a:r>
              <a:t>            "auc_prc": 0.16832806629788405,</a:t>
            </a:r>
          </a:p>
          <a:p>
            <a:r>
              <a:t>            "average_precision": 0.17426389739235815,</a:t>
            </a:r>
          </a:p>
          <a:p>
            <a:r>
              <a:t>            "balanced_accuracy": 0.5106574216743709,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265,</a:t>
            </a:r>
          </a:p>
          <a:p>
            <a:r>
              <a:t>                89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32,</a:t>
            </a:r>
          </a:p>
          <a:p>
            <a:r>
              <a:t>                12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0.16551724137931034,</a:t>
            </a:r>
          </a:p>
          <a:p>
            <a:r>
              <a:t>            "positive_count": 44,</a:t>
            </a:r>
          </a:p>
          <a:p>
            <a:r>
              <a:t>            "positive_rate": 0.11055276381909548,</a:t>
            </a:r>
          </a:p>
          <a:p>
            <a:r>
              <a:t>            "precision": 0.1188118811881188,</a:t>
            </a:r>
          </a:p>
          <a:p>
            <a:r>
              <a:t>            "recall": 0.2727272727272727,</a:t>
            </a:r>
          </a:p>
          <a:p>
            <a:r>
              <a:t>            "roc_auc": 0.5871212121212122,</a:t>
            </a:r>
          </a:p>
          <a:p>
            <a:r>
              <a:t>            "row_count": 398,</a:t>
            </a:r>
          </a:p>
          <a:p>
            <a:r>
              <a:t>            "threshold": 0.05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0.803030303030303,</a:t>
            </a:r>
          </a:p>
          <a:p>
            <a:r>
              <a:t>            "auc_prc": 0.14421101291658234,</a:t>
            </a:r>
          </a:p>
          <a:p>
            <a:r>
              <a:t>            "average_precision": 0.14939194705792155,</a:t>
            </a:r>
          </a:p>
          <a:p>
            <a:r>
              <a:t>            "balanced_accuracy": 0.6851851851851851,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308,</a:t>
            </a:r>
          </a:p>
          <a:p>
            <a:r>
              <a:t>                70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8,</a:t>
            </a:r>
          </a:p>
          <a:p>
            <a:r>
              <a:t>                10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0.20408163265306123,</a:t>
            </a:r>
          </a:p>
          <a:p>
            <a:r>
              <a:t>            "positive_count": 18,</a:t>
            </a:r>
          </a:p>
          <a:p>
            <a:r>
              <a:t>            "positive_rate": 0.045454545454545456,</a:t>
            </a:r>
          </a:p>
          <a:p>
            <a:r>
              <a:t>            "precision": 0.125,</a:t>
            </a:r>
          </a:p>
          <a:p>
            <a:r>
              <a:t>            "recall": 0.5555555555555556,</a:t>
            </a:r>
          </a:p>
          <a:p>
            <a:r>
              <a:t>            "roc_auc": 0.7710905349794238,</a:t>
            </a:r>
          </a:p>
          <a:p>
            <a:r>
              <a:t>            "row_count": 396,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0.8442211055276382,</a:t>
            </a:r>
          </a:p>
          <a:p>
            <a:r>
              <a:t>            "auc_prc": 0.1973851461124036,</a:t>
            </a:r>
          </a:p>
          <a:p>
            <a:r>
              <a:t>            "average_precision": 0.20288695245090116,</a:t>
            </a:r>
          </a:p>
          <a:p>
            <a:r>
              <a:t>            "balanced_accuracy": 0.48452747817154596,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335,</a:t>
            </a:r>
          </a:p>
          <a:p>
            <a:r>
              <a:t>                19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43,</a:t>
            </a:r>
          </a:p>
          <a:p>
            <a:r>
              <a:t>                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0.03125000000000001,</a:t>
            </a:r>
          </a:p>
          <a:p>
            <a:r>
              <a:t>            "positive_count": 44,</a:t>
            </a:r>
          </a:p>
          <a:p>
            <a:r>
              <a:t>            "positive_rate": 0.11055276381909548,</a:t>
            </a:r>
          </a:p>
          <a:p>
            <a:r>
              <a:t>            "precision": 0.05,</a:t>
            </a:r>
          </a:p>
          <a:p>
            <a:r>
              <a:t>            "recall": 0.022727272727272728,</a:t>
            </a:r>
          </a:p>
          <a:p>
            <a:r>
              <a:t>            "roc_auc": 0.6836800205444273,</a:t>
            </a:r>
          </a:p>
          <a:p>
            <a:r>
              <a:t>            "row_count": 398,</a:t>
            </a:r>
          </a:p>
          <a:p>
            <a:r>
              <a:t>            "threshold": 0.06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0.871859296482412,</a:t>
            </a:r>
          </a:p>
          <a:p>
            <a:r>
              <a:t>            "auc_prc": 0.18392399131539444,</a:t>
            </a:r>
          </a:p>
          <a:p>
            <a:r>
              <a:t>            "average_precision": 0.19508599983535763,</a:t>
            </a:r>
          </a:p>
          <a:p>
            <a:r>
              <a:t>            "balanced_accuracy": 0.5199666153055984,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344,</a:t>
            </a:r>
          </a:p>
          <a:p>
            <a:r>
              <a:t>                10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41,</a:t>
            </a:r>
          </a:p>
          <a:p>
            <a:r>
              <a:t>                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0.10526315789473682,</a:t>
            </a:r>
          </a:p>
          <a:p>
            <a:r>
              <a:t>            "positive_count": 44,</a:t>
            </a:r>
          </a:p>
          <a:p>
            <a:r>
              <a:t>            "positive_rate": 0.11055276381909548,</a:t>
            </a:r>
          </a:p>
          <a:p>
            <a:r>
              <a:t>            "precision": 0.23076923076923078,</a:t>
            </a:r>
          </a:p>
          <a:p>
            <a:r>
              <a:t>            "recall": 0.06818181818181818,</a:t>
            </a:r>
          </a:p>
          <a:p>
            <a:r>
              <a:t>            "roc_auc": 0.667116076014381,</a:t>
            </a:r>
          </a:p>
          <a:p>
            <a:r>
              <a:t>            "row_count": 398,</a:t>
            </a:r>
          </a:p>
          <a:p>
            <a:r>
              <a:t>            "threshold": 0.13999999999999999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0.6834170854271356,</a:t>
            </a:r>
          </a:p>
          <a:p>
            <a:r>
              <a:t>            "auc_prc": 0.13886344964419028,</a:t>
            </a:r>
          </a:p>
          <a:p>
            <a:r>
              <a:t>            "average_precision": 0.1430750851895887,</a:t>
            </a:r>
          </a:p>
          <a:p>
            <a:r>
              <a:t>            "balanced_accuracy": 0.5533513097072419,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255,</a:t>
            </a:r>
          </a:p>
          <a:p>
            <a:r>
              <a:t>                99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27,</a:t>
            </a:r>
          </a:p>
          <a:p>
            <a:r>
              <a:t>                17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0.2125,</a:t>
            </a:r>
          </a:p>
          <a:p>
            <a:r>
              <a:t>            "positive_count": 44,</a:t>
            </a:r>
          </a:p>
          <a:p>
            <a:r>
              <a:t>            "positive_rate": 0.11055276381909548,</a:t>
            </a:r>
          </a:p>
          <a:p>
            <a:r>
              <a:t>            "precision": 0.14655172413793102,</a:t>
            </a:r>
          </a:p>
          <a:p>
            <a:r>
              <a:t>            "recall": 0.38636363636363635,</a:t>
            </a:r>
          </a:p>
          <a:p>
            <a:r>
              <a:t>            "roc_auc": 0.5112994350282486,</a:t>
            </a:r>
          </a:p>
          <a:p>
            <a:r>
              <a:t>            "row_count": 398,</a:t>
            </a:r>
          </a:p>
          <a:p>
            <a:r>
              <a:t>            "threshold": 0.69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15,</a:t>
            </a:r>
          </a:p>
          <a:p>
            <a:r>
              <a:t>      "old_validation": {</a:t>
            </a:r>
          </a:p>
          <a:p>
            <a:r>
              <a:t>        "project": "MariaDB",</a:t>
            </a:r>
          </a:p>
          <a:p>
            <a:r>
              <a:t>        "level": 15,</a:t>
            </a:r>
          </a:p>
          <a:p>
            <a:r>
              <a:t>        "model": "NN",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"Tasks/task-summaries/validate-refactored-model-per-dataset-20260927-134055/artifacts/cluster-run/mariadb/results/model/words_15/NN/baseline/metrics.json",</a:t>
            </a:r>
          </a:p>
          <a:p>
            <a:r>
              <a:t>        "blob_sha1": "f4cb3f90658acbaae8e08c674451ac208235435b",</a:t>
            </a:r>
          </a:p>
          <a:p>
            <a:r>
              <a:t>        "sha256": "a33e18882986d96c57115fbe78f6312159c1bcc12e89f47ee5df20aaad1626f5",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0.7989949748743719,</a:t>
            </a:r>
          </a:p>
          <a:p>
            <a:r>
              <a:t>            "auc_prc": 0.10881496705402251,</a:t>
            </a:r>
          </a:p>
          <a:p>
            <a:r>
              <a:t>            "average_precision": 0.11289825475418147,</a:t>
            </a:r>
          </a:p>
          <a:p>
            <a:r>
              <a:t>            "balanced_accuracy": 0.504524699045247,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313,</a:t>
            </a:r>
          </a:p>
          <a:p>
            <a:r>
              <a:t>                52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28,</a:t>
            </a:r>
          </a:p>
          <a:p>
            <a:r>
              <a:t>                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0.1111111111111111,</a:t>
            </a:r>
          </a:p>
          <a:p>
            <a:r>
              <a:t>            "positive_count": 33,</a:t>
            </a:r>
          </a:p>
          <a:p>
            <a:r>
              <a:t>            "positive_rate": 0.0829145728643216,</a:t>
            </a:r>
          </a:p>
          <a:p>
            <a:r>
              <a:t>            "precision": 0.08771929824561403,</a:t>
            </a:r>
          </a:p>
          <a:p>
            <a:r>
              <a:t>            "recall": 0.15151515151515152,</a:t>
            </a:r>
          </a:p>
          <a:p>
            <a:r>
              <a:t>            "roc_auc": 0.4899128268991283,</a:t>
            </a:r>
          </a:p>
          <a:p>
            <a:r>
              <a:t>            "row_count": 398,</a:t>
            </a:r>
          </a:p>
          <a:p>
            <a:r>
              <a:t>            "threshold": 0.18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0.9065656565656566,</a:t>
            </a:r>
          </a:p>
          <a:p>
            <a:r>
              <a:t>            "auc_prc": 0.2130947181410214,</a:t>
            </a:r>
          </a:p>
          <a:p>
            <a:r>
              <a:t>            "average_precision": 0.22762180527543316,</a:t>
            </a:r>
          </a:p>
          <a:p>
            <a:r>
              <a:t>            "balanced_accuracy": 0.7118421052631578,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351,</a:t>
            </a:r>
          </a:p>
          <a:p>
            <a:r>
              <a:t>                29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8,</a:t>
            </a:r>
          </a:p>
          <a:p>
            <a:r>
              <a:t>                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0.3018867924528302,</a:t>
            </a:r>
          </a:p>
          <a:p>
            <a:r>
              <a:t>            "positive_count": 16,</a:t>
            </a:r>
          </a:p>
          <a:p>
            <a:r>
              <a:t>            "positive_rate": 0.04040404040404041,</a:t>
            </a:r>
          </a:p>
          <a:p>
            <a:r>
              <a:t>            "precision": 0.21621621621621623,</a:t>
            </a:r>
          </a:p>
          <a:p>
            <a:r>
              <a:t>            "recall": 0.5,</a:t>
            </a:r>
          </a:p>
          <a:p>
            <a:r>
              <a:t>            "roc_auc": 0.7577302631578947,</a:t>
            </a:r>
          </a:p>
          <a:p>
            <a:r>
              <a:t>            "row_count": 396,</a:t>
            </a:r>
          </a:p>
          <a:p>
            <a:r>
              <a:t>            "threshold": 0.18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"MariaDB",</a:t>
            </a:r>
          </a:p>
          <a:p>
            <a:r>
              <a:t>        "level": 15,</a:t>
            </a:r>
          </a:p>
          <a:p>
            <a:r>
              <a:t>        "model": "XGboost",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"Tasks/task-summaries/validate-refactored-model-per-dataset-20260927-134055/artifacts/cluster-run/mariadb/results/model/words_15/XGboost/refactored/metrics.json",</a:t>
            </a:r>
          </a:p>
          <a:p>
            <a:r>
              <a:t>        "blob_sha1": "f117a15f6fb0971d389b9cca44698e6545c5ec75",</a:t>
            </a:r>
          </a:p>
          <a:p>
            <a:r>
              <a:t>        "sha256": "30c76a92184a1c53feb70c59ad8a67e0dd46389fc40f397050f754ad5e4374bf",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0.821608040201005,</a:t>
            </a:r>
          </a:p>
          <a:p>
            <a:r>
              <a:t>            "auc_prc": 0.14992490501659775,</a:t>
            </a:r>
          </a:p>
          <a:p>
            <a:r>
              <a:t>            "average_precision": 0.162225800346665,</a:t>
            </a:r>
          </a:p>
          <a:p>
            <a:r>
              <a:t>            "balanced_accuracy": 0.5444167704441677,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320,</a:t>
            </a:r>
          </a:p>
          <a:p>
            <a:r>
              <a:t>                45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26,</a:t>
            </a:r>
          </a:p>
          <a:p>
            <a:r>
              <a:t>                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0.16470588235294117,</a:t>
            </a:r>
          </a:p>
          <a:p>
            <a:r>
              <a:t>            "positive_count": 33,</a:t>
            </a:r>
          </a:p>
          <a:p>
            <a:r>
              <a:t>            "positive_rate": 0.0829145728643216,</a:t>
            </a:r>
          </a:p>
          <a:p>
            <a:r>
              <a:t>            "precision": 0.1346153846153846,</a:t>
            </a:r>
          </a:p>
          <a:p>
            <a:r>
              <a:t>            "recall": 0.21212121212121213,</a:t>
            </a:r>
          </a:p>
          <a:p>
            <a:r>
              <a:t>            "roc_auc": 0.710170195101702,</a:t>
            </a:r>
          </a:p>
          <a:p>
            <a:r>
              <a:t>            "row_count": 398,</a:t>
            </a:r>
          </a:p>
          <a:p>
            <a:r>
              <a:t>            "threshold": 0.3999999999999999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0.9090909090909091,</a:t>
            </a:r>
          </a:p>
          <a:p>
            <a:r>
              <a:t>            "auc_prc": 0.12344944513879302,</a:t>
            </a:r>
          </a:p>
          <a:p>
            <a:r>
              <a:t>            "average_precision": 0.1473979169928029,</a:t>
            </a:r>
          </a:p>
          <a:p>
            <a:r>
              <a:t>            "balanced_accuracy": 0.6832236842105264,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353,</a:t>
            </a:r>
          </a:p>
          <a:p>
            <a:r>
              <a:t>                27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9,</a:t>
            </a:r>
          </a:p>
          <a:p>
            <a:r>
              <a:t>                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0.28,</a:t>
            </a:r>
          </a:p>
          <a:p>
            <a:r>
              <a:t>            "positive_count": 16,</a:t>
            </a:r>
          </a:p>
          <a:p>
            <a:r>
              <a:t>            "positive_rate": 0.04040404040404041,</a:t>
            </a:r>
          </a:p>
          <a:p>
            <a:r>
              <a:t>            "precision": 0.20588235294117646,</a:t>
            </a:r>
          </a:p>
          <a:p>
            <a:r>
              <a:t>            "recall": 0.4375,</a:t>
            </a:r>
          </a:p>
          <a:p>
            <a:r>
              <a:t>            "roc_auc": 0.8046875,</a:t>
            </a:r>
          </a:p>
          <a:p>
            <a:r>
              <a:t>            "row_count": 396,</a:t>
            </a:r>
          </a:p>
          <a:p>
            <a:r>
              <a:t>            "threshold": 0.3999999999999999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0.6809045226130653,</a:t>
            </a:r>
          </a:p>
          <a:p>
            <a:r>
              <a:t>            "auc_prc": 0.13460626189726138,</a:t>
            </a:r>
          </a:p>
          <a:p>
            <a:r>
              <a:t>            "average_precision": 0.1462048489230392,</a:t>
            </a:r>
          </a:p>
          <a:p>
            <a:r>
              <a:t>            "balanced_accuracy": 0.6330842673308428,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252,</a:t>
            </a:r>
          </a:p>
          <a:p>
            <a:r>
              <a:t>                113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14,</a:t>
            </a:r>
          </a:p>
          <a:p>
            <a:r>
              <a:t>                19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0.23030303030303034,</a:t>
            </a:r>
          </a:p>
          <a:p>
            <a:r>
              <a:t>            "positive_count": 33,</a:t>
            </a:r>
          </a:p>
          <a:p>
            <a:r>
              <a:t>            "positive_rate": 0.0829145728643216,</a:t>
            </a:r>
          </a:p>
          <a:p>
            <a:r>
              <a:t>            "precision": 0.14393939393939395,</a:t>
            </a:r>
          </a:p>
          <a:p>
            <a:r>
              <a:t>            "recall": 0.5757575757575758,</a:t>
            </a:r>
          </a:p>
          <a:p>
            <a:r>
              <a:t>            "roc_auc": 0.6503113325031133,</a:t>
            </a:r>
          </a:p>
          <a:p>
            <a:r>
              <a:t>            "row_count": 398,</a:t>
            </a:r>
          </a:p>
          <a:p>
            <a:r>
              <a:t>            "threshold": 0.22999999999999998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"phi",</a:t>
            </a:r>
          </a:p>
          <a:p>
            <a:r>
              <a:t>          "test": {</a:t>
            </a:r>
          </a:p>
          <a:p>
            <a:r>
              <a:t>            "accuracy": 0.914572864321608,</a:t>
            </a:r>
          </a:p>
          <a:p>
            <a:r>
              <a:t>            "auc_prc": 0.16397397811568482,</a:t>
            </a:r>
          </a:p>
          <a:p>
            <a:r>
              <a:t>            "average_precision": 0.1755219110322162,</a:t>
            </a:r>
          </a:p>
          <a:p>
            <a:r>
              <a:t>            "balanced_accuracy": 0.4986301369863014,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364,</a:t>
            </a:r>
          </a:p>
          <a:p>
            <a:r>
              <a:t>                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33,</a:t>
            </a:r>
          </a:p>
          <a:p>
            <a:r>
              <a:t>                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0.0,</a:t>
            </a:r>
          </a:p>
          <a:p>
            <a:r>
              <a:t>            "positive_count": 33,</a:t>
            </a:r>
          </a:p>
          <a:p>
            <a:r>
              <a:t>            "positive_rate": 0.0829145728643216,</a:t>
            </a:r>
          </a:p>
          <a:p>
            <a:r>
              <a:t>            "precision": 0.0,</a:t>
            </a:r>
          </a:p>
          <a:p>
            <a:r>
              <a:t>            "recall": 0.0,</a:t>
            </a:r>
          </a:p>
          <a:p>
            <a:r>
              <a:t>            "roc_auc": 0.733582399335824,</a:t>
            </a:r>
          </a:p>
          <a:p>
            <a:r>
              <a:t>            "row_count": 398,</a:t>
            </a:r>
          </a:p>
          <a:p>
            <a:r>
              <a:t>            "threshold": 0.09999999999999999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0.12814070351758794,</a:t>
            </a:r>
          </a:p>
          <a:p>
            <a:r>
              <a:t>            "auc_prc": 0.09945798364392973,</a:t>
            </a:r>
          </a:p>
          <a:p>
            <a:r>
              <a:t>            "average_precision": 0.11154237278799807,</a:t>
            </a:r>
          </a:p>
          <a:p>
            <a:r>
              <a:t>            "balanced_accuracy": 0.45574927355749273,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23,</a:t>
            </a:r>
          </a:p>
          <a:p>
            <a:r>
              <a:t>                342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5,</a:t>
            </a:r>
          </a:p>
          <a:p>
            <a:r>
              <a:t>                28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0.13895781637717122,</a:t>
            </a:r>
          </a:p>
          <a:p>
            <a:r>
              <a:t>            "positive_count": 33,</a:t>
            </a:r>
          </a:p>
          <a:p>
            <a:r>
              <a:t>            "positive_rate": 0.0829145728643216,</a:t>
            </a:r>
          </a:p>
          <a:p>
            <a:r>
              <a:t>            "precision": 0.07567567567567568,</a:t>
            </a:r>
          </a:p>
          <a:p>
            <a:r>
              <a:t>            "recall": 0.8484848484848485,</a:t>
            </a:r>
          </a:p>
          <a:p>
            <a:r>
              <a:t>            "roc_auc": 0.5206309672063096,</a:t>
            </a:r>
          </a:p>
          <a:p>
            <a:r>
              <a:t>            "row_count": 398,</a:t>
            </a:r>
          </a:p>
          <a:p>
            <a:r>
              <a:t>            "threshold": 0.5499999999999999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"MariaDB",</a:t>
            </a:r>
          </a:p>
          <a:p>
            <a:r>
              <a:t>      "level": 20,</a:t>
            </a:r>
          </a:p>
          <a:p>
            <a:r>
              <a:t>      "old_validation": {</a:t>
            </a:r>
          </a:p>
          <a:p>
            <a:r>
              <a:t>        "project": "MariaDB",</a:t>
            </a:r>
          </a:p>
          <a:p>
            <a:r>
              <a:t>        "level": 20,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"Tasks/task-summaries/validate-refactored-model-per-dataset-20260927-134055/artifacts/cluster-run/mariadb/results/model/words_20/RF/refactored/metrics.json",</a:t>
            </a:r>
          </a:p>
          <a:p>
            <a:r>
              <a:t>        "blob_sha1": "1535f6499ab9e7fd6b417da6d4d3dc66776adf39",</a:t>
            </a:r>
          </a:p>
          <a:p>
            <a:r>
              <a:t>        "sha256": "50c95fb6f4f601949c8bcb7296d5ba182a2b25c5c313f266132bb09400cd1fe9",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0.9120603015075377,</a:t>
            </a:r>
          </a:p>
          <a:p>
            <a:r>
              <a:t>            "auc_prc": 0.12182267085738707,</a:t>
            </a:r>
          </a:p>
          <a:p>
            <a:r>
              <a:t>            "average_precision": 0.133107696306499,</a:t>
            </a:r>
          </a:p>
          <a:p>
            <a:r>
              <a:t>            "balanced_accuracy": 0.5235521235521235,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361,</a:t>
            </a:r>
          </a:p>
          <a:p>
            <a:r>
              <a:t>                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26,</a:t>
            </a:r>
          </a:p>
          <a:p>
            <a:r>
              <a:t>                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0.10256410256410255,</a:t>
            </a:r>
          </a:p>
          <a:p>
            <a:r>
              <a:t>            "positive_count": 28,</a:t>
            </a:r>
          </a:p>
          <a:p>
            <a:r>
              <a:t>            "positive_rate": 0.07035175879396985,</a:t>
            </a:r>
          </a:p>
          <a:p>
            <a:r>
              <a:t>            "precision": 0.18181818181818182,</a:t>
            </a:r>
          </a:p>
          <a:p>
            <a:r>
              <a:t>            "recall": 0.07142857142857142,</a:t>
            </a:r>
          </a:p>
          <a:p>
            <a:r>
              <a:t>            "roc_auc": 0.6720559845559846,</a:t>
            </a:r>
          </a:p>
          <a:p>
            <a:r>
              <a:t>            "row_count": 398,</a:t>
            </a:r>
          </a:p>
          <a:p>
            <a:r>
              <a:t>            "threshold": 0.37999999999999995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0.952020202020202,</a:t>
            </a:r>
          </a:p>
          <a:p>
            <a:r>
              <a:t>            "auc_prc": 0.22412258237119118,</a:t>
            </a:r>
          </a:p>
          <a:p>
            <a:r>
              <a:t>            "average_precision": 0.24011691408327485,</a:t>
            </a:r>
          </a:p>
          <a:p>
            <a:r>
              <a:t>            "balanced_accuracy": 0.65234375,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373,</a:t>
            </a:r>
          </a:p>
          <a:p>
            <a:r>
              <a:t>                11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8,</a:t>
            </a:r>
          </a:p>
          <a:p>
            <a:r>
              <a:t>                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0.2962962962962963,</a:t>
            </a:r>
          </a:p>
          <a:p>
            <a:r>
              <a:t>            "positive_count": 12,</a:t>
            </a:r>
          </a:p>
          <a:p>
            <a:r>
              <a:t>            "positive_rate": 0.030303030303030304,</a:t>
            </a:r>
          </a:p>
          <a:p>
            <a:r>
              <a:t>            "precision": 0.26666666666666666,</a:t>
            </a:r>
          </a:p>
          <a:p>
            <a:r>
              <a:t>            "recall": 0.3333333333333333,</a:t>
            </a:r>
          </a:p>
          <a:p>
            <a:r>
              <a:t>            "roc_auc": 0.8717447916666666,</a:t>
            </a:r>
          </a:p>
          <a:p>
            <a:r>
              <a:t>            "row_count": 396,</a:t>
            </a:r>
          </a:p>
          <a:p>
            <a:r>
              <a:t>            "threshold": 0.37999999999999995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"MariaDB",</a:t>
            </a:r>
          </a:p>
          <a:p>
            <a:r>
              <a:t>        "level": 20,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"Tasks/task-summaries/validate-refactored-model-per-dataset-20260927-134055/artifacts/cluster-run/mariadb/results/model/words_20/XGboost/baseline/metrics.json",</a:t>
            </a:r>
          </a:p>
          <a:p>
            <a:r>
              <a:t>        "blob_sha1": "877369b3a0c4ff2e597878b6b28d73af4ff4c366",</a:t>
            </a:r>
          </a:p>
          <a:p>
            <a:r>
              <a:t>        "sha256": "1e11ba3e8f0ace57e526d7879e76164a3fb3ca88972c69e299f1fbdf57c685b1",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0.9296482412060302,</a:t>
            </a:r>
          </a:p>
          <a:p>
            <a:r>
              <a:t>            "auc_prc": 0.1356996843181867,</a:t>
            </a:r>
          </a:p>
          <a:p>
            <a:r>
              <a:t>            "average_precision": 0.1419245718525536,</a:t>
            </a:r>
          </a:p>
          <a:p>
            <a:r>
              <a:t>            "balanced_accuracy": 0.5,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370,</a:t>
            </a:r>
          </a:p>
          <a:p>
            <a:r>
              <a:t>                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28,</a:t>
            </a:r>
          </a:p>
          <a:p>
            <a:r>
              <a:t>                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0.0,</a:t>
            </a:r>
          </a:p>
          <a:p>
            <a:r>
              <a:t>            "positive_count": 28,</a:t>
            </a:r>
          </a:p>
          <a:p>
            <a:r>
              <a:t>            "positive_rate": 0.07035175879396985,</a:t>
            </a:r>
          </a:p>
          <a:p>
            <a:r>
              <a:t>            "precision": 0.0,</a:t>
            </a:r>
          </a:p>
          <a:p>
            <a:r>
              <a:t>            "recall": 0.0,</a:t>
            </a:r>
          </a:p>
          <a:p>
            <a:r>
              <a:t>            "roc_auc": 0.6566119691119691,</a:t>
            </a:r>
          </a:p>
          <a:p>
            <a:r>
              <a:t>            "row_count": 398,</a:t>
            </a:r>
          </a:p>
          <a:p>
            <a:r>
              <a:t>            "threshold": 0.42999999999999994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0.9722222222222222,</a:t>
            </a:r>
          </a:p>
          <a:p>
            <a:r>
              <a:t>            "auc_prc": 0.15454815293767588,</a:t>
            </a:r>
          </a:p>
          <a:p>
            <a:r>
              <a:t>            "average_precision": 0.16059182772673744,</a:t>
            </a:r>
          </a:p>
          <a:p>
            <a:r>
              <a:t>            "balanced_accuracy": 0.5416666666666666,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384,</a:t>
            </a:r>
          </a:p>
          <a:p>
            <a:r>
              <a:t>                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11,</a:t>
            </a:r>
          </a:p>
          <a:p>
            <a:r>
              <a:t>                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0.15384615384615385,</a:t>
            </a:r>
          </a:p>
          <a:p>
            <a:r>
              <a:t>            "positive_count": 12,</a:t>
            </a:r>
          </a:p>
          <a:p>
            <a:r>
              <a:t>            "positive_rate": 0.030303030303030304,</a:t>
            </a:r>
          </a:p>
          <a:p>
            <a:r>
              <a:t>            "precision": 1.0,</a:t>
            </a:r>
          </a:p>
          <a:p>
            <a:r>
              <a:t>            "recall": 0.08333333333333333,</a:t>
            </a:r>
          </a:p>
          <a:p>
            <a:r>
              <a:t>            "roc_auc": 0.8249782986111112,</a:t>
            </a:r>
          </a:p>
          <a:p>
            <a:r>
              <a:t>            "row_count": 396,</a:t>
            </a:r>
          </a:p>
          <a:p>
            <a:r>
              <a:t>            "threshold": 0.42999999999999994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0.7914572864321608,</a:t>
            </a:r>
          </a:p>
          <a:p>
            <a:r>
              <a:t>            "auc_prc": 0.1833078226395442,</a:t>
            </a:r>
          </a:p>
          <a:p>
            <a:r>
              <a:t>            "average_precision": 0.20318727651072696,</a:t>
            </a:r>
          </a:p>
          <a:p>
            <a:r>
              <a:t>            "balanced_accuracy": 0.5907335907335908,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305,</a:t>
            </a:r>
          </a:p>
          <a:p>
            <a:r>
              <a:t>                65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18,</a:t>
            </a:r>
          </a:p>
          <a:p>
            <a:r>
              <a:t>                10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0.19417475728155337,</a:t>
            </a:r>
          </a:p>
          <a:p>
            <a:r>
              <a:t>            "positive_count": 28,</a:t>
            </a:r>
          </a:p>
          <a:p>
            <a:r>
              <a:t>            "positive_rate": 0.07035175879396985,</a:t>
            </a:r>
          </a:p>
          <a:p>
            <a:r>
              <a:t>            "precision": 0.13333333333333333,</a:t>
            </a:r>
          </a:p>
          <a:p>
            <a:r>
              <a:t>            "recall": 0.35714285714285715,</a:t>
            </a:r>
          </a:p>
          <a:p>
            <a:r>
              <a:t>            "roc_auc": 0.7377413127413127,</a:t>
            </a:r>
          </a:p>
          <a:p>
            <a:r>
              <a:t>            "row_count": 398,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"gemma",</a:t>
            </a:r>
          </a:p>
          <a:p>
            <a:r>
              <a:t>          "test": {</a:t>
            </a:r>
          </a:p>
          <a:p>
            <a:r>
              <a:t>            "accuracy": 0.8065326633165829,</a:t>
            </a:r>
          </a:p>
          <a:p>
            <a:r>
              <a:t>            "auc_prc": 0.17551260575664268,</a:t>
            </a:r>
          </a:p>
          <a:p>
            <a:r>
              <a:t>            "average_precision": 0.19476409426439395,</a:t>
            </a:r>
          </a:p>
          <a:p>
            <a:r>
              <a:t>            "balanced_accuracy": 0.5823359073359073,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312,</a:t>
            </a:r>
          </a:p>
          <a:p>
            <a:r>
              <a:t>                58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19,</a:t>
            </a:r>
          </a:p>
          <a:p>
            <a:r>
              <a:t>                9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0.18947368421052632,</a:t>
            </a:r>
          </a:p>
          <a:p>
            <a:r>
              <a:t>            "positive_count": 28,</a:t>
            </a:r>
          </a:p>
          <a:p>
            <a:r>
              <a:t>            "positive_rate": 0.07035175879396985,</a:t>
            </a:r>
          </a:p>
          <a:p>
            <a:r>
              <a:t>            "precision": 0.13432835820895522,</a:t>
            </a:r>
          </a:p>
          <a:p>
            <a:r>
              <a:t>            "recall": 0.32142857142857145,</a:t>
            </a:r>
          </a:p>
          <a:p>
            <a:r>
              <a:t>            "roc_auc": 0.7206563706563707,</a:t>
            </a:r>
          </a:p>
          <a:p>
            <a:r>
              <a:t>            "row_count": 398,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0.12311557788944724,</a:t>
            </a:r>
          </a:p>
          <a:p>
            <a:r>
              <a:t>            "auc_prc": 0.11910423238136872,</a:t>
            </a:r>
          </a:p>
          <a:p>
            <a:r>
              <a:t>            "average_precision": 0.12383001801219107,</a:t>
            </a:r>
          </a:p>
          <a:p>
            <a:r>
              <a:t>            "balanced_accuracy": 0.4953667953667954,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23,</a:t>
            </a:r>
          </a:p>
          <a:p>
            <a:r>
              <a:t>                347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2,</a:t>
            </a:r>
          </a:p>
          <a:p>
            <a:r>
              <a:t>                26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0.12967581047381546,</a:t>
            </a:r>
          </a:p>
          <a:p>
            <a:r>
              <a:t>            "positive_count": 28,</a:t>
            </a:r>
          </a:p>
          <a:p>
            <a:r>
              <a:t>            "positive_rate": 0.07035175879396985,</a:t>
            </a:r>
          </a:p>
          <a:p>
            <a:r>
              <a:t>            "precision": 0.06970509383378017,</a:t>
            </a:r>
          </a:p>
          <a:p>
            <a:r>
              <a:t>            "recall": 0.9285714285714286,</a:t>
            </a:r>
          </a:p>
          <a:p>
            <a:r>
              <a:t>            "roc_auc": 0.5557915057915058,</a:t>
            </a:r>
          </a:p>
          <a:p>
            <a:r>
              <a:t>            "row_count": 398,</a:t>
            </a:r>
          </a:p>
          <a:p>
            <a:r>
              <a:t>            "threshold": 0.5399999999999999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5,</a:t>
            </a:r>
          </a:p>
          <a:p>
            <a:r>
              <a:t>      "old_validation": {</a:t>
            </a:r>
          </a:p>
          <a:p>
            <a:r>
              <a:t>        "project": "Qt",</a:t>
            </a:r>
          </a:p>
          <a:p>
            <a:r>
              <a:t>        "level": 5,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"Tasks/task-summaries/validate-refactored-model-per-dataset-20260927-134055/artifacts/cluster-run/qt/results/model/words_5/XGboost/baseline/metrics.json",</a:t>
            </a:r>
          </a:p>
          <a:p>
            <a:r>
              <a:t>        "blob_sha1": "a12ea61e0f656d7c9871c8e7d262c31558bf30a7",</a:t>
            </a:r>
          </a:p>
          <a:p>
            <a:r>
              <a:t>        "sha256": "c3c495804df5922030be573cba6eafd89485629c6ba99c0d2e8b9f5bf7927a8e",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0.848732624693377,</a:t>
            </a:r>
          </a:p>
          <a:p>
            <a:r>
              <a:t>            "auc_prc": 0.18974342862675092,</a:t>
            </a:r>
          </a:p>
          <a:p>
            <a:r>
              <a:t>            "average_precision": 0.1949165780791524,</a:t>
            </a:r>
          </a:p>
          <a:p>
            <a:r>
              <a:t>            "balanced_accuracy": 0.560518444666002,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1014,</a:t>
            </a:r>
          </a:p>
          <a:p>
            <a:r>
              <a:t>                91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94,</a:t>
            </a:r>
          </a:p>
          <a:p>
            <a:r>
              <a:t>                24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0.2060085836909871,</a:t>
            </a:r>
          </a:p>
          <a:p>
            <a:r>
              <a:t>            "positive_count": 118,</a:t>
            </a:r>
          </a:p>
          <a:p>
            <a:r>
              <a:t>            "positive_rate": 0.0964840556009812,</a:t>
            </a:r>
          </a:p>
          <a:p>
            <a:r>
              <a:t>            "precision": 0.20869565217391303,</a:t>
            </a:r>
          </a:p>
          <a:p>
            <a:r>
              <a:t>            "recall": 0.2033898305084746,</a:t>
            </a:r>
          </a:p>
          <a:p>
            <a:r>
              <a:t>            "roc_auc": 0.689911036122402,</a:t>
            </a:r>
          </a:p>
          <a:p>
            <a:r>
              <a:t>            "row_count": 1223,</a:t>
            </a:r>
          </a:p>
          <a:p>
            <a:r>
              <a:t>            "threshold": 0.14999999999999997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0.8584288052373159,</a:t>
            </a:r>
          </a:p>
          <a:p>
            <a:r>
              <a:t>            "auc_prc": 0.12648264954253227,</a:t>
            </a:r>
          </a:p>
          <a:p>
            <a:r>
              <a:t>            "average_precision": 0.13200656223996762,</a:t>
            </a:r>
          </a:p>
          <a:p>
            <a:r>
              <a:t>            "balanced_accuracy": 0.5711565821407649,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1029,</a:t>
            </a:r>
          </a:p>
          <a:p>
            <a:r>
              <a:t>                109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64,</a:t>
            </a:r>
          </a:p>
          <a:p>
            <a:r>
              <a:t>                20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0.18779342723004694,</a:t>
            </a:r>
          </a:p>
          <a:p>
            <a:r>
              <a:t>            "positive_count": 84,</a:t>
            </a:r>
          </a:p>
          <a:p>
            <a:r>
              <a:t>            "positive_rate": 0.06873977086743044,</a:t>
            </a:r>
          </a:p>
          <a:p>
            <a:r>
              <a:t>            "precision": 0.15503875968992248,</a:t>
            </a:r>
          </a:p>
          <a:p>
            <a:r>
              <a:t>            "recall": 0.23809523809523808,</a:t>
            </a:r>
          </a:p>
          <a:p>
            <a:r>
              <a:t>            "roc_auc": 0.6624979077747092,</a:t>
            </a:r>
          </a:p>
          <a:p>
            <a:r>
              <a:t>            "row_count": 1222,</a:t>
            </a:r>
          </a:p>
          <a:p>
            <a:r>
              <a:t>            "threshold": 0.14999999999999997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"Qt",</a:t>
            </a:r>
          </a:p>
          <a:p>
            <a:r>
              <a:t>        "level": 5,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"Tasks/task-summaries/validate-refactored-model-per-dataset-20260927-134055/artifacts/cluster-run/qt/results/model/words_5/RF/refactored/metrics.json",</a:t>
            </a:r>
          </a:p>
          <a:p>
            <a:r>
              <a:t>        "blob_sha1": "359b95f349d73e9a2d431ea519ddc139310b4a00",</a:t>
            </a:r>
          </a:p>
          <a:p>
            <a:r>
              <a:t>        "sha256": "f69e124b6249af259362762373735cba4f9832d128a2b7809d81e8898a595b0b",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0.5715453802125919,</a:t>
            </a:r>
          </a:p>
          <a:p>
            <a:r>
              <a:t>            "auc_prc": 0.23260937765432635,</a:t>
            </a:r>
          </a:p>
          <a:p>
            <a:r>
              <a:t>            "average_precision": 0.23922089722935824,</a:t>
            </a:r>
          </a:p>
          <a:p>
            <a:r>
              <a:t>            "balanced_accuracy": 0.6304279469284455,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616,</a:t>
            </a:r>
          </a:p>
          <a:p>
            <a:r>
              <a:t>                489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35,</a:t>
            </a:r>
          </a:p>
          <a:p>
            <a:r>
              <a:t>                83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0.24057971014492754,</a:t>
            </a:r>
          </a:p>
          <a:p>
            <a:r>
              <a:t>            "positive_count": 118,</a:t>
            </a:r>
          </a:p>
          <a:p>
            <a:r>
              <a:t>            "positive_rate": 0.0964840556009812,</a:t>
            </a:r>
          </a:p>
          <a:p>
            <a:r>
              <a:t>            "precision": 0.1451048951048951,</a:t>
            </a:r>
          </a:p>
          <a:p>
            <a:r>
              <a:t>            "recall": 0.7033898305084746,</a:t>
            </a:r>
          </a:p>
          <a:p>
            <a:r>
              <a:t>            "roc_auc": 0.713375258838868,</a:t>
            </a:r>
          </a:p>
          <a:p>
            <a:r>
              <a:t>            "row_count": 1223,</a:t>
            </a:r>
          </a:p>
          <a:p>
            <a:r>
              <a:t>            "threshold": 0.16999999999999998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0.5859247135842881,</a:t>
            </a:r>
          </a:p>
          <a:p>
            <a:r>
              <a:t>            "auc_prc": 0.11241554752940851,</a:t>
            </a:r>
          </a:p>
          <a:p>
            <a:r>
              <a:t>            "average_precision": 0.11766834357112571,</a:t>
            </a:r>
          </a:p>
          <a:p>
            <a:r>
              <a:t>            "balanced_accuracy": 0.6288287722821994,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659,</a:t>
            </a:r>
          </a:p>
          <a:p>
            <a:r>
              <a:t>                479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27,</a:t>
            </a:r>
          </a:p>
          <a:p>
            <a:r>
              <a:t>                57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0.1838709677419355,</a:t>
            </a:r>
          </a:p>
          <a:p>
            <a:r>
              <a:t>            "positive_count": 84,</a:t>
            </a:r>
          </a:p>
          <a:p>
            <a:r>
              <a:t>            "positive_rate": 0.06873977086743044,</a:t>
            </a:r>
          </a:p>
          <a:p>
            <a:r>
              <a:t>            "precision": 0.10634328358208955,</a:t>
            </a:r>
          </a:p>
          <a:p>
            <a:r>
              <a:t>            "recall": 0.6785714285714286,</a:t>
            </a:r>
          </a:p>
          <a:p>
            <a:r>
              <a:t>            "roc_auc": 0.6681782994392836,</a:t>
            </a:r>
          </a:p>
          <a:p>
            <a:r>
              <a:t>            "row_count": 1222,</a:t>
            </a:r>
          </a:p>
          <a:p>
            <a:r>
              <a:t>            "threshold": 0.16999999999999998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"modernbert",</a:t>
            </a:r>
          </a:p>
          <a:p>
            <a:r>
              <a:t>          "test": {</a:t>
            </a:r>
          </a:p>
          <a:p>
            <a:r>
              <a:t>            "accuracy": 0.7072771872444807,</a:t>
            </a:r>
          </a:p>
          <a:p>
            <a:r>
              <a:t>            "auc_prc": 0.2304647670912897,</a:t>
            </a:r>
          </a:p>
          <a:p>
            <a:r>
              <a:t>            "average_precision": 0.23591981132571813,</a:t>
            </a:r>
          </a:p>
          <a:p>
            <a:r>
              <a:t>            "balanced_accuracy": 0.6033514840095099,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809,</a:t>
            </a:r>
          </a:p>
          <a:p>
            <a:r>
              <a:t>                296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62,</a:t>
            </a:r>
          </a:p>
          <a:p>
            <a:r>
              <a:t>                56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0.23829787234042552,</a:t>
            </a:r>
          </a:p>
          <a:p>
            <a:r>
              <a:t>            "positive_count": 118,</a:t>
            </a:r>
          </a:p>
          <a:p>
            <a:r>
              <a:t>            "positive_rate": 0.0964840556009812,</a:t>
            </a:r>
          </a:p>
          <a:p>
            <a:r>
              <a:t>            "precision": 0.1590909090909091,</a:t>
            </a:r>
          </a:p>
          <a:p>
            <a:r>
              <a:t>            "recall": 0.4745762711864407,</a:t>
            </a:r>
          </a:p>
          <a:p>
            <a:r>
              <a:t>            "roc_auc": 0.6875910729350411,</a:t>
            </a:r>
          </a:p>
          <a:p>
            <a:r>
              <a:t>            "row_count": 1223,</a:t>
            </a:r>
          </a:p>
          <a:p>
            <a:r>
              <a:t>            "threshold": 0.5099999999999999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0.9043336058871627,</a:t>
            </a:r>
          </a:p>
          <a:p>
            <a:r>
              <a:t>            "auc_prc": 0.24149256439731454,</a:t>
            </a:r>
          </a:p>
          <a:p>
            <a:r>
              <a:t>            "average_precision": 0.24447724069381285,</a:t>
            </a:r>
          </a:p>
          <a:p>
            <a:r>
              <a:t>            "balanced_accuracy": 0.5420852826136974,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1095,</a:t>
            </a:r>
          </a:p>
          <a:p>
            <a:r>
              <a:t>                10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107,</a:t>
            </a:r>
          </a:p>
          <a:p>
            <a:r>
              <a:t>                11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0.15827338129496404,</a:t>
            </a:r>
          </a:p>
          <a:p>
            <a:r>
              <a:t>            "positive_count": 118,</a:t>
            </a:r>
          </a:p>
          <a:p>
            <a:r>
              <a:t>            "positive_rate": 0.0964840556009812,</a:t>
            </a:r>
          </a:p>
          <a:p>
            <a:r>
              <a:t>            "precision": 0.5238095238095238,</a:t>
            </a:r>
          </a:p>
          <a:p>
            <a:r>
              <a:t>            "recall": 0.09322033898305085,</a:t>
            </a:r>
          </a:p>
          <a:p>
            <a:r>
              <a:t>            "roc_auc": 0.6946621673441215,</a:t>
            </a:r>
          </a:p>
          <a:p>
            <a:r>
              <a:t>            "row_count": 1223,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0.5437448896156991,</a:t>
            </a:r>
          </a:p>
          <a:p>
            <a:r>
              <a:t>            "auc_prc": 0.10000997433645634,</a:t>
            </a:r>
          </a:p>
          <a:p>
            <a:r>
              <a:t>            "average_precision": 0.10287793791234684,</a:t>
            </a:r>
          </a:p>
          <a:p>
            <a:r>
              <a:t>            "balanced_accuracy": 0.49392974921389676,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614,</a:t>
            </a:r>
          </a:p>
          <a:p>
            <a:r>
              <a:t>                491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67,</a:t>
            </a:r>
          </a:p>
          <a:p>
            <a:r>
              <a:t>                51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0.15454545454545457,</a:t>
            </a:r>
          </a:p>
          <a:p>
            <a:r>
              <a:t>            "positive_count": 118,</a:t>
            </a:r>
          </a:p>
          <a:p>
            <a:r>
              <a:t>            "positive_rate": 0.0964840556009812,</a:t>
            </a:r>
          </a:p>
          <a:p>
            <a:r>
              <a:t>            "precision": 0.0940959409594096,</a:t>
            </a:r>
          </a:p>
          <a:p>
            <a:r>
              <a:t>            "recall": 0.4322033898305085,</a:t>
            </a:r>
          </a:p>
          <a:p>
            <a:r>
              <a:t>            "roc_auc": 0.5048815093181992,</a:t>
            </a:r>
          </a:p>
          <a:p>
            <a:r>
              <a:t>            "row_count": 1223,</a:t>
            </a:r>
          </a:p>
          <a:p>
            <a:r>
              <a:t>            "threshold": 0.6599999999999999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10,</a:t>
            </a:r>
          </a:p>
          <a:p>
            <a:r>
              <a:t>      "old_validation": {</a:t>
            </a:r>
          </a:p>
          <a:p>
            <a:r>
              <a:t>        "project": "Qt",</a:t>
            </a:r>
          </a:p>
          <a:p>
            <a:r>
              <a:t>        "level": 10,</a:t>
            </a:r>
          </a:p>
          <a:p>
            <a:r>
              <a:t>        "model": "XGboost",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"Tasks/task-summaries/validate-refactored-model-per-dataset-20260927-134055/artifacts/cluster-run/qt/results/model/words_10/XGboost/refactored/metrics.json",</a:t>
            </a:r>
          </a:p>
          <a:p>
            <a:r>
              <a:t>        "blob_sha1": "3d621f8dffef5fe56aec97d4e86127db68526ce0",</a:t>
            </a:r>
          </a:p>
          <a:p>
            <a:r>
              <a:t>        "sha256": "90173e219a8ad92c0be64ce809b8f0a55eed4f074df1f26ac64602fac5106858",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0.9051512673753066,</a:t>
            </a:r>
          </a:p>
          <a:p>
            <a:r>
              <a:t>            "auc_prc": 0.17394196940901607,</a:t>
            </a:r>
          </a:p>
          <a:p>
            <a:r>
              <a:t>            "average_precision": 0.1784419161306906,</a:t>
            </a:r>
          </a:p>
          <a:p>
            <a:r>
              <a:t>            "balanced_accuracy": 0.594475494411006,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1092,</a:t>
            </a:r>
          </a:p>
          <a:p>
            <a:r>
              <a:t>                71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45,</a:t>
            </a:r>
          </a:p>
          <a:p>
            <a:r>
              <a:t>                15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0.20547945205479454,</a:t>
            </a:r>
          </a:p>
          <a:p>
            <a:r>
              <a:t>            "positive_count": 60,</a:t>
            </a:r>
          </a:p>
          <a:p>
            <a:r>
              <a:t>            "positive_rate": 0.04905968928863451,</a:t>
            </a:r>
          </a:p>
          <a:p>
            <a:r>
              <a:t>            "precision": 0.1744186046511628,</a:t>
            </a:r>
          </a:p>
          <a:p>
            <a:r>
              <a:t>            "recall": 0.25,</a:t>
            </a:r>
          </a:p>
          <a:p>
            <a:r>
              <a:t>            "roc_auc": 0.7276153625680711,</a:t>
            </a:r>
          </a:p>
          <a:p>
            <a:r>
              <a:t>            "row_count": 1223,</a:t>
            </a:r>
          </a:p>
          <a:p>
            <a:r>
              <a:t>            "threshold": 0.6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0.8797054009819967,</a:t>
            </a:r>
          </a:p>
          <a:p>
            <a:r>
              <a:t>            "auc_prc": 0.12029227907071678,</a:t>
            </a:r>
          </a:p>
          <a:p>
            <a:r>
              <a:t>            "average_precision": 0.12878535045257875,</a:t>
            </a:r>
          </a:p>
          <a:p>
            <a:r>
              <a:t>            "balanced_accuracy": 0.5751788026195055,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1059,</a:t>
            </a:r>
          </a:p>
          <a:p>
            <a:r>
              <a:t>                94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53,</a:t>
            </a:r>
          </a:p>
          <a:p>
            <a:r>
              <a:t>                16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0.1787709497206704,</a:t>
            </a:r>
          </a:p>
          <a:p>
            <a:r>
              <a:t>            "positive_count": 69,</a:t>
            </a:r>
          </a:p>
          <a:p>
            <a:r>
              <a:t>            "positive_rate": 0.05646481178396072,</a:t>
            </a:r>
          </a:p>
          <a:p>
            <a:r>
              <a:t>            "precision": 0.14545454545454545,</a:t>
            </a:r>
          </a:p>
          <a:p>
            <a:r>
              <a:t>            "recall": 0.2318840579710145,</a:t>
            </a:r>
          </a:p>
          <a:p>
            <a:r>
              <a:t>            "roc_auc": 0.6537639679726486,</a:t>
            </a:r>
          </a:p>
          <a:p>
            <a:r>
              <a:t>            "row_count": 1222,</a:t>
            </a:r>
          </a:p>
          <a:p>
            <a:r>
              <a:t>            "threshold": 0.6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"Qt",</a:t>
            </a:r>
          </a:p>
          <a:p>
            <a:r>
              <a:t>        "level": 10,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"Tasks/task-summaries/validate-refactored-model-per-dataset-20260927-134055/artifacts/cluster-run/qt/results/model/words_10/RF/baseline/metrics.json",</a:t>
            </a:r>
          </a:p>
          <a:p>
            <a:r>
              <a:t>        "blob_sha1": "a7395514881fbff5ebba03289b4c681de2040a6a",</a:t>
            </a:r>
          </a:p>
          <a:p>
            <a:r>
              <a:t>        "sha256": "75271fc921a4af416792abecbaed997bba00901d19c37d4aa5d2df1b8eeab7fb",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0.8740801308258381,</a:t>
            </a:r>
          </a:p>
          <a:p>
            <a:r>
              <a:t>            "auc_prc": 0.18825621033997086,</a:t>
            </a:r>
          </a:p>
          <a:p>
            <a:r>
              <a:t>            "average_precision": 0.19331191830116592,</a:t>
            </a:r>
          </a:p>
          <a:p>
            <a:r>
              <a:t>            "balanced_accuracy": 0.6571725422757237,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1044,</a:t>
            </a:r>
          </a:p>
          <a:p>
            <a:r>
              <a:t>                119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35,</a:t>
            </a:r>
          </a:p>
          <a:p>
            <a:r>
              <a:t>                25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0.24509803921568626,</a:t>
            </a:r>
          </a:p>
          <a:p>
            <a:r>
              <a:t>            "positive_count": 60,</a:t>
            </a:r>
          </a:p>
          <a:p>
            <a:r>
              <a:t>            "positive_rate": 0.04905968928863451,</a:t>
            </a:r>
          </a:p>
          <a:p>
            <a:r>
              <a:t>            "precision": 0.1736111111111111,</a:t>
            </a:r>
          </a:p>
          <a:p>
            <a:r>
              <a:t>            "recall": 0.4166666666666667,</a:t>
            </a:r>
          </a:p>
          <a:p>
            <a:r>
              <a:t>            "roc_auc": 0.7778016623674405,</a:t>
            </a:r>
          </a:p>
          <a:p>
            <a:r>
              <a:t>            "row_count": 1223,</a:t>
            </a:r>
          </a:p>
          <a:p>
            <a:r>
              <a:t>            "threshold": 0.13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0.837152209492635,</a:t>
            </a:r>
          </a:p>
          <a:p>
            <a:r>
              <a:t>            "auc_prc": 0.11547142833016022,</a:t>
            </a:r>
          </a:p>
          <a:p>
            <a:r>
              <a:t>            "average_precision": 0.1214920824540674,</a:t>
            </a:r>
          </a:p>
          <a:p>
            <a:r>
              <a:t>            "balanced_accuracy": 0.600318010985834,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1000,</a:t>
            </a:r>
          </a:p>
          <a:p>
            <a:r>
              <a:t>                153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46,</a:t>
            </a:r>
          </a:p>
          <a:p>
            <a:r>
              <a:t>                23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0.18775510204081633,</a:t>
            </a:r>
          </a:p>
          <a:p>
            <a:r>
              <a:t>            "positive_count": 69,</a:t>
            </a:r>
          </a:p>
          <a:p>
            <a:r>
              <a:t>            "positive_rate": 0.05646481178396072,</a:t>
            </a:r>
          </a:p>
          <a:p>
            <a:r>
              <a:t>            "precision": 0.13068181818181818,</a:t>
            </a:r>
          </a:p>
          <a:p>
            <a:r>
              <a:t>            "recall": 0.3333333333333333,</a:t>
            </a:r>
          </a:p>
          <a:p>
            <a:r>
              <a:t>            "roc_auc": 0.6918121598350868,</a:t>
            </a:r>
          </a:p>
          <a:p>
            <a:r>
              <a:t>            "row_count": 1222,</a:t>
            </a:r>
          </a:p>
          <a:p>
            <a:r>
              <a:t>            "threshold": 0.13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0.8798037612428454,</a:t>
            </a:r>
          </a:p>
          <a:p>
            <a:r>
              <a:t>            "auc_prc": 0.17808884719141882,</a:t>
            </a:r>
          </a:p>
          <a:p>
            <a:r>
              <a:t>            "average_precision": 0.18428668296360734,</a:t>
            </a:r>
          </a:p>
          <a:p>
            <a:r>
              <a:t>            "balanced_accuracy": 0.6364717684150186,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1054,</a:t>
            </a:r>
          </a:p>
          <a:p>
            <a:r>
              <a:t>                109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38,</a:t>
            </a:r>
          </a:p>
          <a:p>
            <a:r>
              <a:t>                22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0.23036649214659685,</a:t>
            </a:r>
          </a:p>
          <a:p>
            <a:r>
              <a:t>            "positive_count": 60,</a:t>
            </a:r>
          </a:p>
          <a:p>
            <a:r>
              <a:t>            "positive_rate": 0.04905968928863451,</a:t>
            </a:r>
          </a:p>
          <a:p>
            <a:r>
              <a:t>            "precision": 0.16793893129770993,</a:t>
            </a:r>
          </a:p>
          <a:p>
            <a:r>
              <a:t>            "recall": 0.36666666666666664,</a:t>
            </a:r>
          </a:p>
          <a:p>
            <a:r>
              <a:t>            "roc_auc": 0.7483018056749785,</a:t>
            </a:r>
          </a:p>
          <a:p>
            <a:r>
              <a:t>            "row_count": 1223,</a:t>
            </a:r>
          </a:p>
          <a:p>
            <a:r>
              <a:t>            "threshold": 0.13999999999999999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0.901880621422731,</a:t>
            </a:r>
          </a:p>
          <a:p>
            <a:r>
              <a:t>            "auc_prc": 0.2199520118047271,</a:t>
            </a:r>
          </a:p>
          <a:p>
            <a:r>
              <a:t>            "average_precision": 0.223768772197747,</a:t>
            </a:r>
          </a:p>
          <a:p>
            <a:r>
              <a:t>            "balanced_accuracy": 0.6322728575523072,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1083,</a:t>
            </a:r>
          </a:p>
          <a:p>
            <a:r>
              <a:t>                80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40,</a:t>
            </a:r>
          </a:p>
          <a:p>
            <a:r>
              <a:t>                20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0.25,</a:t>
            </a:r>
          </a:p>
          <a:p>
            <a:r>
              <a:t>            "positive_count": 60,</a:t>
            </a:r>
          </a:p>
          <a:p>
            <a:r>
              <a:t>            "positive_rate": 0.04905968928863451,</a:t>
            </a:r>
          </a:p>
          <a:p>
            <a:r>
              <a:t>            "precision": 0.2,</a:t>
            </a:r>
          </a:p>
          <a:p>
            <a:r>
              <a:t>            "recall": 0.3333333333333333,</a:t>
            </a:r>
          </a:p>
          <a:p>
            <a:r>
              <a:t>            "roc_auc": 0.7205503009458297,</a:t>
            </a:r>
          </a:p>
          <a:p>
            <a:r>
              <a:t>            "row_count": 1223,</a:t>
            </a:r>
          </a:p>
          <a:p>
            <a:r>
              <a:t>            "threshold": 0.06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0.5813573180703189,</a:t>
            </a:r>
          </a:p>
          <a:p>
            <a:r>
              <a:t>            "auc_prc": 0.05269515140897159,</a:t>
            </a:r>
          </a:p>
          <a:p>
            <a:r>
              <a:t>            "average_precision": 0.05673176685876176,</a:t>
            </a:r>
          </a:p>
          <a:p>
            <a:r>
              <a:t>            "balanced_accuracy": 0.49535683576956147,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687,</a:t>
            </a:r>
          </a:p>
          <a:p>
            <a:r>
              <a:t>                476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36,</a:t>
            </a:r>
          </a:p>
          <a:p>
            <a:r>
              <a:t>                24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0.08571428571428572,</a:t>
            </a:r>
          </a:p>
          <a:p>
            <a:r>
              <a:t>            "positive_count": 60,</a:t>
            </a:r>
          </a:p>
          <a:p>
            <a:r>
              <a:t>            "positive_rate": 0.04905968928863451,</a:t>
            </a:r>
          </a:p>
          <a:p>
            <a:r>
              <a:t>            "precision": 0.048,</a:t>
            </a:r>
          </a:p>
          <a:p>
            <a:r>
              <a:t>            "recall": 0.4,</a:t>
            </a:r>
          </a:p>
          <a:p>
            <a:r>
              <a:t>            "roc_auc": 0.4613857838922327,</a:t>
            </a:r>
          </a:p>
          <a:p>
            <a:r>
              <a:t>            "row_count": 1223,</a:t>
            </a:r>
          </a:p>
          <a:p>
            <a:r>
              <a:t>            "threshold": 0.6599999999999999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15,</a:t>
            </a:r>
          </a:p>
          <a:p>
            <a:r>
              <a:t>      "old_validation": {</a:t>
            </a:r>
          </a:p>
          <a:p>
            <a:r>
              <a:t>        "project": "Qt",</a:t>
            </a:r>
          </a:p>
          <a:p>
            <a:r>
              <a:t>        "level": 15,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"Tasks/task-summaries/validate-refactored-model-per-dataset-20260927-134055/artifacts/cluster-run/qt/results/model/words_15/XGboost/baseline/metrics.json",</a:t>
            </a:r>
          </a:p>
          <a:p>
            <a:r>
              <a:t>        "blob_sha1": "bf79341482f79c4b0502aa9cfe5cf148de7e1fd7",</a:t>
            </a:r>
          </a:p>
          <a:p>
            <a:r>
              <a:t>        "sha256": "4b7ba58d74606bb8671150fab6af081e71120779843075510e29018ba591bf78",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0.9566639411283728,</a:t>
            </a:r>
          </a:p>
          <a:p>
            <a:r>
              <a:t>            "auc_prc": 0.13670706740744334,</a:t>
            </a:r>
          </a:p>
          <a:p>
            <a:r>
              <a:t>            "average_precision": 0.1493418412262666,</a:t>
            </a:r>
          </a:p>
          <a:p>
            <a:r>
              <a:t>            "balanced_accuracy": 0.5293752463539614,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1167,</a:t>
            </a:r>
          </a:p>
          <a:p>
            <a:r>
              <a:t>                13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40,</a:t>
            </a:r>
          </a:p>
          <a:p>
            <a:r>
              <a:t>                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0.10169491525423728,</a:t>
            </a:r>
          </a:p>
          <a:p>
            <a:r>
              <a:t>            "positive_count": 43,</a:t>
            </a:r>
          </a:p>
          <a:p>
            <a:r>
              <a:t>            "positive_rate": 0.03515944399018806,</a:t>
            </a:r>
          </a:p>
          <a:p>
            <a:r>
              <a:t>            "precision": 0.1875,</a:t>
            </a:r>
          </a:p>
          <a:p>
            <a:r>
              <a:t>            "recall": 0.06976744186046512,</a:t>
            </a:r>
          </a:p>
          <a:p>
            <a:r>
              <a:t>            "roc_auc": 0.7926487977926685,</a:t>
            </a:r>
          </a:p>
          <a:p>
            <a:r>
              <a:t>            "row_count": 1223,</a:t>
            </a:r>
          </a:p>
          <a:p>
            <a:r>
              <a:t>            "threshold": 0.20999999999999996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0.94189852700491,</a:t>
            </a:r>
          </a:p>
          <a:p>
            <a:r>
              <a:t>            "auc_prc": 0.11861433141088287,</a:t>
            </a:r>
          </a:p>
          <a:p>
            <a:r>
              <a:t>            "average_precision": 0.12370691045277249,</a:t>
            </a:r>
          </a:p>
          <a:p>
            <a:r>
              <a:t>            "balanced_accuracy": 0.5599448986846782,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1143,</a:t>
            </a:r>
          </a:p>
          <a:p>
            <a:r>
              <a:t>                21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50,</a:t>
            </a:r>
          </a:p>
          <a:p>
            <a:r>
              <a:t>                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0.1839080459770115,</a:t>
            </a:r>
          </a:p>
          <a:p>
            <a:r>
              <a:t>            "positive_count": 58,</a:t>
            </a:r>
          </a:p>
          <a:p>
            <a:r>
              <a:t>            "positive_rate": 0.04746317512274959,</a:t>
            </a:r>
          </a:p>
          <a:p>
            <a:r>
              <a:t>            "precision": 0.27586206896551724,</a:t>
            </a:r>
          </a:p>
          <a:p>
            <a:r>
              <a:t>            "recall": 0.13793103448275862,</a:t>
            </a:r>
          </a:p>
          <a:p>
            <a:r>
              <a:t>            "roc_auc": 0.6623637279298495,</a:t>
            </a:r>
          </a:p>
          <a:p>
            <a:r>
              <a:t>            "row_count": 1222,</a:t>
            </a:r>
          </a:p>
          <a:p>
            <a:r>
              <a:t>            "threshold": 0.20999999999999996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"Qt",</a:t>
            </a:r>
          </a:p>
          <a:p>
            <a:r>
              <a:t>        "level": 15,</a:t>
            </a:r>
          </a:p>
          <a:p>
            <a:r>
              <a:t>        "model": "XGboost",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"Tasks/task-summaries/validate-refactored-model-per-dataset-20260927-134055/artifacts/cluster-run/qt/results/model/words_15/XGboost/baseline/metrics.json",</a:t>
            </a:r>
          </a:p>
          <a:p>
            <a:r>
              <a:t>        "blob_sha1": "bf79341482f79c4b0502aa9cfe5cf148de7e1fd7",</a:t>
            </a:r>
          </a:p>
          <a:p>
            <a:r>
              <a:t>        "sha256": "4b7ba58d74606bb8671150fab6af081e71120779843075510e29018ba591bf78",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0.9566639411283728,</a:t>
            </a:r>
          </a:p>
          <a:p>
            <a:r>
              <a:t>            "auc_prc": 0.13670706740744334,</a:t>
            </a:r>
          </a:p>
          <a:p>
            <a:r>
              <a:t>            "average_precision": 0.1493418412262666,</a:t>
            </a:r>
          </a:p>
          <a:p>
            <a:r>
              <a:t>            "balanced_accuracy": 0.5293752463539614,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1167,</a:t>
            </a:r>
          </a:p>
          <a:p>
            <a:r>
              <a:t>                13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40,</a:t>
            </a:r>
          </a:p>
          <a:p>
            <a:r>
              <a:t>                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0.10169491525423728,</a:t>
            </a:r>
          </a:p>
          <a:p>
            <a:r>
              <a:t>            "positive_count": 43,</a:t>
            </a:r>
          </a:p>
          <a:p>
            <a:r>
              <a:t>            "positive_rate": 0.03515944399018806,</a:t>
            </a:r>
          </a:p>
          <a:p>
            <a:r>
              <a:t>            "precision": 0.1875,</a:t>
            </a:r>
          </a:p>
          <a:p>
            <a:r>
              <a:t>            "recall": 0.06976744186046512,</a:t>
            </a:r>
          </a:p>
          <a:p>
            <a:r>
              <a:t>            "roc_auc": 0.7926487977926685,</a:t>
            </a:r>
          </a:p>
          <a:p>
            <a:r>
              <a:t>            "row_count": 1223,</a:t>
            </a:r>
          </a:p>
          <a:p>
            <a:r>
              <a:t>            "threshold": 0.20999999999999996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0.94189852700491,</a:t>
            </a:r>
          </a:p>
          <a:p>
            <a:r>
              <a:t>            "auc_prc": 0.11861433141088287,</a:t>
            </a:r>
          </a:p>
          <a:p>
            <a:r>
              <a:t>            "average_precision": 0.12370691045277249,</a:t>
            </a:r>
          </a:p>
          <a:p>
            <a:r>
              <a:t>            "balanced_accuracy": 0.5599448986846782,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1143,</a:t>
            </a:r>
          </a:p>
          <a:p>
            <a:r>
              <a:t>                21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50,</a:t>
            </a:r>
          </a:p>
          <a:p>
            <a:r>
              <a:t>                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0.1839080459770115,</a:t>
            </a:r>
          </a:p>
          <a:p>
            <a:r>
              <a:t>            "positive_count": 58,</a:t>
            </a:r>
          </a:p>
          <a:p>
            <a:r>
              <a:t>            "positive_rate": 0.04746317512274959,</a:t>
            </a:r>
          </a:p>
          <a:p>
            <a:r>
              <a:t>            "precision": 0.27586206896551724,</a:t>
            </a:r>
          </a:p>
          <a:p>
            <a:r>
              <a:t>            "recall": 0.13793103448275862,</a:t>
            </a:r>
          </a:p>
          <a:p>
            <a:r>
              <a:t>            "roc_auc": 0.6623637279298495,</a:t>
            </a:r>
          </a:p>
          <a:p>
            <a:r>
              <a:t>            "row_count": 1222,</a:t>
            </a:r>
          </a:p>
          <a:p>
            <a:r>
              <a:t>            "threshold": 0.20999999999999996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0.9542109566639412,</a:t>
            </a:r>
          </a:p>
          <a:p>
            <a:r>
              <a:t>            "auc_prc": 0.14709102890848116,</a:t>
            </a:r>
          </a:p>
          <a:p>
            <a:r>
              <a:t>            "average_precision": 0.16037742968796803,</a:t>
            </a:r>
          </a:p>
          <a:p>
            <a:r>
              <a:t>            "balanced_accuracy": 0.5841249507292077,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1159,</a:t>
            </a:r>
          </a:p>
          <a:p>
            <a:r>
              <a:t>                21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35,</a:t>
            </a:r>
          </a:p>
          <a:p>
            <a:r>
              <a:t>                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0.2222222222222222,</a:t>
            </a:r>
          </a:p>
          <a:p>
            <a:r>
              <a:t>            "positive_count": 43,</a:t>
            </a:r>
          </a:p>
          <a:p>
            <a:r>
              <a:t>            "positive_rate": 0.03515944399018806,</a:t>
            </a:r>
          </a:p>
          <a:p>
            <a:r>
              <a:t>            "precision": 0.27586206896551724,</a:t>
            </a:r>
          </a:p>
          <a:p>
            <a:r>
              <a:t>            "recall": 0.18604651162790697,</a:t>
            </a:r>
          </a:p>
          <a:p>
            <a:r>
              <a:t>            "roc_auc": 0.7751970831690974,</a:t>
            </a:r>
          </a:p>
          <a:p>
            <a:r>
              <a:t>            "row_count": 1223,</a:t>
            </a:r>
          </a:p>
          <a:p>
            <a:r>
              <a:t>            "threshold": 0.13999999999999999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0.9574816026165167,</a:t>
            </a:r>
          </a:p>
          <a:p>
            <a:r>
              <a:t>            "auc_prc": 0.22429201481724245,</a:t>
            </a:r>
          </a:p>
          <a:p>
            <a:r>
              <a:t>            "average_precision": 0.2320298271492524,</a:t>
            </a:r>
          </a:p>
          <a:p>
            <a:r>
              <a:t>            "balanced_accuracy": 0.585819865983445,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1163,</a:t>
            </a:r>
          </a:p>
          <a:p>
            <a:r>
              <a:t>                17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35,</a:t>
            </a:r>
          </a:p>
          <a:p>
            <a:r>
              <a:t>                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0.23529411764705885,</a:t>
            </a:r>
          </a:p>
          <a:p>
            <a:r>
              <a:t>            "positive_count": 43,</a:t>
            </a:r>
          </a:p>
          <a:p>
            <a:r>
              <a:t>            "positive_rate": 0.03515944399018806,</a:t>
            </a:r>
          </a:p>
          <a:p>
            <a:r>
              <a:t>            "precision": 0.32,</a:t>
            </a:r>
          </a:p>
          <a:p>
            <a:r>
              <a:t>            "recall": 0.18604651162790697,</a:t>
            </a:r>
          </a:p>
          <a:p>
            <a:r>
              <a:t>            "roc_auc": 0.769925108395743,</a:t>
            </a:r>
          </a:p>
          <a:p>
            <a:r>
              <a:t>            "row_count": 1223,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0.6328699918233851,</a:t>
            </a:r>
          </a:p>
          <a:p>
            <a:r>
              <a:t>            "auc_prc": 0.039172872322974464,</a:t>
            </a:r>
          </a:p>
          <a:p>
            <a:r>
              <a:t>            "average_precision": 0.04387646803362727,</a:t>
            </a:r>
          </a:p>
          <a:p>
            <a:r>
              <a:t>            "balanced_accuracy": 0.48482459597950334,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760,</a:t>
            </a:r>
          </a:p>
          <a:p>
            <a:r>
              <a:t>                420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29,</a:t>
            </a:r>
          </a:p>
          <a:p>
            <a:r>
              <a:t>                14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0.05870020964360587,</a:t>
            </a:r>
          </a:p>
          <a:p>
            <a:r>
              <a:t>            "positive_count": 43,</a:t>
            </a:r>
          </a:p>
          <a:p>
            <a:r>
              <a:t>            "positive_rate": 0.03515944399018806,</a:t>
            </a:r>
          </a:p>
          <a:p>
            <a:r>
              <a:t>            "precision": 0.03225806451612903,</a:t>
            </a:r>
          </a:p>
          <a:p>
            <a:r>
              <a:t>            "recall": 0.32558139534883723,</a:t>
            </a:r>
          </a:p>
          <a:p>
            <a:r>
              <a:t>            "roc_auc": 0.45837603468663773,</a:t>
            </a:r>
          </a:p>
          <a:p>
            <a:r>
              <a:t>            "row_count": 1223,</a:t>
            </a:r>
          </a:p>
          <a:p>
            <a:r>
              <a:t>            "threshold": 0.6699999999999999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"project": "Qt",</a:t>
            </a:r>
          </a:p>
          <a:p>
            <a:r>
              <a:t>      "level": 20,</a:t>
            </a:r>
          </a:p>
          <a:p>
            <a:r>
              <a:t>      "old_validation": {</a:t>
            </a:r>
          </a:p>
          <a:p>
            <a:r>
              <a:t>        "project": "Qt",</a:t>
            </a:r>
          </a:p>
          <a:p>
            <a:r>
              <a:t>        "level": 20,</a:t>
            </a:r>
          </a:p>
          <a:p>
            <a:r>
              <a:t>        "model": "RF",</a:t>
            </a:r>
          </a:p>
          <a:p>
            <a:r>
              <a:t>        "variant": "baseline",</a:t>
            </a:r>
          </a:p>
          <a:p>
            <a:r>
              <a:t>        "git_path": "Tasks/task-summaries/validate-refactored-model-per-dataset-20260927-134055/artifacts/cluster-run/qt/results/model/words_20/RF/baseline/metrics.json",</a:t>
            </a:r>
          </a:p>
          <a:p>
            <a:r>
              <a:t>        "blob_sha1": "c0c0fd4f464c154b869ac3e5a269684405d9327d",</a:t>
            </a:r>
          </a:p>
          <a:p>
            <a:r>
              <a:t>        "sha256": "a929aff3f8e0f81403440ee38cd61a393efca81ef1a7ac9a18cd6a919d304f82",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0.9632052330335241,</a:t>
            </a:r>
          </a:p>
          <a:p>
            <a:r>
              <a:t>            "auc_prc": 0.11893583301874244,</a:t>
            </a:r>
          </a:p>
          <a:p>
            <a:r>
              <a:t>            "average_precision": 0.1251974969883866,</a:t>
            </a:r>
          </a:p>
          <a:p>
            <a:r>
              <a:t>            "balanced_accuracy": 0.5382303468065106,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1175,</a:t>
            </a:r>
          </a:p>
          <a:p>
            <a:r>
              <a:t>                14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31,</a:t>
            </a:r>
          </a:p>
          <a:p>
            <a:r>
              <a:t>                3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0.11764705882352942,</a:t>
            </a:r>
          </a:p>
          <a:p>
            <a:r>
              <a:t>            "positive_count": 34,</a:t>
            </a:r>
          </a:p>
          <a:p>
            <a:r>
              <a:t>            "positive_rate": 0.027800490596892886,</a:t>
            </a:r>
          </a:p>
          <a:p>
            <a:r>
              <a:t>            "precision": 0.17647058823529413,</a:t>
            </a:r>
          </a:p>
          <a:p>
            <a:r>
              <a:t>            "recall": 0.08823529411764706,</a:t>
            </a:r>
          </a:p>
          <a:p>
            <a:r>
              <a:t>            "roc_auc": 0.7569880769801612,</a:t>
            </a:r>
          </a:p>
          <a:p>
            <a:r>
              <a:t>            "row_count": 1223,</a:t>
            </a:r>
          </a:p>
          <a:p>
            <a:r>
              <a:t>            "threshold": 0.19999999999999996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0.9361702127659575,</a:t>
            </a:r>
          </a:p>
          <a:p>
            <a:r>
              <a:t>            "auc_prc": 0.08465363590247352,</a:t>
            </a:r>
          </a:p>
          <a:p>
            <a:r>
              <a:t>            "average_precision": 0.09086638444736693,</a:t>
            </a:r>
          </a:p>
          <a:p>
            <a:r>
              <a:t>            "balanced_accuracy": 0.557158574673481,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1137,</a:t>
            </a:r>
          </a:p>
          <a:p>
            <a:r>
              <a:t>                37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41,</a:t>
            </a:r>
          </a:p>
          <a:p>
            <a:r>
              <a:t>                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0.15217391304347827,</a:t>
            </a:r>
          </a:p>
          <a:p>
            <a:r>
              <a:t>            "positive_count": 48,</a:t>
            </a:r>
          </a:p>
          <a:p>
            <a:r>
              <a:t>            "positive_rate": 0.03927986906710311,</a:t>
            </a:r>
          </a:p>
          <a:p>
            <a:r>
              <a:t>            "precision": 0.1590909090909091,</a:t>
            </a:r>
          </a:p>
          <a:p>
            <a:r>
              <a:t>            "recall": 0.14583333333333334,</a:t>
            </a:r>
          </a:p>
          <a:p>
            <a:r>
              <a:t>            "roc_auc": 0.6858762776831345,</a:t>
            </a:r>
          </a:p>
          <a:p>
            <a:r>
              <a:t>            "row_count": 1222,</a:t>
            </a:r>
          </a:p>
          <a:p>
            <a:r>
              <a:t>            "threshold": 0.19999999999999996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"project": "Qt",</a:t>
            </a:r>
          </a:p>
          <a:p>
            <a:r>
              <a:t>        "level": 20,</a:t>
            </a:r>
          </a:p>
          <a:p>
            <a:r>
              <a:t>        "model": "RF",</a:t>
            </a:r>
          </a:p>
          <a:p>
            <a:r>
              <a:t>        "variant": "refactored",</a:t>
            </a:r>
          </a:p>
          <a:p>
            <a:r>
              <a:t>        "git_path": "Tasks/task-summaries/validate-refactored-model-per-dataset-20260927-134055/artifacts/cluster-run/qt/results/model/words_20/RF/refactored/metrics.json",</a:t>
            </a:r>
          </a:p>
          <a:p>
            <a:r>
              <a:t>        "blob_sha1": "e17ae652e7b5302bcbc0aacf4e25cd46862071ad",</a:t>
            </a:r>
          </a:p>
          <a:p>
            <a:r>
              <a:t>        "sha256": "41d5dffe75df2c21dbb66aebbbfe2414c854ce11bfd08e6e446346e02ddafee3",</a:t>
            </a:r>
          </a:p>
          <a:p>
            <a:r>
              <a:t>        "metrics": {</a:t>
            </a:r>
          </a:p>
          <a:p>
            <a:r>
              <a:t>          "test": {</a:t>
            </a:r>
          </a:p>
          <a:p>
            <a:r>
              <a:t>            "accuracy": 0.9484873262469338,</a:t>
            </a:r>
          </a:p>
          <a:p>
            <a:r>
              <a:t>            "auc_prc": 0.15237375530023597,</a:t>
            </a:r>
          </a:p>
          <a:p>
            <a:r>
              <a:t>            "average_precision": 0.15704474363680007,</a:t>
            </a:r>
          </a:p>
          <a:p>
            <a:r>
              <a:t>            "balanced_accuracy": 0.5735170434868648,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1154,</a:t>
            </a:r>
          </a:p>
          <a:p>
            <a:r>
              <a:t>                35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28,</a:t>
            </a:r>
          </a:p>
          <a:p>
            <a:r>
              <a:t>                6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0.16,</a:t>
            </a:r>
          </a:p>
          <a:p>
            <a:r>
              <a:t>            "positive_count": 34,</a:t>
            </a:r>
          </a:p>
          <a:p>
            <a:r>
              <a:t>            "positive_rate": 0.027800490596892886,</a:t>
            </a:r>
          </a:p>
          <a:p>
            <a:r>
              <a:t>            "precision": 0.14634146341463414,</a:t>
            </a:r>
          </a:p>
          <a:p>
            <a:r>
              <a:t>            "recall": 0.17647058823529413,</a:t>
            </a:r>
          </a:p>
          <a:p>
            <a:r>
              <a:t>            "roc_auc": 0.7590164745460842,</a:t>
            </a:r>
          </a:p>
          <a:p>
            <a:r>
              <a:t>            "row_count": 1223,</a:t>
            </a:r>
          </a:p>
          <a:p>
            <a:r>
              <a:t>            "threshold": 0.42999999999999994</a:t>
            </a:r>
          </a:p>
          <a:p>
            <a:r>
              <a:t>          },</a:t>
            </a:r>
          </a:p>
          <a:p>
            <a:r>
              <a:t>          "validation": {</a:t>
            </a:r>
          </a:p>
          <a:p>
            <a:r>
              <a:t>            "accuracy": 0.9222585924713584,</a:t>
            </a:r>
          </a:p>
          <a:p>
            <a:r>
              <a:t>            "auc_prc": 0.06981912720029466,</a:t>
            </a:r>
          </a:p>
          <a:p>
            <a:r>
              <a:t>            "average_precision": 0.07410109467026146,</a:t>
            </a:r>
          </a:p>
          <a:p>
            <a:r>
              <a:t>            "balanced_accuracy": 0.5599091425326519,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1119,</a:t>
            </a:r>
          </a:p>
          <a:p>
            <a:r>
              <a:t>                55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40,</a:t>
            </a:r>
          </a:p>
          <a:p>
            <a:r>
              <a:t>                8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0.14414414414414417,</a:t>
            </a:r>
          </a:p>
          <a:p>
            <a:r>
              <a:t>            "positive_count": 48,</a:t>
            </a:r>
          </a:p>
          <a:p>
            <a:r>
              <a:t>            "positive_rate": 0.03927986906710311,</a:t>
            </a:r>
          </a:p>
          <a:p>
            <a:r>
              <a:t>            "precision": 0.12698412698412698,</a:t>
            </a:r>
          </a:p>
          <a:p>
            <a:r>
              <a:t>            "recall": 0.16666666666666666,</a:t>
            </a:r>
          </a:p>
          <a:p>
            <a:r>
              <a:t>            "roc_auc": 0.6616978989210676,</a:t>
            </a:r>
          </a:p>
          <a:p>
            <a:r>
              <a:t>            "row_count": 1222,</a:t>
            </a:r>
          </a:p>
          <a:p>
            <a:r>
              <a:t>            "threshold": 0.42999999999999994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"new": {</a:t>
            </a:r>
          </a:p>
          <a:p>
            <a:r>
              <a:t>        "SLM1": {</a:t>
            </a:r>
          </a:p>
          <a:p>
            <a:r>
              <a:t>          "model": "qwen_embedding",</a:t>
            </a:r>
          </a:p>
          <a:p>
            <a:r>
              <a:t>          "test": {</a:t>
            </a:r>
          </a:p>
          <a:p>
            <a:r>
              <a:t>            "accuracy": 0.9623875715453802,</a:t>
            </a:r>
          </a:p>
          <a:p>
            <a:r>
              <a:t>            "auc_prc": 0.20343140868236115,</a:t>
            </a:r>
          </a:p>
          <a:p>
            <a:r>
              <a:t>            "average_precision": 0.21307799575442551,</a:t>
            </a:r>
          </a:p>
          <a:p>
            <a:r>
              <a:t>            "balanced_accuracy": 0.5949512689853065,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1170,</a:t>
            </a:r>
          </a:p>
          <a:p>
            <a:r>
              <a:t>                19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27,</a:t>
            </a:r>
          </a:p>
          <a:p>
            <a:r>
              <a:t>                7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0.23333333333333334,</a:t>
            </a:r>
          </a:p>
          <a:p>
            <a:r>
              <a:t>            "positive_count": 34,</a:t>
            </a:r>
          </a:p>
          <a:p>
            <a:r>
              <a:t>            "positive_rate": 0.027800490596892886,</a:t>
            </a:r>
          </a:p>
          <a:p>
            <a:r>
              <a:t>            "precision": 0.2692307692307692,</a:t>
            </a:r>
          </a:p>
          <a:p>
            <a:r>
              <a:t>            "recall": 0.20588235294117646,</a:t>
            </a:r>
          </a:p>
          <a:p>
            <a:r>
              <a:t>            "roc_auc": 0.8108766635333696,</a:t>
            </a:r>
          </a:p>
          <a:p>
            <a:r>
              <a:t>            "row_count": 1223,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"SLM2": {</a:t>
            </a:r>
          </a:p>
          <a:p>
            <a:r>
              <a:t>          "model": "qwen",</a:t>
            </a:r>
          </a:p>
          <a:p>
            <a:r>
              <a:t>          "test": {</a:t>
            </a:r>
          </a:p>
          <a:p>
            <a:r>
              <a:t>            "accuracy": 0.9681112019623875,</a:t>
            </a:r>
          </a:p>
          <a:p>
            <a:r>
              <a:t>            "auc_prc": 0.16058969752057914,</a:t>
            </a:r>
          </a:p>
          <a:p>
            <a:r>
              <a:t>            "average_precision": 0.16811497198337996,</a:t>
            </a:r>
          </a:p>
          <a:p>
            <a:r>
              <a:t>            "balanced_accuracy": 0.5264681145797259,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1182,</a:t>
            </a:r>
          </a:p>
          <a:p>
            <a:r>
              <a:t>                7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32,</a:t>
            </a:r>
          </a:p>
          <a:p>
            <a:r>
              <a:t>                2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0.09302325581395347,</a:t>
            </a:r>
          </a:p>
          <a:p>
            <a:r>
              <a:t>            "positive_count": 34,</a:t>
            </a:r>
          </a:p>
          <a:p>
            <a:r>
              <a:t>            "positive_rate": 0.027800490596892886,</a:t>
            </a:r>
          </a:p>
          <a:p>
            <a:r>
              <a:t>            "precision": 0.2222222222222222,</a:t>
            </a:r>
          </a:p>
          <a:p>
            <a:r>
              <a:t>            "recall": 0.058823529411764705,</a:t>
            </a:r>
          </a:p>
          <a:p>
            <a:r>
              <a:t>            "roc_auc": 0.8328427249789739,</a:t>
            </a:r>
          </a:p>
          <a:p>
            <a:r>
              <a:t>            "row_count": 1223,</a:t>
            </a:r>
          </a:p>
          <a:p>
            <a:r>
              <a:t>            "threshold": 0.05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"Jev": {</a:t>
            </a:r>
          </a:p>
          <a:p>
            <a:r>
              <a:t>          "model": "community_jev_deberta",</a:t>
            </a:r>
          </a:p>
          <a:p>
            <a:r>
              <a:t>          "test": {</a:t>
            </a:r>
          </a:p>
          <a:p>
            <a:r>
              <a:t>            "accuracy": 0.9247751430907605,</a:t>
            </a:r>
          </a:p>
          <a:p>
            <a:r>
              <a:t>            "auc_prc": 0.025806989428326987,</a:t>
            </a:r>
          </a:p>
          <a:p>
            <a:r>
              <a:t>            "average_precision": 0.027994320212786708,</a:t>
            </a:r>
          </a:p>
          <a:p>
            <a:r>
              <a:t>            "balanced_accuracy": 0.48989511700390836,</a:t>
            </a:r>
          </a:p>
          <a:p>
            <a:r>
              <a:t>            "confusion_matrix": [</a:t>
            </a:r>
          </a:p>
          <a:p>
            <a:r>
              <a:t>              [</a:t>
            </a:r>
          </a:p>
          <a:p>
            <a:r>
              <a:t>                1130,</a:t>
            </a:r>
          </a:p>
          <a:p>
            <a:r>
              <a:t>                59</a:t>
            </a:r>
          </a:p>
          <a:p>
            <a:r>
              <a:t>              ],</a:t>
            </a:r>
          </a:p>
          <a:p>
            <a:r>
              <a:t>              [</a:t>
            </a:r>
          </a:p>
          <a:p>
            <a:r>
              <a:t>                33,</a:t>
            </a:r>
          </a:p>
          <a:p>
            <a:r>
              <a:t>                1</a:t>
            </a:r>
          </a:p>
          <a:p>
            <a:r>
              <a:t>              ]</a:t>
            </a:r>
          </a:p>
          <a:p>
            <a:r>
              <a:t>            ],</a:t>
            </a:r>
          </a:p>
          <a:p>
            <a:r>
              <a:t>            "f1": 0.02127659574468085,</a:t>
            </a:r>
          </a:p>
          <a:p>
            <a:r>
              <a:t>            "positive_count": 34,</a:t>
            </a:r>
          </a:p>
          <a:p>
            <a:r>
              <a:t>            "positive_rate": 0.027800490596892886,</a:t>
            </a:r>
          </a:p>
          <a:p>
            <a:r>
              <a:t>            "precision": 0.016666666666666666,</a:t>
            </a:r>
          </a:p>
          <a:p>
            <a:r>
              <a:t>            "recall": 0.029411764705882353,</a:t>
            </a:r>
          </a:p>
          <a:p>
            <a:r>
              <a:t>            "roc_auc": 0.45500420521446594,</a:t>
            </a:r>
          </a:p>
          <a:p>
            <a:r>
              <a:t>            "row_count": 1223,</a:t>
            </a:r>
          </a:p>
          <a:p>
            <a:r>
              <a:t>            "threshold": 0.7499999999999999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"means": {</a:t>
            </a:r>
          </a:p>
          <a:p>
            <a:r>
              <a:t>    "old_validation": {</a:t>
            </a:r>
          </a:p>
          <a:p>
            <a:r>
              <a:t>      "auc_prc": 0.21655975605136835,</a:t>
            </a:r>
          </a:p>
          <a:p>
            <a:r>
              <a:t>      "average_precision": 0.22385438950383443,</a:t>
            </a:r>
          </a:p>
          <a:p>
            <a:r>
              <a:t>      "roc_auc": 0.6701008778514393</a:t>
            </a:r>
          </a:p>
          <a:p>
            <a:r>
              <a:t>    },</a:t>
            </a:r>
          </a:p>
          <a:p>
            <a:r>
              <a:t>    "old_test_best_pr": {</a:t>
            </a:r>
          </a:p>
          <a:p>
            <a:r>
              <a:t>      "auc_prc": 0.2509379609017814,</a:t>
            </a:r>
          </a:p>
          <a:p>
            <a:r>
              <a:t>      "average_precision": 0.257745488032675,</a:t>
            </a:r>
          </a:p>
          <a:p>
            <a:r>
              <a:t>      "roc_auc": 0.6847634491241745</a:t>
            </a:r>
          </a:p>
          <a:p>
            <a:r>
              <a:t>    },</a:t>
            </a:r>
          </a:p>
          <a:p>
            <a:r>
              <a:t>    "SLM1": {</a:t>
            </a:r>
          </a:p>
          <a:p>
            <a:r>
              <a:t>      "auc_prc": 0.2154972098023847,</a:t>
            </a:r>
          </a:p>
          <a:p>
            <a:r>
              <a:t>      "average_precision": 0.22202335068540135,</a:t>
            </a:r>
          </a:p>
          <a:p>
            <a:r>
              <a:t>      "roc_auc": 0.6620422038428232</a:t>
            </a:r>
          </a:p>
          <a:p>
            <a:r>
              <a:t>    },</a:t>
            </a:r>
          </a:p>
          <a:p>
            <a:r>
              <a:t>    "SLM2": {</a:t>
            </a:r>
          </a:p>
          <a:p>
            <a:r>
              <a:t>      "auc_prc": 0.23150585561066161,</a:t>
            </a:r>
          </a:p>
          <a:p>
            <a:r>
              <a:t>      "average_precision": 0.23836368277747608,</a:t>
            </a:r>
          </a:p>
          <a:p>
            <a:r>
              <a:t>      "roc_auc": 0.6720977924284042</a:t>
            </a:r>
          </a:p>
          <a:p>
            <a:r>
              <a:t>    },</a:t>
            </a:r>
          </a:p>
          <a:p>
            <a:r>
              <a:t>    "Jev": {</a:t>
            </a:r>
          </a:p>
          <a:p>
            <a:r>
              <a:t>      "auc_prc": 0.14100731956510118,</a:t>
            </a:r>
          </a:p>
          <a:p>
            <a:r>
              <a:t>      "average_precision": 0.14477660511912174,</a:t>
            </a:r>
          </a:p>
          <a:p>
            <a:r>
              <a:t>      "roc_auc": 0.44125272777325436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"wins": {</a:t>
            </a:r>
          </a:p>
          <a:p>
            <a:r>
              <a:t>    "SLM1": {</a:t>
            </a:r>
          </a:p>
          <a:p>
            <a:r>
              <a:t>      "old_validation": {</a:t>
            </a:r>
          </a:p>
          <a:p>
            <a:r>
              <a:t>        "auc_prc": 11,</a:t>
            </a:r>
          </a:p>
          <a:p>
            <a:r>
              <a:t>        "average_precision": 10,</a:t>
            </a:r>
          </a:p>
          <a:p>
            <a:r>
              <a:t>        "roc_auc": 10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"auc_prc": 4,</a:t>
            </a:r>
          </a:p>
          <a:p>
            <a:r>
              <a:t>        "average_precision": 4,</a:t>
            </a:r>
          </a:p>
          <a:p>
            <a:r>
              <a:t>        "roc_auc": 7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"SLM2": {</a:t>
            </a:r>
          </a:p>
          <a:p>
            <a:r>
              <a:t>      "old_validation": {</a:t>
            </a:r>
          </a:p>
          <a:p>
            <a:r>
              <a:t>        "auc_prc": 11,</a:t>
            </a:r>
          </a:p>
          <a:p>
            <a:r>
              <a:t>        "average_precision": 12,</a:t>
            </a:r>
          </a:p>
          <a:p>
            <a:r>
              <a:t>        "roc_auc": 9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"auc_prc": 7,</a:t>
            </a:r>
          </a:p>
          <a:p>
            <a:r>
              <a:t>        "average_precision": 8,</a:t>
            </a:r>
          </a:p>
          <a:p>
            <a:r>
              <a:t>        "roc_auc": 10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"Jev": {</a:t>
            </a:r>
          </a:p>
          <a:p>
            <a:r>
              <a:t>      "old_validation": {</a:t>
            </a:r>
          </a:p>
          <a:p>
            <a:r>
              <a:t>        "auc_prc": 1,</a:t>
            </a:r>
          </a:p>
          <a:p>
            <a:r>
              <a:t>        "average_precision": 1,</a:t>
            </a:r>
          </a:p>
          <a:p>
            <a:r>
              <a:t>        "roc_auc": 1</a:t>
            </a:r>
          </a:p>
          <a:p>
            <a:r>
              <a:t>      },</a:t>
            </a:r>
          </a:p>
          <a:p>
            <a:r>
              <a:t>      "old_test_best_pr": {</a:t>
            </a:r>
          </a:p>
          <a:p>
            <a:r>
              <a:t>        "auc_prc": 0,</a:t>
            </a:r>
          </a:p>
          <a:p>
            <a:r>
              <a:t>        "average_precision": 0,</a:t>
            </a:r>
          </a:p>
          <a:p>
            <a:r>
              <a:t>        "roc_auc": 0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"reports_sha256": {</a:t>
            </a:r>
          </a:p>
          <a:p>
            <a:r>
              <a:t>    "SLM1": "7698fe31e652cc8d24fb2cc8ff8a443c2c1ec04ac3786cd9bf3dc0e6f4ec006a",</a:t>
            </a:r>
          </a:p>
          <a:p>
            <a:r>
              <a:t>    "SLM2": "3bd3ef27dac8a7f476ae341a8e8ef172b3bd3e7f773c13d51875cbd122f07fb6",</a:t>
            </a:r>
          </a:p>
          <a:p>
            <a:r>
              <a:t>    "Jev": "a074875efea0b7be102ae88b6180d6d63bc164d28df7ddaa45467ca3e4f6c81f"</a:t>
            </a:r>
          </a:p>
          <a:p>
            <a:r>
              <a:t>  },</a:t>
            </a:r>
          </a:p>
          <a:p>
            <a:r>
              <a:t>  "validation_selection": "max(validation.auc_prc, model, variant)",</a:t>
            </a:r>
          </a:p>
          <a:p>
            <a:r>
              <a:t>  "observed_test_selection": "max(test.auc_prc, model, variant); retrospective, not deployable selection",</a:t>
            </a:r>
          </a:p>
          <a:p>
            <a:r>
              <a:t>  "secondary_metrics": "AP and ROC AUC come from the same PR-selected candidate, not independent maxima.",</a:t>
            </a:r>
          </a:p>
          <a:p>
            <a:r>
              <a:t>  "threshold_note": "HF reports recompute classical thresholded metrics at 0.5; archived candidates use their validation-selected thresholds. Compare ranking metrics only, not accuracy/F1.",</a:t>
            </a:r>
          </a:p>
          <a:p>
            <a:r>
              <a:t>  "limitations": "Macro means and win counts are descriptive. No cross-study or test-best-selected confidence intervals computed; no new model chosen using test scores."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8231" y="2545557"/>
            <a:ext cx="5627829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5025232"/>
            <a:ext cx="5627829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A63FAC1-1E8B-4081-BA8A-058AEA246693}"/>
              </a:ext>
            </a:extLst>
          </p:cNvPr>
          <p:cNvGrpSpPr/>
          <p:nvPr userDrawn="1"/>
        </p:nvGrpSpPr>
        <p:grpSpPr>
          <a:xfrm flipH="1">
            <a:off x="1" y="0"/>
            <a:ext cx="10950328" cy="6848279"/>
            <a:chOff x="1" y="0"/>
            <a:chExt cx="10950328" cy="6848279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DEF8902-8D80-42C1-B82B-079F31D096EF}"/>
                </a:ext>
              </a:extLst>
            </p:cNvPr>
            <p:cNvSpPr/>
            <p:nvPr userDrawn="1"/>
          </p:nvSpPr>
          <p:spPr>
            <a:xfrm>
              <a:off x="1" y="0"/>
              <a:ext cx="4887771" cy="6848279"/>
            </a:xfrm>
            <a:custGeom>
              <a:avLst/>
              <a:gdLst>
                <a:gd name="connsiteX0" fmla="*/ 0 w 4887771"/>
                <a:gd name="connsiteY0" fmla="*/ 0 h 6848279"/>
                <a:gd name="connsiteX1" fmla="*/ 1193928 w 4887771"/>
                <a:gd name="connsiteY1" fmla="*/ 0 h 6848279"/>
                <a:gd name="connsiteX2" fmla="*/ 4887771 w 4887771"/>
                <a:gd name="connsiteY2" fmla="*/ 2134960 h 6848279"/>
                <a:gd name="connsiteX3" fmla="*/ 4887771 w 4887771"/>
                <a:gd name="connsiteY3" fmla="*/ 6848279 h 6848279"/>
                <a:gd name="connsiteX4" fmla="*/ 4517967 w 4887771"/>
                <a:gd name="connsiteY4" fmla="*/ 6848279 h 6848279"/>
                <a:gd name="connsiteX5" fmla="*/ 0 w 4887771"/>
                <a:gd name="connsiteY5" fmla="*/ 4236994 h 6848279"/>
                <a:gd name="connsiteX6" fmla="*/ 0 w 4887771"/>
                <a:gd name="connsiteY6" fmla="*/ 0 h 6848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87771" h="6848279">
                  <a:moveTo>
                    <a:pt x="0" y="0"/>
                  </a:moveTo>
                  <a:lnTo>
                    <a:pt x="1193928" y="0"/>
                  </a:lnTo>
                  <a:lnTo>
                    <a:pt x="4887771" y="2134960"/>
                  </a:lnTo>
                  <a:lnTo>
                    <a:pt x="4887771" y="6848279"/>
                  </a:lnTo>
                  <a:lnTo>
                    <a:pt x="4517967" y="6848279"/>
                  </a:lnTo>
                  <a:lnTo>
                    <a:pt x="0" y="42369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BA6BD3E-5550-4BA6-A30F-E22961895C23}"/>
                </a:ext>
              </a:extLst>
            </p:cNvPr>
            <p:cNvSpPr/>
            <p:nvPr userDrawn="1"/>
          </p:nvSpPr>
          <p:spPr>
            <a:xfrm>
              <a:off x="1778000" y="1"/>
              <a:ext cx="9172329" cy="5295647"/>
            </a:xfrm>
            <a:custGeom>
              <a:avLst/>
              <a:gdLst>
                <a:gd name="connsiteX0" fmla="*/ 2816661 w 9172329"/>
                <a:gd name="connsiteY0" fmla="*/ 0 h 5295647"/>
                <a:gd name="connsiteX1" fmla="*/ 9172329 w 9172329"/>
                <a:gd name="connsiteY1" fmla="*/ 0 h 5295647"/>
                <a:gd name="connsiteX2" fmla="*/ 0 w 9172329"/>
                <a:gd name="connsiteY2" fmla="*/ 5295647 h 5295647"/>
                <a:gd name="connsiteX3" fmla="*/ 0 w 9172329"/>
                <a:gd name="connsiteY3" fmla="*/ 1626200 h 5295647"/>
                <a:gd name="connsiteX4" fmla="*/ 2816661 w 9172329"/>
                <a:gd name="connsiteY4" fmla="*/ 0 h 529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72329" h="5295647">
                  <a:moveTo>
                    <a:pt x="2816661" y="0"/>
                  </a:moveTo>
                  <a:lnTo>
                    <a:pt x="9172329" y="0"/>
                  </a:lnTo>
                  <a:lnTo>
                    <a:pt x="0" y="5295647"/>
                  </a:lnTo>
                  <a:lnTo>
                    <a:pt x="0" y="1626200"/>
                  </a:lnTo>
                  <a:lnTo>
                    <a:pt x="2816661" y="0"/>
                  </a:lnTo>
                  <a:close/>
                </a:path>
              </a:pathLst>
            </a:custGeom>
            <a:solidFill>
              <a:schemeClr val="tx2">
                <a:alpha val="6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652DED8-030F-4A06-A84E-E478A2E775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3025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797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8231" y="2545557"/>
            <a:ext cx="6552389" cy="2387600"/>
          </a:xfrm>
        </p:spPr>
        <p:txBody>
          <a:bodyPr anchor="b">
            <a:noAutofit/>
          </a:bodyPr>
          <a:lstStyle>
            <a:lvl1pPr algn="l" rtl="0">
              <a:defRPr sz="6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5025232"/>
            <a:ext cx="6552389" cy="1655762"/>
          </a:xfrm>
        </p:spPr>
        <p:txBody>
          <a:bodyPr>
            <a:normAutofit/>
          </a:bodyPr>
          <a:lstStyle>
            <a:lvl1pPr marL="0" indent="0" algn="l" rtl="0">
              <a:buNone/>
              <a:defRPr sz="3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247F689-2605-4EDE-B409-7E0B530F7281}"/>
              </a:ext>
            </a:extLst>
          </p:cNvPr>
          <p:cNvGrpSpPr/>
          <p:nvPr userDrawn="1"/>
        </p:nvGrpSpPr>
        <p:grpSpPr>
          <a:xfrm flipH="1">
            <a:off x="6864945" y="1"/>
            <a:ext cx="5327055" cy="3428999"/>
            <a:chOff x="0" y="1"/>
            <a:chExt cx="4033520" cy="2596357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840662EF-B9BF-4D07-8B23-127BA839803A}"/>
                </a:ext>
              </a:extLst>
            </p:cNvPr>
            <p:cNvSpPr/>
            <p:nvPr userDrawn="1"/>
          </p:nvSpPr>
          <p:spPr>
            <a:xfrm>
              <a:off x="0" y="1"/>
              <a:ext cx="1800396" cy="2596357"/>
            </a:xfrm>
            <a:custGeom>
              <a:avLst/>
              <a:gdLst>
                <a:gd name="connsiteX0" fmla="*/ 0 w 1800396"/>
                <a:gd name="connsiteY0" fmla="*/ 0 h 2596357"/>
                <a:gd name="connsiteX1" fmla="*/ 419440 w 1800396"/>
                <a:gd name="connsiteY1" fmla="*/ 0 h 2596357"/>
                <a:gd name="connsiteX2" fmla="*/ 1800396 w 1800396"/>
                <a:gd name="connsiteY2" fmla="*/ 797296 h 2596357"/>
                <a:gd name="connsiteX3" fmla="*/ 1800396 w 1800396"/>
                <a:gd name="connsiteY3" fmla="*/ 2596357 h 2596357"/>
                <a:gd name="connsiteX4" fmla="*/ 0 w 1800396"/>
                <a:gd name="connsiteY4" fmla="*/ 1556898 h 2596357"/>
                <a:gd name="connsiteX5" fmla="*/ 0 w 1800396"/>
                <a:gd name="connsiteY5" fmla="*/ 0 h 259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396" h="2596357">
                  <a:moveTo>
                    <a:pt x="0" y="0"/>
                  </a:moveTo>
                  <a:lnTo>
                    <a:pt x="419440" y="0"/>
                  </a:lnTo>
                  <a:lnTo>
                    <a:pt x="1800396" y="797296"/>
                  </a:lnTo>
                  <a:lnTo>
                    <a:pt x="1800396" y="2596357"/>
                  </a:lnTo>
                  <a:lnTo>
                    <a:pt x="0" y="15568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5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BA6BD3E-5550-4BA6-A30F-E22961895C23}"/>
                </a:ext>
              </a:extLst>
            </p:cNvPr>
            <p:cNvSpPr/>
            <p:nvPr userDrawn="1"/>
          </p:nvSpPr>
          <p:spPr>
            <a:xfrm>
              <a:off x="654921" y="1"/>
              <a:ext cx="3378599" cy="1950635"/>
            </a:xfrm>
            <a:custGeom>
              <a:avLst/>
              <a:gdLst>
                <a:gd name="connsiteX0" fmla="*/ 2816661 w 9172329"/>
                <a:gd name="connsiteY0" fmla="*/ 0 h 5295647"/>
                <a:gd name="connsiteX1" fmla="*/ 9172329 w 9172329"/>
                <a:gd name="connsiteY1" fmla="*/ 0 h 5295647"/>
                <a:gd name="connsiteX2" fmla="*/ 0 w 9172329"/>
                <a:gd name="connsiteY2" fmla="*/ 5295647 h 5295647"/>
                <a:gd name="connsiteX3" fmla="*/ 0 w 9172329"/>
                <a:gd name="connsiteY3" fmla="*/ 1626200 h 5295647"/>
                <a:gd name="connsiteX4" fmla="*/ 2816661 w 9172329"/>
                <a:gd name="connsiteY4" fmla="*/ 0 h 529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72329" h="5295647">
                  <a:moveTo>
                    <a:pt x="2816661" y="0"/>
                  </a:moveTo>
                  <a:lnTo>
                    <a:pt x="9172329" y="0"/>
                  </a:lnTo>
                  <a:lnTo>
                    <a:pt x="0" y="5295647"/>
                  </a:lnTo>
                  <a:lnTo>
                    <a:pt x="0" y="1626200"/>
                  </a:lnTo>
                  <a:lnTo>
                    <a:pt x="2816661" y="0"/>
                  </a:lnTo>
                  <a:close/>
                </a:path>
              </a:pathLst>
            </a:custGeom>
            <a:solidFill>
              <a:schemeClr val="tx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D56BF1F-368D-47FD-B5FE-0C49F283DD5C}"/>
              </a:ext>
            </a:extLst>
          </p:cNvPr>
          <p:cNvGrpSpPr/>
          <p:nvPr userDrawn="1"/>
        </p:nvGrpSpPr>
        <p:grpSpPr>
          <a:xfrm>
            <a:off x="9321222" y="6226175"/>
            <a:ext cx="2547937" cy="419101"/>
            <a:chOff x="396876" y="6226175"/>
            <a:chExt cx="2547937" cy="419101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40821695-DEC6-4868-ABCA-81F7D85BFED7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398463" y="6226175"/>
              <a:ext cx="2546350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EC0521E-1DB0-4124-8E45-A9F01D3BEF8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459538"/>
              <a:ext cx="2012950" cy="141288"/>
            </a:xfrm>
            <a:custGeom>
              <a:avLst/>
              <a:gdLst>
                <a:gd name="T0" fmla="*/ 1160 w 1179"/>
                <a:gd name="T1" fmla="*/ 55 h 82"/>
                <a:gd name="T2" fmla="*/ 1131 w 1179"/>
                <a:gd name="T3" fmla="*/ 38 h 82"/>
                <a:gd name="T4" fmla="*/ 1136 w 1179"/>
                <a:gd name="T5" fmla="*/ 61 h 82"/>
                <a:gd name="T6" fmla="*/ 1077 w 1179"/>
                <a:gd name="T7" fmla="*/ 57 h 82"/>
                <a:gd name="T8" fmla="*/ 1095 w 1179"/>
                <a:gd name="T9" fmla="*/ 21 h 82"/>
                <a:gd name="T10" fmla="*/ 1088 w 1179"/>
                <a:gd name="T11" fmla="*/ 56 h 82"/>
                <a:gd name="T12" fmla="*/ 1089 w 1179"/>
                <a:gd name="T13" fmla="*/ 76 h 82"/>
                <a:gd name="T14" fmla="*/ 1052 w 1179"/>
                <a:gd name="T15" fmla="*/ 43 h 82"/>
                <a:gd name="T16" fmla="*/ 1038 w 1179"/>
                <a:gd name="T17" fmla="*/ 58 h 82"/>
                <a:gd name="T18" fmla="*/ 985 w 1179"/>
                <a:gd name="T19" fmla="*/ 33 h 82"/>
                <a:gd name="T20" fmla="*/ 1003 w 1179"/>
                <a:gd name="T21" fmla="*/ 53 h 82"/>
                <a:gd name="T22" fmla="*/ 926 w 1179"/>
                <a:gd name="T23" fmla="*/ 26 h 82"/>
                <a:gd name="T24" fmla="*/ 927 w 1179"/>
                <a:gd name="T25" fmla="*/ 64 h 82"/>
                <a:gd name="T26" fmla="*/ 873 w 1179"/>
                <a:gd name="T27" fmla="*/ 63 h 82"/>
                <a:gd name="T28" fmla="*/ 899 w 1179"/>
                <a:gd name="T29" fmla="*/ 38 h 82"/>
                <a:gd name="T30" fmla="*/ 866 w 1179"/>
                <a:gd name="T31" fmla="*/ 63 h 82"/>
                <a:gd name="T32" fmla="*/ 844 w 1179"/>
                <a:gd name="T33" fmla="*/ 61 h 82"/>
                <a:gd name="T34" fmla="*/ 858 w 1179"/>
                <a:gd name="T35" fmla="*/ 27 h 82"/>
                <a:gd name="T36" fmla="*/ 816 w 1179"/>
                <a:gd name="T37" fmla="*/ 27 h 82"/>
                <a:gd name="T38" fmla="*/ 814 w 1179"/>
                <a:gd name="T39" fmla="*/ 0 h 82"/>
                <a:gd name="T40" fmla="*/ 800 w 1179"/>
                <a:gd name="T41" fmla="*/ 63 h 82"/>
                <a:gd name="T42" fmla="*/ 772 w 1179"/>
                <a:gd name="T43" fmla="*/ 20 h 82"/>
                <a:gd name="T44" fmla="*/ 710 w 1179"/>
                <a:gd name="T45" fmla="*/ 62 h 82"/>
                <a:gd name="T46" fmla="*/ 732 w 1179"/>
                <a:gd name="T47" fmla="*/ 21 h 82"/>
                <a:gd name="T48" fmla="*/ 695 w 1179"/>
                <a:gd name="T49" fmla="*/ 21 h 82"/>
                <a:gd name="T50" fmla="*/ 677 w 1179"/>
                <a:gd name="T51" fmla="*/ 61 h 82"/>
                <a:gd name="T52" fmla="*/ 691 w 1179"/>
                <a:gd name="T53" fmla="*/ 27 h 82"/>
                <a:gd name="T54" fmla="*/ 657 w 1179"/>
                <a:gd name="T55" fmla="*/ 14 h 82"/>
                <a:gd name="T56" fmla="*/ 661 w 1179"/>
                <a:gd name="T57" fmla="*/ 21 h 82"/>
                <a:gd name="T58" fmla="*/ 642 w 1179"/>
                <a:gd name="T59" fmla="*/ 28 h 82"/>
                <a:gd name="T60" fmla="*/ 621 w 1179"/>
                <a:gd name="T61" fmla="*/ 55 h 82"/>
                <a:gd name="T62" fmla="*/ 615 w 1179"/>
                <a:gd name="T63" fmla="*/ 27 h 82"/>
                <a:gd name="T64" fmla="*/ 596 w 1179"/>
                <a:gd name="T65" fmla="*/ 34 h 82"/>
                <a:gd name="T66" fmla="*/ 587 w 1179"/>
                <a:gd name="T67" fmla="*/ 40 h 82"/>
                <a:gd name="T68" fmla="*/ 560 w 1179"/>
                <a:gd name="T69" fmla="*/ 43 h 82"/>
                <a:gd name="T70" fmla="*/ 535 w 1179"/>
                <a:gd name="T71" fmla="*/ 44 h 82"/>
                <a:gd name="T72" fmla="*/ 498 w 1179"/>
                <a:gd name="T73" fmla="*/ 9 h 82"/>
                <a:gd name="T74" fmla="*/ 506 w 1179"/>
                <a:gd name="T75" fmla="*/ 63 h 82"/>
                <a:gd name="T76" fmla="*/ 480 w 1179"/>
                <a:gd name="T77" fmla="*/ 39 h 82"/>
                <a:gd name="T78" fmla="*/ 460 w 1179"/>
                <a:gd name="T79" fmla="*/ 21 h 82"/>
                <a:gd name="T80" fmla="*/ 442 w 1179"/>
                <a:gd name="T81" fmla="*/ 39 h 82"/>
                <a:gd name="T82" fmla="*/ 402 w 1179"/>
                <a:gd name="T83" fmla="*/ 5 h 82"/>
                <a:gd name="T84" fmla="*/ 367 w 1179"/>
                <a:gd name="T85" fmla="*/ 63 h 82"/>
                <a:gd name="T86" fmla="*/ 340 w 1179"/>
                <a:gd name="T87" fmla="*/ 21 h 82"/>
                <a:gd name="T88" fmla="*/ 313 w 1179"/>
                <a:gd name="T89" fmla="*/ 26 h 82"/>
                <a:gd name="T90" fmla="*/ 277 w 1179"/>
                <a:gd name="T91" fmla="*/ 9 h 82"/>
                <a:gd name="T92" fmla="*/ 285 w 1179"/>
                <a:gd name="T93" fmla="*/ 63 h 82"/>
                <a:gd name="T94" fmla="*/ 270 w 1179"/>
                <a:gd name="T95" fmla="*/ 27 h 82"/>
                <a:gd name="T96" fmla="*/ 251 w 1179"/>
                <a:gd name="T97" fmla="*/ 34 h 82"/>
                <a:gd name="T98" fmla="*/ 214 w 1179"/>
                <a:gd name="T99" fmla="*/ 44 h 82"/>
                <a:gd name="T100" fmla="*/ 233 w 1179"/>
                <a:gd name="T101" fmla="*/ 63 h 82"/>
                <a:gd name="T102" fmla="*/ 189 w 1179"/>
                <a:gd name="T103" fmla="*/ 38 h 82"/>
                <a:gd name="T104" fmla="*/ 181 w 1179"/>
                <a:gd name="T105" fmla="*/ 4 h 82"/>
                <a:gd name="T106" fmla="*/ 145 w 1179"/>
                <a:gd name="T107" fmla="*/ 42 h 82"/>
                <a:gd name="T108" fmla="*/ 92 w 1179"/>
                <a:gd name="T109" fmla="*/ 34 h 82"/>
                <a:gd name="T110" fmla="*/ 91 w 1179"/>
                <a:gd name="T111" fmla="*/ 28 h 82"/>
                <a:gd name="T112" fmla="*/ 59 w 1179"/>
                <a:gd name="T113" fmla="*/ 26 h 82"/>
                <a:gd name="T114" fmla="*/ 60 w 1179"/>
                <a:gd name="T115" fmla="*/ 64 h 82"/>
                <a:gd name="T116" fmla="*/ 13 w 1179"/>
                <a:gd name="T117" fmla="*/ 35 h 82"/>
                <a:gd name="T118" fmla="*/ 25 w 1179"/>
                <a:gd name="T119" fmla="*/ 19 h 82"/>
                <a:gd name="T120" fmla="*/ 35 w 1179"/>
                <a:gd name="T121" fmla="*/ 46 h 82"/>
                <a:gd name="T122" fmla="*/ 0 w 1179"/>
                <a:gd name="T123" fmla="*/ 63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179" h="82">
                  <a:moveTo>
                    <a:pt x="1142" y="21"/>
                  </a:moveTo>
                  <a:cubicBezTo>
                    <a:pt x="1157" y="63"/>
                    <a:pt x="1157" y="63"/>
                    <a:pt x="1157" y="63"/>
                  </a:cubicBezTo>
                  <a:cubicBezTo>
                    <a:pt x="1163" y="63"/>
                    <a:pt x="1163" y="63"/>
                    <a:pt x="1163" y="63"/>
                  </a:cubicBezTo>
                  <a:cubicBezTo>
                    <a:pt x="1179" y="21"/>
                    <a:pt x="1179" y="21"/>
                    <a:pt x="1179" y="21"/>
                  </a:cubicBezTo>
                  <a:cubicBezTo>
                    <a:pt x="1171" y="21"/>
                    <a:pt x="1171" y="21"/>
                    <a:pt x="1171" y="21"/>
                  </a:cubicBezTo>
                  <a:cubicBezTo>
                    <a:pt x="1164" y="44"/>
                    <a:pt x="1164" y="44"/>
                    <a:pt x="1164" y="44"/>
                  </a:cubicBezTo>
                  <a:cubicBezTo>
                    <a:pt x="1162" y="48"/>
                    <a:pt x="1161" y="52"/>
                    <a:pt x="1160" y="55"/>
                  </a:cubicBezTo>
                  <a:cubicBezTo>
                    <a:pt x="1160" y="55"/>
                    <a:pt x="1160" y="55"/>
                    <a:pt x="1160" y="55"/>
                  </a:cubicBezTo>
                  <a:cubicBezTo>
                    <a:pt x="1159" y="52"/>
                    <a:pt x="1158" y="48"/>
                    <a:pt x="1157" y="44"/>
                  </a:cubicBezTo>
                  <a:cubicBezTo>
                    <a:pt x="1149" y="21"/>
                    <a:pt x="1149" y="21"/>
                    <a:pt x="1149" y="21"/>
                  </a:cubicBezTo>
                  <a:lnTo>
                    <a:pt x="1142" y="21"/>
                  </a:lnTo>
                  <a:close/>
                  <a:moveTo>
                    <a:pt x="1110" y="38"/>
                  </a:moveTo>
                  <a:cubicBezTo>
                    <a:pt x="1111" y="33"/>
                    <a:pt x="1114" y="26"/>
                    <a:pt x="1121" y="26"/>
                  </a:cubicBezTo>
                  <a:cubicBezTo>
                    <a:pt x="1129" y="26"/>
                    <a:pt x="1131" y="33"/>
                    <a:pt x="1131" y="38"/>
                  </a:cubicBezTo>
                  <a:lnTo>
                    <a:pt x="1110" y="38"/>
                  </a:lnTo>
                  <a:close/>
                  <a:moveTo>
                    <a:pt x="1138" y="43"/>
                  </a:moveTo>
                  <a:cubicBezTo>
                    <a:pt x="1138" y="42"/>
                    <a:pt x="1138" y="41"/>
                    <a:pt x="1138" y="40"/>
                  </a:cubicBezTo>
                  <a:cubicBezTo>
                    <a:pt x="1138" y="32"/>
                    <a:pt x="1135" y="20"/>
                    <a:pt x="1122" y="20"/>
                  </a:cubicBezTo>
                  <a:cubicBezTo>
                    <a:pt x="1110" y="20"/>
                    <a:pt x="1104" y="30"/>
                    <a:pt x="1104" y="43"/>
                  </a:cubicBezTo>
                  <a:cubicBezTo>
                    <a:pt x="1104" y="55"/>
                    <a:pt x="1111" y="64"/>
                    <a:pt x="1123" y="64"/>
                  </a:cubicBezTo>
                  <a:cubicBezTo>
                    <a:pt x="1129" y="64"/>
                    <a:pt x="1133" y="62"/>
                    <a:pt x="1136" y="61"/>
                  </a:cubicBezTo>
                  <a:cubicBezTo>
                    <a:pt x="1134" y="56"/>
                    <a:pt x="1134" y="56"/>
                    <a:pt x="1134" y="56"/>
                  </a:cubicBezTo>
                  <a:cubicBezTo>
                    <a:pt x="1132" y="57"/>
                    <a:pt x="1129" y="58"/>
                    <a:pt x="1124" y="58"/>
                  </a:cubicBezTo>
                  <a:cubicBezTo>
                    <a:pt x="1117" y="58"/>
                    <a:pt x="1110" y="54"/>
                    <a:pt x="1110" y="43"/>
                  </a:cubicBezTo>
                  <a:lnTo>
                    <a:pt x="1138" y="43"/>
                  </a:lnTo>
                  <a:close/>
                  <a:moveTo>
                    <a:pt x="1088" y="45"/>
                  </a:moveTo>
                  <a:cubicBezTo>
                    <a:pt x="1088" y="46"/>
                    <a:pt x="1087" y="48"/>
                    <a:pt x="1087" y="49"/>
                  </a:cubicBezTo>
                  <a:cubicBezTo>
                    <a:pt x="1086" y="54"/>
                    <a:pt x="1082" y="57"/>
                    <a:pt x="1077" y="57"/>
                  </a:cubicBezTo>
                  <a:cubicBezTo>
                    <a:pt x="1070" y="57"/>
                    <a:pt x="1066" y="50"/>
                    <a:pt x="1066" y="42"/>
                  </a:cubicBezTo>
                  <a:cubicBezTo>
                    <a:pt x="1066" y="32"/>
                    <a:pt x="1071" y="26"/>
                    <a:pt x="1077" y="26"/>
                  </a:cubicBezTo>
                  <a:cubicBezTo>
                    <a:pt x="1083" y="26"/>
                    <a:pt x="1086" y="30"/>
                    <a:pt x="1087" y="34"/>
                  </a:cubicBezTo>
                  <a:cubicBezTo>
                    <a:pt x="1088" y="35"/>
                    <a:pt x="1088" y="36"/>
                    <a:pt x="1088" y="37"/>
                  </a:cubicBezTo>
                  <a:lnTo>
                    <a:pt x="1088" y="45"/>
                  </a:lnTo>
                  <a:close/>
                  <a:moveTo>
                    <a:pt x="1095" y="32"/>
                  </a:moveTo>
                  <a:cubicBezTo>
                    <a:pt x="1095" y="27"/>
                    <a:pt x="1095" y="24"/>
                    <a:pt x="1095" y="21"/>
                  </a:cubicBezTo>
                  <a:cubicBezTo>
                    <a:pt x="1089" y="21"/>
                    <a:pt x="1089" y="21"/>
                    <a:pt x="1089" y="21"/>
                  </a:cubicBezTo>
                  <a:cubicBezTo>
                    <a:pt x="1089" y="27"/>
                    <a:pt x="1089" y="27"/>
                    <a:pt x="1089" y="27"/>
                  </a:cubicBezTo>
                  <a:cubicBezTo>
                    <a:pt x="1088" y="27"/>
                    <a:pt x="1088" y="27"/>
                    <a:pt x="1088" y="27"/>
                  </a:cubicBezTo>
                  <a:cubicBezTo>
                    <a:pt x="1087" y="24"/>
                    <a:pt x="1083" y="20"/>
                    <a:pt x="1076" y="20"/>
                  </a:cubicBezTo>
                  <a:cubicBezTo>
                    <a:pt x="1067" y="20"/>
                    <a:pt x="1059" y="28"/>
                    <a:pt x="1059" y="42"/>
                  </a:cubicBezTo>
                  <a:cubicBezTo>
                    <a:pt x="1059" y="54"/>
                    <a:pt x="1066" y="63"/>
                    <a:pt x="1075" y="63"/>
                  </a:cubicBezTo>
                  <a:cubicBezTo>
                    <a:pt x="1081" y="63"/>
                    <a:pt x="1085" y="60"/>
                    <a:pt x="1088" y="56"/>
                  </a:cubicBezTo>
                  <a:cubicBezTo>
                    <a:pt x="1088" y="56"/>
                    <a:pt x="1088" y="56"/>
                    <a:pt x="1088" y="56"/>
                  </a:cubicBezTo>
                  <a:cubicBezTo>
                    <a:pt x="1088" y="60"/>
                    <a:pt x="1088" y="60"/>
                    <a:pt x="1088" y="60"/>
                  </a:cubicBezTo>
                  <a:cubicBezTo>
                    <a:pt x="1088" y="71"/>
                    <a:pt x="1082" y="75"/>
                    <a:pt x="1075" y="75"/>
                  </a:cubicBezTo>
                  <a:cubicBezTo>
                    <a:pt x="1070" y="75"/>
                    <a:pt x="1066" y="73"/>
                    <a:pt x="1064" y="72"/>
                  </a:cubicBezTo>
                  <a:cubicBezTo>
                    <a:pt x="1062" y="77"/>
                    <a:pt x="1062" y="77"/>
                    <a:pt x="1062" y="77"/>
                  </a:cubicBezTo>
                  <a:cubicBezTo>
                    <a:pt x="1065" y="80"/>
                    <a:pt x="1070" y="81"/>
                    <a:pt x="1075" y="81"/>
                  </a:cubicBezTo>
                  <a:cubicBezTo>
                    <a:pt x="1080" y="81"/>
                    <a:pt x="1085" y="80"/>
                    <a:pt x="1089" y="76"/>
                  </a:cubicBezTo>
                  <a:cubicBezTo>
                    <a:pt x="1093" y="72"/>
                    <a:pt x="1095" y="66"/>
                    <a:pt x="1095" y="57"/>
                  </a:cubicBezTo>
                  <a:lnTo>
                    <a:pt x="1095" y="32"/>
                  </a:lnTo>
                  <a:close/>
                  <a:moveTo>
                    <a:pt x="1025" y="38"/>
                  </a:moveTo>
                  <a:cubicBezTo>
                    <a:pt x="1026" y="33"/>
                    <a:pt x="1029" y="26"/>
                    <a:pt x="1036" y="26"/>
                  </a:cubicBezTo>
                  <a:cubicBezTo>
                    <a:pt x="1044" y="26"/>
                    <a:pt x="1046" y="33"/>
                    <a:pt x="1046" y="38"/>
                  </a:cubicBezTo>
                  <a:lnTo>
                    <a:pt x="1025" y="38"/>
                  </a:lnTo>
                  <a:close/>
                  <a:moveTo>
                    <a:pt x="1052" y="43"/>
                  </a:moveTo>
                  <a:cubicBezTo>
                    <a:pt x="1053" y="42"/>
                    <a:pt x="1053" y="41"/>
                    <a:pt x="1053" y="40"/>
                  </a:cubicBezTo>
                  <a:cubicBezTo>
                    <a:pt x="1053" y="32"/>
                    <a:pt x="1049" y="20"/>
                    <a:pt x="1037" y="20"/>
                  </a:cubicBezTo>
                  <a:cubicBezTo>
                    <a:pt x="1025" y="20"/>
                    <a:pt x="1018" y="30"/>
                    <a:pt x="1018" y="43"/>
                  </a:cubicBezTo>
                  <a:cubicBezTo>
                    <a:pt x="1018" y="55"/>
                    <a:pt x="1026" y="64"/>
                    <a:pt x="1037" y="64"/>
                  </a:cubicBezTo>
                  <a:cubicBezTo>
                    <a:pt x="1044" y="64"/>
                    <a:pt x="1048" y="62"/>
                    <a:pt x="1051" y="61"/>
                  </a:cubicBezTo>
                  <a:cubicBezTo>
                    <a:pt x="1049" y="56"/>
                    <a:pt x="1049" y="56"/>
                    <a:pt x="1049" y="56"/>
                  </a:cubicBezTo>
                  <a:cubicBezTo>
                    <a:pt x="1047" y="57"/>
                    <a:pt x="1044" y="58"/>
                    <a:pt x="1038" y="58"/>
                  </a:cubicBezTo>
                  <a:cubicBezTo>
                    <a:pt x="1031" y="58"/>
                    <a:pt x="1025" y="54"/>
                    <a:pt x="1025" y="43"/>
                  </a:cubicBezTo>
                  <a:lnTo>
                    <a:pt x="1052" y="43"/>
                  </a:lnTo>
                  <a:close/>
                  <a:moveTo>
                    <a:pt x="975" y="63"/>
                  </a:moveTo>
                  <a:cubicBezTo>
                    <a:pt x="975" y="38"/>
                    <a:pt x="975" y="38"/>
                    <a:pt x="975" y="38"/>
                  </a:cubicBezTo>
                  <a:cubicBezTo>
                    <a:pt x="975" y="28"/>
                    <a:pt x="975" y="21"/>
                    <a:pt x="975" y="14"/>
                  </a:cubicBezTo>
                  <a:cubicBezTo>
                    <a:pt x="975" y="14"/>
                    <a:pt x="975" y="14"/>
                    <a:pt x="975" y="14"/>
                  </a:cubicBezTo>
                  <a:cubicBezTo>
                    <a:pt x="978" y="20"/>
                    <a:pt x="981" y="27"/>
                    <a:pt x="985" y="33"/>
                  </a:cubicBezTo>
                  <a:cubicBezTo>
                    <a:pt x="1002" y="63"/>
                    <a:pt x="1002" y="63"/>
                    <a:pt x="1002" y="63"/>
                  </a:cubicBezTo>
                  <a:cubicBezTo>
                    <a:pt x="1009" y="63"/>
                    <a:pt x="1009" y="63"/>
                    <a:pt x="1009" y="63"/>
                  </a:cubicBezTo>
                  <a:cubicBezTo>
                    <a:pt x="1009" y="5"/>
                    <a:pt x="1009" y="5"/>
                    <a:pt x="1009" y="5"/>
                  </a:cubicBezTo>
                  <a:cubicBezTo>
                    <a:pt x="1003" y="5"/>
                    <a:pt x="1003" y="5"/>
                    <a:pt x="1003" y="5"/>
                  </a:cubicBezTo>
                  <a:cubicBezTo>
                    <a:pt x="1003" y="29"/>
                    <a:pt x="1003" y="29"/>
                    <a:pt x="1003" y="29"/>
                  </a:cubicBezTo>
                  <a:cubicBezTo>
                    <a:pt x="1003" y="38"/>
                    <a:pt x="1003" y="45"/>
                    <a:pt x="1003" y="53"/>
                  </a:cubicBezTo>
                  <a:cubicBezTo>
                    <a:pt x="1003" y="53"/>
                    <a:pt x="1003" y="53"/>
                    <a:pt x="1003" y="53"/>
                  </a:cubicBezTo>
                  <a:cubicBezTo>
                    <a:pt x="1001" y="47"/>
                    <a:pt x="997" y="41"/>
                    <a:pt x="994" y="34"/>
                  </a:cubicBezTo>
                  <a:cubicBezTo>
                    <a:pt x="976" y="5"/>
                    <a:pt x="976" y="5"/>
                    <a:pt x="976" y="5"/>
                  </a:cubicBezTo>
                  <a:cubicBezTo>
                    <a:pt x="969" y="5"/>
                    <a:pt x="969" y="5"/>
                    <a:pt x="969" y="5"/>
                  </a:cubicBezTo>
                  <a:cubicBezTo>
                    <a:pt x="969" y="63"/>
                    <a:pt x="969" y="63"/>
                    <a:pt x="969" y="63"/>
                  </a:cubicBezTo>
                  <a:lnTo>
                    <a:pt x="975" y="63"/>
                  </a:lnTo>
                  <a:close/>
                  <a:moveTo>
                    <a:pt x="915" y="38"/>
                  </a:moveTo>
                  <a:cubicBezTo>
                    <a:pt x="916" y="33"/>
                    <a:pt x="919" y="26"/>
                    <a:pt x="926" y="26"/>
                  </a:cubicBezTo>
                  <a:cubicBezTo>
                    <a:pt x="934" y="26"/>
                    <a:pt x="936" y="33"/>
                    <a:pt x="936" y="38"/>
                  </a:cubicBezTo>
                  <a:lnTo>
                    <a:pt x="915" y="38"/>
                  </a:lnTo>
                  <a:close/>
                  <a:moveTo>
                    <a:pt x="942" y="43"/>
                  </a:moveTo>
                  <a:cubicBezTo>
                    <a:pt x="942" y="42"/>
                    <a:pt x="942" y="41"/>
                    <a:pt x="942" y="40"/>
                  </a:cubicBezTo>
                  <a:cubicBezTo>
                    <a:pt x="942" y="32"/>
                    <a:pt x="939" y="20"/>
                    <a:pt x="926" y="20"/>
                  </a:cubicBezTo>
                  <a:cubicBezTo>
                    <a:pt x="915" y="20"/>
                    <a:pt x="908" y="30"/>
                    <a:pt x="908" y="43"/>
                  </a:cubicBezTo>
                  <a:cubicBezTo>
                    <a:pt x="908" y="55"/>
                    <a:pt x="915" y="64"/>
                    <a:pt x="927" y="64"/>
                  </a:cubicBezTo>
                  <a:cubicBezTo>
                    <a:pt x="933" y="64"/>
                    <a:pt x="938" y="62"/>
                    <a:pt x="940" y="61"/>
                  </a:cubicBezTo>
                  <a:cubicBezTo>
                    <a:pt x="939" y="56"/>
                    <a:pt x="939" y="56"/>
                    <a:pt x="939" y="56"/>
                  </a:cubicBezTo>
                  <a:cubicBezTo>
                    <a:pt x="936" y="57"/>
                    <a:pt x="933" y="58"/>
                    <a:pt x="928" y="58"/>
                  </a:cubicBezTo>
                  <a:cubicBezTo>
                    <a:pt x="921" y="58"/>
                    <a:pt x="915" y="54"/>
                    <a:pt x="915" y="43"/>
                  </a:cubicBezTo>
                  <a:lnTo>
                    <a:pt x="942" y="43"/>
                  </a:lnTo>
                  <a:close/>
                  <a:moveTo>
                    <a:pt x="866" y="63"/>
                  </a:moveTo>
                  <a:cubicBezTo>
                    <a:pt x="873" y="63"/>
                    <a:pt x="873" y="63"/>
                    <a:pt x="873" y="63"/>
                  </a:cubicBezTo>
                  <a:cubicBezTo>
                    <a:pt x="873" y="38"/>
                    <a:pt x="873" y="38"/>
                    <a:pt x="873" y="38"/>
                  </a:cubicBezTo>
                  <a:cubicBezTo>
                    <a:pt x="873" y="36"/>
                    <a:pt x="873" y="35"/>
                    <a:pt x="874" y="34"/>
                  </a:cubicBezTo>
                  <a:cubicBezTo>
                    <a:pt x="875" y="30"/>
                    <a:pt x="879" y="26"/>
                    <a:pt x="883" y="26"/>
                  </a:cubicBezTo>
                  <a:cubicBezTo>
                    <a:pt x="890" y="26"/>
                    <a:pt x="892" y="32"/>
                    <a:pt x="892" y="39"/>
                  </a:cubicBezTo>
                  <a:cubicBezTo>
                    <a:pt x="892" y="63"/>
                    <a:pt x="892" y="63"/>
                    <a:pt x="892" y="63"/>
                  </a:cubicBezTo>
                  <a:cubicBezTo>
                    <a:pt x="899" y="63"/>
                    <a:pt x="899" y="63"/>
                    <a:pt x="899" y="63"/>
                  </a:cubicBezTo>
                  <a:cubicBezTo>
                    <a:pt x="899" y="38"/>
                    <a:pt x="899" y="38"/>
                    <a:pt x="899" y="38"/>
                  </a:cubicBezTo>
                  <a:cubicBezTo>
                    <a:pt x="899" y="24"/>
                    <a:pt x="891" y="20"/>
                    <a:pt x="886" y="20"/>
                  </a:cubicBezTo>
                  <a:cubicBezTo>
                    <a:pt x="883" y="20"/>
                    <a:pt x="881" y="21"/>
                    <a:pt x="879" y="22"/>
                  </a:cubicBezTo>
                  <a:cubicBezTo>
                    <a:pt x="876" y="23"/>
                    <a:pt x="875" y="25"/>
                    <a:pt x="874" y="28"/>
                  </a:cubicBezTo>
                  <a:cubicBezTo>
                    <a:pt x="873" y="28"/>
                    <a:pt x="873" y="28"/>
                    <a:pt x="873" y="28"/>
                  </a:cubicBezTo>
                  <a:cubicBezTo>
                    <a:pt x="873" y="1"/>
                    <a:pt x="873" y="1"/>
                    <a:pt x="873" y="1"/>
                  </a:cubicBezTo>
                  <a:cubicBezTo>
                    <a:pt x="866" y="1"/>
                    <a:pt x="866" y="1"/>
                    <a:pt x="866" y="1"/>
                  </a:cubicBezTo>
                  <a:lnTo>
                    <a:pt x="866" y="63"/>
                  </a:lnTo>
                  <a:close/>
                  <a:moveTo>
                    <a:pt x="841" y="13"/>
                  </a:moveTo>
                  <a:cubicBezTo>
                    <a:pt x="841" y="21"/>
                    <a:pt x="841" y="21"/>
                    <a:pt x="841" y="21"/>
                  </a:cubicBezTo>
                  <a:cubicBezTo>
                    <a:pt x="835" y="21"/>
                    <a:pt x="835" y="21"/>
                    <a:pt x="835" y="21"/>
                  </a:cubicBezTo>
                  <a:cubicBezTo>
                    <a:pt x="835" y="27"/>
                    <a:pt x="835" y="27"/>
                    <a:pt x="835" y="27"/>
                  </a:cubicBezTo>
                  <a:cubicBezTo>
                    <a:pt x="841" y="27"/>
                    <a:pt x="841" y="27"/>
                    <a:pt x="841" y="27"/>
                  </a:cubicBezTo>
                  <a:cubicBezTo>
                    <a:pt x="841" y="50"/>
                    <a:pt x="841" y="50"/>
                    <a:pt x="841" y="50"/>
                  </a:cubicBezTo>
                  <a:cubicBezTo>
                    <a:pt x="841" y="54"/>
                    <a:pt x="842" y="58"/>
                    <a:pt x="844" y="61"/>
                  </a:cubicBezTo>
                  <a:cubicBezTo>
                    <a:pt x="846" y="63"/>
                    <a:pt x="848" y="64"/>
                    <a:pt x="852" y="64"/>
                  </a:cubicBezTo>
                  <a:cubicBezTo>
                    <a:pt x="854" y="64"/>
                    <a:pt x="857" y="63"/>
                    <a:pt x="858" y="63"/>
                  </a:cubicBezTo>
                  <a:cubicBezTo>
                    <a:pt x="858" y="57"/>
                    <a:pt x="858" y="57"/>
                    <a:pt x="858" y="57"/>
                  </a:cubicBezTo>
                  <a:cubicBezTo>
                    <a:pt x="857" y="57"/>
                    <a:pt x="855" y="57"/>
                    <a:pt x="854" y="57"/>
                  </a:cubicBezTo>
                  <a:cubicBezTo>
                    <a:pt x="850" y="57"/>
                    <a:pt x="848" y="54"/>
                    <a:pt x="848" y="49"/>
                  </a:cubicBezTo>
                  <a:cubicBezTo>
                    <a:pt x="848" y="27"/>
                    <a:pt x="848" y="27"/>
                    <a:pt x="848" y="27"/>
                  </a:cubicBezTo>
                  <a:cubicBezTo>
                    <a:pt x="858" y="27"/>
                    <a:pt x="858" y="27"/>
                    <a:pt x="858" y="27"/>
                  </a:cubicBezTo>
                  <a:cubicBezTo>
                    <a:pt x="858" y="21"/>
                    <a:pt x="858" y="21"/>
                    <a:pt x="858" y="21"/>
                  </a:cubicBezTo>
                  <a:cubicBezTo>
                    <a:pt x="848" y="21"/>
                    <a:pt x="848" y="21"/>
                    <a:pt x="848" y="21"/>
                  </a:cubicBezTo>
                  <a:cubicBezTo>
                    <a:pt x="848" y="11"/>
                    <a:pt x="848" y="11"/>
                    <a:pt x="848" y="11"/>
                  </a:cubicBezTo>
                  <a:lnTo>
                    <a:pt x="841" y="13"/>
                  </a:lnTo>
                  <a:close/>
                  <a:moveTo>
                    <a:pt x="807" y="63"/>
                  </a:moveTo>
                  <a:cubicBezTo>
                    <a:pt x="807" y="27"/>
                    <a:pt x="807" y="27"/>
                    <a:pt x="807" y="27"/>
                  </a:cubicBezTo>
                  <a:cubicBezTo>
                    <a:pt x="816" y="27"/>
                    <a:pt x="816" y="27"/>
                    <a:pt x="816" y="27"/>
                  </a:cubicBezTo>
                  <a:cubicBezTo>
                    <a:pt x="816" y="21"/>
                    <a:pt x="816" y="21"/>
                    <a:pt x="816" y="21"/>
                  </a:cubicBezTo>
                  <a:cubicBezTo>
                    <a:pt x="807" y="21"/>
                    <a:pt x="807" y="21"/>
                    <a:pt x="807" y="21"/>
                  </a:cubicBezTo>
                  <a:cubicBezTo>
                    <a:pt x="807" y="19"/>
                    <a:pt x="807" y="19"/>
                    <a:pt x="807" y="19"/>
                  </a:cubicBezTo>
                  <a:cubicBezTo>
                    <a:pt x="807" y="12"/>
                    <a:pt x="808" y="7"/>
                    <a:pt x="814" y="7"/>
                  </a:cubicBezTo>
                  <a:cubicBezTo>
                    <a:pt x="817" y="7"/>
                    <a:pt x="818" y="7"/>
                    <a:pt x="819" y="8"/>
                  </a:cubicBezTo>
                  <a:cubicBezTo>
                    <a:pt x="820" y="2"/>
                    <a:pt x="820" y="2"/>
                    <a:pt x="820" y="2"/>
                  </a:cubicBezTo>
                  <a:cubicBezTo>
                    <a:pt x="819" y="1"/>
                    <a:pt x="816" y="0"/>
                    <a:pt x="814" y="0"/>
                  </a:cubicBezTo>
                  <a:cubicBezTo>
                    <a:pt x="811" y="0"/>
                    <a:pt x="807" y="2"/>
                    <a:pt x="804" y="4"/>
                  </a:cubicBezTo>
                  <a:cubicBezTo>
                    <a:pt x="801" y="8"/>
                    <a:pt x="800" y="13"/>
                    <a:pt x="800" y="19"/>
                  </a:cubicBezTo>
                  <a:cubicBezTo>
                    <a:pt x="800" y="21"/>
                    <a:pt x="800" y="21"/>
                    <a:pt x="800" y="21"/>
                  </a:cubicBezTo>
                  <a:cubicBezTo>
                    <a:pt x="795" y="21"/>
                    <a:pt x="795" y="21"/>
                    <a:pt x="795" y="21"/>
                  </a:cubicBezTo>
                  <a:cubicBezTo>
                    <a:pt x="795" y="27"/>
                    <a:pt x="795" y="27"/>
                    <a:pt x="795" y="27"/>
                  </a:cubicBezTo>
                  <a:cubicBezTo>
                    <a:pt x="800" y="27"/>
                    <a:pt x="800" y="27"/>
                    <a:pt x="800" y="27"/>
                  </a:cubicBezTo>
                  <a:cubicBezTo>
                    <a:pt x="800" y="63"/>
                    <a:pt x="800" y="63"/>
                    <a:pt x="800" y="63"/>
                  </a:cubicBezTo>
                  <a:lnTo>
                    <a:pt x="807" y="63"/>
                  </a:lnTo>
                  <a:close/>
                  <a:moveTo>
                    <a:pt x="771" y="26"/>
                  </a:moveTo>
                  <a:cubicBezTo>
                    <a:pt x="780" y="26"/>
                    <a:pt x="783" y="35"/>
                    <a:pt x="783" y="42"/>
                  </a:cubicBezTo>
                  <a:cubicBezTo>
                    <a:pt x="783" y="51"/>
                    <a:pt x="778" y="58"/>
                    <a:pt x="771" y="58"/>
                  </a:cubicBezTo>
                  <a:cubicBezTo>
                    <a:pt x="764" y="58"/>
                    <a:pt x="759" y="51"/>
                    <a:pt x="759" y="42"/>
                  </a:cubicBezTo>
                  <a:cubicBezTo>
                    <a:pt x="759" y="34"/>
                    <a:pt x="763" y="26"/>
                    <a:pt x="771" y="26"/>
                  </a:cubicBezTo>
                  <a:moveTo>
                    <a:pt x="772" y="20"/>
                  </a:moveTo>
                  <a:cubicBezTo>
                    <a:pt x="761" y="20"/>
                    <a:pt x="752" y="28"/>
                    <a:pt x="752" y="42"/>
                  </a:cubicBezTo>
                  <a:cubicBezTo>
                    <a:pt x="752" y="55"/>
                    <a:pt x="760" y="64"/>
                    <a:pt x="771" y="64"/>
                  </a:cubicBezTo>
                  <a:cubicBezTo>
                    <a:pt x="780" y="64"/>
                    <a:pt x="790" y="57"/>
                    <a:pt x="790" y="42"/>
                  </a:cubicBezTo>
                  <a:cubicBezTo>
                    <a:pt x="790" y="29"/>
                    <a:pt x="783" y="20"/>
                    <a:pt x="772" y="20"/>
                  </a:cubicBezTo>
                  <a:moveTo>
                    <a:pt x="695" y="21"/>
                  </a:moveTo>
                  <a:cubicBezTo>
                    <a:pt x="709" y="60"/>
                    <a:pt x="709" y="60"/>
                    <a:pt x="709" y="60"/>
                  </a:cubicBezTo>
                  <a:cubicBezTo>
                    <a:pt x="710" y="60"/>
                    <a:pt x="710" y="61"/>
                    <a:pt x="710" y="62"/>
                  </a:cubicBezTo>
                  <a:cubicBezTo>
                    <a:pt x="710" y="62"/>
                    <a:pt x="710" y="63"/>
                    <a:pt x="709" y="63"/>
                  </a:cubicBezTo>
                  <a:cubicBezTo>
                    <a:pt x="708" y="67"/>
                    <a:pt x="705" y="70"/>
                    <a:pt x="703" y="72"/>
                  </a:cubicBezTo>
                  <a:cubicBezTo>
                    <a:pt x="701" y="74"/>
                    <a:pt x="699" y="75"/>
                    <a:pt x="697" y="76"/>
                  </a:cubicBezTo>
                  <a:cubicBezTo>
                    <a:pt x="699" y="82"/>
                    <a:pt x="699" y="82"/>
                    <a:pt x="699" y="82"/>
                  </a:cubicBezTo>
                  <a:cubicBezTo>
                    <a:pt x="701" y="81"/>
                    <a:pt x="704" y="80"/>
                    <a:pt x="708" y="77"/>
                  </a:cubicBezTo>
                  <a:cubicBezTo>
                    <a:pt x="712" y="72"/>
                    <a:pt x="716" y="65"/>
                    <a:pt x="721" y="51"/>
                  </a:cubicBezTo>
                  <a:cubicBezTo>
                    <a:pt x="732" y="21"/>
                    <a:pt x="732" y="21"/>
                    <a:pt x="732" y="21"/>
                  </a:cubicBezTo>
                  <a:cubicBezTo>
                    <a:pt x="724" y="21"/>
                    <a:pt x="724" y="21"/>
                    <a:pt x="724" y="21"/>
                  </a:cubicBezTo>
                  <a:cubicBezTo>
                    <a:pt x="716" y="46"/>
                    <a:pt x="716" y="46"/>
                    <a:pt x="716" y="46"/>
                  </a:cubicBezTo>
                  <a:cubicBezTo>
                    <a:pt x="715" y="49"/>
                    <a:pt x="715" y="52"/>
                    <a:pt x="714" y="54"/>
                  </a:cubicBezTo>
                  <a:cubicBezTo>
                    <a:pt x="714" y="54"/>
                    <a:pt x="714" y="54"/>
                    <a:pt x="714" y="54"/>
                  </a:cubicBezTo>
                  <a:cubicBezTo>
                    <a:pt x="713" y="52"/>
                    <a:pt x="712" y="48"/>
                    <a:pt x="711" y="46"/>
                  </a:cubicBezTo>
                  <a:cubicBezTo>
                    <a:pt x="703" y="21"/>
                    <a:pt x="703" y="21"/>
                    <a:pt x="703" y="21"/>
                  </a:cubicBezTo>
                  <a:lnTo>
                    <a:pt x="695" y="21"/>
                  </a:lnTo>
                  <a:close/>
                  <a:moveTo>
                    <a:pt x="674" y="13"/>
                  </a:moveTo>
                  <a:cubicBezTo>
                    <a:pt x="674" y="21"/>
                    <a:pt x="674" y="21"/>
                    <a:pt x="674" y="21"/>
                  </a:cubicBezTo>
                  <a:cubicBezTo>
                    <a:pt x="668" y="21"/>
                    <a:pt x="668" y="21"/>
                    <a:pt x="668" y="21"/>
                  </a:cubicBezTo>
                  <a:cubicBezTo>
                    <a:pt x="668" y="27"/>
                    <a:pt x="668" y="27"/>
                    <a:pt x="668" y="27"/>
                  </a:cubicBezTo>
                  <a:cubicBezTo>
                    <a:pt x="674" y="27"/>
                    <a:pt x="674" y="27"/>
                    <a:pt x="674" y="27"/>
                  </a:cubicBezTo>
                  <a:cubicBezTo>
                    <a:pt x="674" y="50"/>
                    <a:pt x="674" y="50"/>
                    <a:pt x="674" y="50"/>
                  </a:cubicBezTo>
                  <a:cubicBezTo>
                    <a:pt x="674" y="54"/>
                    <a:pt x="675" y="58"/>
                    <a:pt x="677" y="61"/>
                  </a:cubicBezTo>
                  <a:cubicBezTo>
                    <a:pt x="679" y="63"/>
                    <a:pt x="681" y="64"/>
                    <a:pt x="685" y="64"/>
                  </a:cubicBezTo>
                  <a:cubicBezTo>
                    <a:pt x="688" y="64"/>
                    <a:pt x="690" y="63"/>
                    <a:pt x="691" y="63"/>
                  </a:cubicBezTo>
                  <a:cubicBezTo>
                    <a:pt x="691" y="57"/>
                    <a:pt x="691" y="57"/>
                    <a:pt x="691" y="57"/>
                  </a:cubicBezTo>
                  <a:cubicBezTo>
                    <a:pt x="690" y="57"/>
                    <a:pt x="689" y="57"/>
                    <a:pt x="687" y="57"/>
                  </a:cubicBezTo>
                  <a:cubicBezTo>
                    <a:pt x="683" y="57"/>
                    <a:pt x="681" y="54"/>
                    <a:pt x="681" y="49"/>
                  </a:cubicBezTo>
                  <a:cubicBezTo>
                    <a:pt x="681" y="27"/>
                    <a:pt x="681" y="27"/>
                    <a:pt x="681" y="27"/>
                  </a:cubicBezTo>
                  <a:cubicBezTo>
                    <a:pt x="691" y="27"/>
                    <a:pt x="691" y="27"/>
                    <a:pt x="691" y="27"/>
                  </a:cubicBezTo>
                  <a:cubicBezTo>
                    <a:pt x="691" y="21"/>
                    <a:pt x="691" y="21"/>
                    <a:pt x="691" y="21"/>
                  </a:cubicBezTo>
                  <a:cubicBezTo>
                    <a:pt x="681" y="21"/>
                    <a:pt x="681" y="21"/>
                    <a:pt x="681" y="21"/>
                  </a:cubicBezTo>
                  <a:cubicBezTo>
                    <a:pt x="681" y="11"/>
                    <a:pt x="681" y="11"/>
                    <a:pt x="681" y="11"/>
                  </a:cubicBezTo>
                  <a:lnTo>
                    <a:pt x="674" y="13"/>
                  </a:lnTo>
                  <a:close/>
                  <a:moveTo>
                    <a:pt x="658" y="4"/>
                  </a:moveTo>
                  <a:cubicBezTo>
                    <a:pt x="655" y="4"/>
                    <a:pt x="653" y="7"/>
                    <a:pt x="653" y="9"/>
                  </a:cubicBezTo>
                  <a:cubicBezTo>
                    <a:pt x="653" y="12"/>
                    <a:pt x="655" y="14"/>
                    <a:pt x="657" y="14"/>
                  </a:cubicBezTo>
                  <a:cubicBezTo>
                    <a:pt x="660" y="14"/>
                    <a:pt x="662" y="12"/>
                    <a:pt x="662" y="9"/>
                  </a:cubicBezTo>
                  <a:cubicBezTo>
                    <a:pt x="662" y="6"/>
                    <a:pt x="660" y="4"/>
                    <a:pt x="658" y="4"/>
                  </a:cubicBezTo>
                  <a:moveTo>
                    <a:pt x="661" y="21"/>
                  </a:moveTo>
                  <a:cubicBezTo>
                    <a:pt x="654" y="21"/>
                    <a:pt x="654" y="21"/>
                    <a:pt x="654" y="21"/>
                  </a:cubicBezTo>
                  <a:cubicBezTo>
                    <a:pt x="654" y="63"/>
                    <a:pt x="654" y="63"/>
                    <a:pt x="654" y="63"/>
                  </a:cubicBezTo>
                  <a:cubicBezTo>
                    <a:pt x="661" y="63"/>
                    <a:pt x="661" y="63"/>
                    <a:pt x="661" y="63"/>
                  </a:cubicBezTo>
                  <a:lnTo>
                    <a:pt x="661" y="21"/>
                  </a:lnTo>
                  <a:close/>
                  <a:moveTo>
                    <a:pt x="619" y="61"/>
                  </a:moveTo>
                  <a:cubicBezTo>
                    <a:pt x="622" y="63"/>
                    <a:pt x="626" y="64"/>
                    <a:pt x="630" y="64"/>
                  </a:cubicBezTo>
                  <a:cubicBezTo>
                    <a:pt x="640" y="64"/>
                    <a:pt x="645" y="59"/>
                    <a:pt x="645" y="51"/>
                  </a:cubicBezTo>
                  <a:cubicBezTo>
                    <a:pt x="645" y="45"/>
                    <a:pt x="641" y="41"/>
                    <a:pt x="635" y="39"/>
                  </a:cubicBezTo>
                  <a:cubicBezTo>
                    <a:pt x="630" y="36"/>
                    <a:pt x="627" y="35"/>
                    <a:pt x="627" y="31"/>
                  </a:cubicBezTo>
                  <a:cubicBezTo>
                    <a:pt x="627" y="28"/>
                    <a:pt x="630" y="26"/>
                    <a:pt x="634" y="26"/>
                  </a:cubicBezTo>
                  <a:cubicBezTo>
                    <a:pt x="637" y="26"/>
                    <a:pt x="640" y="27"/>
                    <a:pt x="642" y="28"/>
                  </a:cubicBezTo>
                  <a:cubicBezTo>
                    <a:pt x="643" y="23"/>
                    <a:pt x="643" y="23"/>
                    <a:pt x="643" y="23"/>
                  </a:cubicBezTo>
                  <a:cubicBezTo>
                    <a:pt x="641" y="21"/>
                    <a:pt x="638" y="20"/>
                    <a:pt x="634" y="20"/>
                  </a:cubicBezTo>
                  <a:cubicBezTo>
                    <a:pt x="626" y="20"/>
                    <a:pt x="621" y="26"/>
                    <a:pt x="621" y="32"/>
                  </a:cubicBezTo>
                  <a:cubicBezTo>
                    <a:pt x="621" y="37"/>
                    <a:pt x="624" y="41"/>
                    <a:pt x="631" y="44"/>
                  </a:cubicBezTo>
                  <a:cubicBezTo>
                    <a:pt x="636" y="46"/>
                    <a:pt x="638" y="48"/>
                    <a:pt x="638" y="52"/>
                  </a:cubicBezTo>
                  <a:cubicBezTo>
                    <a:pt x="638" y="55"/>
                    <a:pt x="636" y="58"/>
                    <a:pt x="631" y="58"/>
                  </a:cubicBezTo>
                  <a:cubicBezTo>
                    <a:pt x="627" y="58"/>
                    <a:pt x="623" y="56"/>
                    <a:pt x="621" y="55"/>
                  </a:cubicBezTo>
                  <a:lnTo>
                    <a:pt x="619" y="61"/>
                  </a:lnTo>
                  <a:close/>
                  <a:moveTo>
                    <a:pt x="596" y="63"/>
                  </a:moveTo>
                  <a:cubicBezTo>
                    <a:pt x="603" y="63"/>
                    <a:pt x="603" y="63"/>
                    <a:pt x="603" y="63"/>
                  </a:cubicBezTo>
                  <a:cubicBezTo>
                    <a:pt x="603" y="40"/>
                    <a:pt x="603" y="40"/>
                    <a:pt x="603" y="40"/>
                  </a:cubicBezTo>
                  <a:cubicBezTo>
                    <a:pt x="603" y="39"/>
                    <a:pt x="603" y="38"/>
                    <a:pt x="603" y="37"/>
                  </a:cubicBezTo>
                  <a:cubicBezTo>
                    <a:pt x="604" y="31"/>
                    <a:pt x="608" y="27"/>
                    <a:pt x="613" y="27"/>
                  </a:cubicBezTo>
                  <a:cubicBezTo>
                    <a:pt x="614" y="27"/>
                    <a:pt x="614" y="27"/>
                    <a:pt x="615" y="27"/>
                  </a:cubicBezTo>
                  <a:cubicBezTo>
                    <a:pt x="615" y="20"/>
                    <a:pt x="615" y="20"/>
                    <a:pt x="615" y="20"/>
                  </a:cubicBezTo>
                  <a:cubicBezTo>
                    <a:pt x="614" y="20"/>
                    <a:pt x="614" y="20"/>
                    <a:pt x="613" y="20"/>
                  </a:cubicBezTo>
                  <a:cubicBezTo>
                    <a:pt x="608" y="20"/>
                    <a:pt x="604" y="24"/>
                    <a:pt x="602" y="29"/>
                  </a:cubicBezTo>
                  <a:cubicBezTo>
                    <a:pt x="602" y="29"/>
                    <a:pt x="602" y="29"/>
                    <a:pt x="602" y="29"/>
                  </a:cubicBezTo>
                  <a:cubicBezTo>
                    <a:pt x="602" y="21"/>
                    <a:pt x="602" y="21"/>
                    <a:pt x="602" y="21"/>
                  </a:cubicBezTo>
                  <a:cubicBezTo>
                    <a:pt x="596" y="21"/>
                    <a:pt x="596" y="21"/>
                    <a:pt x="596" y="21"/>
                  </a:cubicBezTo>
                  <a:cubicBezTo>
                    <a:pt x="596" y="25"/>
                    <a:pt x="596" y="29"/>
                    <a:pt x="596" y="34"/>
                  </a:cubicBezTo>
                  <a:lnTo>
                    <a:pt x="596" y="63"/>
                  </a:lnTo>
                  <a:close/>
                  <a:moveTo>
                    <a:pt x="560" y="38"/>
                  </a:moveTo>
                  <a:cubicBezTo>
                    <a:pt x="560" y="33"/>
                    <a:pt x="563" y="26"/>
                    <a:pt x="570" y="26"/>
                  </a:cubicBezTo>
                  <a:cubicBezTo>
                    <a:pt x="578" y="26"/>
                    <a:pt x="580" y="33"/>
                    <a:pt x="580" y="38"/>
                  </a:cubicBezTo>
                  <a:lnTo>
                    <a:pt x="560" y="38"/>
                  </a:lnTo>
                  <a:close/>
                  <a:moveTo>
                    <a:pt x="587" y="43"/>
                  </a:moveTo>
                  <a:cubicBezTo>
                    <a:pt x="587" y="42"/>
                    <a:pt x="587" y="41"/>
                    <a:pt x="587" y="40"/>
                  </a:cubicBezTo>
                  <a:cubicBezTo>
                    <a:pt x="587" y="32"/>
                    <a:pt x="584" y="20"/>
                    <a:pt x="571" y="20"/>
                  </a:cubicBezTo>
                  <a:cubicBezTo>
                    <a:pt x="560" y="20"/>
                    <a:pt x="553" y="30"/>
                    <a:pt x="553" y="43"/>
                  </a:cubicBezTo>
                  <a:cubicBezTo>
                    <a:pt x="553" y="55"/>
                    <a:pt x="560" y="64"/>
                    <a:pt x="572" y="64"/>
                  </a:cubicBezTo>
                  <a:cubicBezTo>
                    <a:pt x="578" y="64"/>
                    <a:pt x="582" y="62"/>
                    <a:pt x="585" y="61"/>
                  </a:cubicBezTo>
                  <a:cubicBezTo>
                    <a:pt x="584" y="56"/>
                    <a:pt x="584" y="56"/>
                    <a:pt x="584" y="56"/>
                  </a:cubicBezTo>
                  <a:cubicBezTo>
                    <a:pt x="581" y="57"/>
                    <a:pt x="578" y="58"/>
                    <a:pt x="573" y="58"/>
                  </a:cubicBezTo>
                  <a:cubicBezTo>
                    <a:pt x="566" y="58"/>
                    <a:pt x="560" y="54"/>
                    <a:pt x="560" y="43"/>
                  </a:cubicBezTo>
                  <a:lnTo>
                    <a:pt x="587" y="43"/>
                  </a:lnTo>
                  <a:close/>
                  <a:moveTo>
                    <a:pt x="513" y="21"/>
                  </a:moveTo>
                  <a:cubicBezTo>
                    <a:pt x="528" y="63"/>
                    <a:pt x="528" y="63"/>
                    <a:pt x="528" y="63"/>
                  </a:cubicBezTo>
                  <a:cubicBezTo>
                    <a:pt x="534" y="63"/>
                    <a:pt x="534" y="63"/>
                    <a:pt x="534" y="63"/>
                  </a:cubicBezTo>
                  <a:cubicBezTo>
                    <a:pt x="550" y="21"/>
                    <a:pt x="550" y="21"/>
                    <a:pt x="550" y="21"/>
                  </a:cubicBezTo>
                  <a:cubicBezTo>
                    <a:pt x="542" y="21"/>
                    <a:pt x="542" y="21"/>
                    <a:pt x="542" y="21"/>
                  </a:cubicBezTo>
                  <a:cubicBezTo>
                    <a:pt x="535" y="44"/>
                    <a:pt x="535" y="44"/>
                    <a:pt x="535" y="44"/>
                  </a:cubicBezTo>
                  <a:cubicBezTo>
                    <a:pt x="533" y="48"/>
                    <a:pt x="532" y="52"/>
                    <a:pt x="531" y="55"/>
                  </a:cubicBezTo>
                  <a:cubicBezTo>
                    <a:pt x="531" y="55"/>
                    <a:pt x="531" y="55"/>
                    <a:pt x="531" y="55"/>
                  </a:cubicBezTo>
                  <a:cubicBezTo>
                    <a:pt x="530" y="52"/>
                    <a:pt x="529" y="48"/>
                    <a:pt x="528" y="44"/>
                  </a:cubicBezTo>
                  <a:cubicBezTo>
                    <a:pt x="520" y="21"/>
                    <a:pt x="520" y="21"/>
                    <a:pt x="520" y="21"/>
                  </a:cubicBezTo>
                  <a:lnTo>
                    <a:pt x="513" y="21"/>
                  </a:lnTo>
                  <a:close/>
                  <a:moveTo>
                    <a:pt x="502" y="4"/>
                  </a:moveTo>
                  <a:cubicBezTo>
                    <a:pt x="500" y="4"/>
                    <a:pt x="498" y="7"/>
                    <a:pt x="498" y="9"/>
                  </a:cubicBezTo>
                  <a:cubicBezTo>
                    <a:pt x="498" y="12"/>
                    <a:pt x="500" y="14"/>
                    <a:pt x="502" y="14"/>
                  </a:cubicBezTo>
                  <a:cubicBezTo>
                    <a:pt x="505" y="14"/>
                    <a:pt x="507" y="12"/>
                    <a:pt x="507" y="9"/>
                  </a:cubicBezTo>
                  <a:cubicBezTo>
                    <a:pt x="507" y="6"/>
                    <a:pt x="505" y="4"/>
                    <a:pt x="502" y="4"/>
                  </a:cubicBezTo>
                  <a:moveTo>
                    <a:pt x="506" y="21"/>
                  </a:moveTo>
                  <a:cubicBezTo>
                    <a:pt x="499" y="21"/>
                    <a:pt x="499" y="21"/>
                    <a:pt x="499" y="21"/>
                  </a:cubicBezTo>
                  <a:cubicBezTo>
                    <a:pt x="499" y="63"/>
                    <a:pt x="499" y="63"/>
                    <a:pt x="499" y="63"/>
                  </a:cubicBezTo>
                  <a:cubicBezTo>
                    <a:pt x="506" y="63"/>
                    <a:pt x="506" y="63"/>
                    <a:pt x="506" y="63"/>
                  </a:cubicBezTo>
                  <a:lnTo>
                    <a:pt x="506" y="21"/>
                  </a:lnTo>
                  <a:close/>
                  <a:moveTo>
                    <a:pt x="454" y="63"/>
                  </a:moveTo>
                  <a:cubicBezTo>
                    <a:pt x="461" y="63"/>
                    <a:pt x="461" y="63"/>
                    <a:pt x="461" y="63"/>
                  </a:cubicBezTo>
                  <a:cubicBezTo>
                    <a:pt x="461" y="38"/>
                    <a:pt x="461" y="38"/>
                    <a:pt x="461" y="38"/>
                  </a:cubicBezTo>
                  <a:cubicBezTo>
                    <a:pt x="461" y="36"/>
                    <a:pt x="462" y="35"/>
                    <a:pt x="462" y="34"/>
                  </a:cubicBezTo>
                  <a:cubicBezTo>
                    <a:pt x="463" y="30"/>
                    <a:pt x="467" y="26"/>
                    <a:pt x="471" y="26"/>
                  </a:cubicBezTo>
                  <a:cubicBezTo>
                    <a:pt x="478" y="26"/>
                    <a:pt x="480" y="32"/>
                    <a:pt x="480" y="39"/>
                  </a:cubicBezTo>
                  <a:cubicBezTo>
                    <a:pt x="480" y="63"/>
                    <a:pt x="480" y="63"/>
                    <a:pt x="480" y="63"/>
                  </a:cubicBezTo>
                  <a:cubicBezTo>
                    <a:pt x="487" y="63"/>
                    <a:pt x="487" y="63"/>
                    <a:pt x="487" y="63"/>
                  </a:cubicBezTo>
                  <a:cubicBezTo>
                    <a:pt x="487" y="38"/>
                    <a:pt x="487" y="38"/>
                    <a:pt x="487" y="38"/>
                  </a:cubicBezTo>
                  <a:cubicBezTo>
                    <a:pt x="487" y="24"/>
                    <a:pt x="479" y="20"/>
                    <a:pt x="474" y="20"/>
                  </a:cubicBezTo>
                  <a:cubicBezTo>
                    <a:pt x="467" y="20"/>
                    <a:pt x="463" y="24"/>
                    <a:pt x="461" y="28"/>
                  </a:cubicBezTo>
                  <a:cubicBezTo>
                    <a:pt x="461" y="28"/>
                    <a:pt x="461" y="28"/>
                    <a:pt x="461" y="28"/>
                  </a:cubicBezTo>
                  <a:cubicBezTo>
                    <a:pt x="460" y="21"/>
                    <a:pt x="460" y="21"/>
                    <a:pt x="460" y="21"/>
                  </a:cubicBezTo>
                  <a:cubicBezTo>
                    <a:pt x="454" y="21"/>
                    <a:pt x="454" y="21"/>
                    <a:pt x="454" y="21"/>
                  </a:cubicBezTo>
                  <a:cubicBezTo>
                    <a:pt x="454" y="24"/>
                    <a:pt x="454" y="28"/>
                    <a:pt x="454" y="32"/>
                  </a:cubicBezTo>
                  <a:lnTo>
                    <a:pt x="454" y="63"/>
                  </a:lnTo>
                  <a:close/>
                  <a:moveTo>
                    <a:pt x="402" y="5"/>
                  </a:moveTo>
                  <a:cubicBezTo>
                    <a:pt x="402" y="39"/>
                    <a:pt x="402" y="39"/>
                    <a:pt x="402" y="39"/>
                  </a:cubicBezTo>
                  <a:cubicBezTo>
                    <a:pt x="402" y="57"/>
                    <a:pt x="411" y="64"/>
                    <a:pt x="422" y="64"/>
                  </a:cubicBezTo>
                  <a:cubicBezTo>
                    <a:pt x="434" y="64"/>
                    <a:pt x="442" y="56"/>
                    <a:pt x="442" y="39"/>
                  </a:cubicBezTo>
                  <a:cubicBezTo>
                    <a:pt x="442" y="5"/>
                    <a:pt x="442" y="5"/>
                    <a:pt x="442" y="5"/>
                  </a:cubicBezTo>
                  <a:cubicBezTo>
                    <a:pt x="435" y="5"/>
                    <a:pt x="435" y="5"/>
                    <a:pt x="435" y="5"/>
                  </a:cubicBezTo>
                  <a:cubicBezTo>
                    <a:pt x="435" y="39"/>
                    <a:pt x="435" y="39"/>
                    <a:pt x="435" y="39"/>
                  </a:cubicBezTo>
                  <a:cubicBezTo>
                    <a:pt x="435" y="52"/>
                    <a:pt x="430" y="58"/>
                    <a:pt x="422" y="58"/>
                  </a:cubicBezTo>
                  <a:cubicBezTo>
                    <a:pt x="415" y="58"/>
                    <a:pt x="409" y="52"/>
                    <a:pt x="409" y="39"/>
                  </a:cubicBezTo>
                  <a:cubicBezTo>
                    <a:pt x="409" y="5"/>
                    <a:pt x="409" y="5"/>
                    <a:pt x="409" y="5"/>
                  </a:cubicBezTo>
                  <a:lnTo>
                    <a:pt x="402" y="5"/>
                  </a:lnTo>
                  <a:close/>
                  <a:moveTo>
                    <a:pt x="341" y="63"/>
                  </a:moveTo>
                  <a:cubicBezTo>
                    <a:pt x="348" y="63"/>
                    <a:pt x="348" y="63"/>
                    <a:pt x="348" y="63"/>
                  </a:cubicBezTo>
                  <a:cubicBezTo>
                    <a:pt x="348" y="38"/>
                    <a:pt x="348" y="38"/>
                    <a:pt x="348" y="38"/>
                  </a:cubicBezTo>
                  <a:cubicBezTo>
                    <a:pt x="348" y="36"/>
                    <a:pt x="348" y="35"/>
                    <a:pt x="348" y="34"/>
                  </a:cubicBezTo>
                  <a:cubicBezTo>
                    <a:pt x="349" y="30"/>
                    <a:pt x="353" y="26"/>
                    <a:pt x="358" y="26"/>
                  </a:cubicBezTo>
                  <a:cubicBezTo>
                    <a:pt x="364" y="26"/>
                    <a:pt x="367" y="32"/>
                    <a:pt x="367" y="39"/>
                  </a:cubicBezTo>
                  <a:cubicBezTo>
                    <a:pt x="367" y="63"/>
                    <a:pt x="367" y="63"/>
                    <a:pt x="367" y="63"/>
                  </a:cubicBezTo>
                  <a:cubicBezTo>
                    <a:pt x="374" y="63"/>
                    <a:pt x="374" y="63"/>
                    <a:pt x="374" y="63"/>
                  </a:cubicBezTo>
                  <a:cubicBezTo>
                    <a:pt x="374" y="38"/>
                    <a:pt x="374" y="38"/>
                    <a:pt x="374" y="38"/>
                  </a:cubicBezTo>
                  <a:cubicBezTo>
                    <a:pt x="374" y="24"/>
                    <a:pt x="365" y="20"/>
                    <a:pt x="360" y="20"/>
                  </a:cubicBezTo>
                  <a:cubicBezTo>
                    <a:pt x="354" y="20"/>
                    <a:pt x="349" y="24"/>
                    <a:pt x="347" y="28"/>
                  </a:cubicBezTo>
                  <a:cubicBezTo>
                    <a:pt x="347" y="28"/>
                    <a:pt x="347" y="28"/>
                    <a:pt x="347" y="28"/>
                  </a:cubicBezTo>
                  <a:cubicBezTo>
                    <a:pt x="347" y="21"/>
                    <a:pt x="347" y="21"/>
                    <a:pt x="347" y="21"/>
                  </a:cubicBezTo>
                  <a:cubicBezTo>
                    <a:pt x="340" y="21"/>
                    <a:pt x="340" y="21"/>
                    <a:pt x="340" y="21"/>
                  </a:cubicBezTo>
                  <a:cubicBezTo>
                    <a:pt x="341" y="24"/>
                    <a:pt x="341" y="28"/>
                    <a:pt x="341" y="32"/>
                  </a:cubicBezTo>
                  <a:lnTo>
                    <a:pt x="341" y="63"/>
                  </a:lnTo>
                  <a:close/>
                  <a:moveTo>
                    <a:pt x="313" y="26"/>
                  </a:moveTo>
                  <a:cubicBezTo>
                    <a:pt x="321" y="26"/>
                    <a:pt x="324" y="35"/>
                    <a:pt x="324" y="42"/>
                  </a:cubicBezTo>
                  <a:cubicBezTo>
                    <a:pt x="324" y="51"/>
                    <a:pt x="319" y="58"/>
                    <a:pt x="313" y="58"/>
                  </a:cubicBezTo>
                  <a:cubicBezTo>
                    <a:pt x="306" y="58"/>
                    <a:pt x="301" y="51"/>
                    <a:pt x="301" y="42"/>
                  </a:cubicBezTo>
                  <a:cubicBezTo>
                    <a:pt x="301" y="34"/>
                    <a:pt x="304" y="26"/>
                    <a:pt x="313" y="26"/>
                  </a:cubicBezTo>
                  <a:moveTo>
                    <a:pt x="313" y="20"/>
                  </a:moveTo>
                  <a:cubicBezTo>
                    <a:pt x="302" y="20"/>
                    <a:pt x="294" y="28"/>
                    <a:pt x="294" y="42"/>
                  </a:cubicBezTo>
                  <a:cubicBezTo>
                    <a:pt x="294" y="55"/>
                    <a:pt x="302" y="64"/>
                    <a:pt x="312" y="64"/>
                  </a:cubicBezTo>
                  <a:cubicBezTo>
                    <a:pt x="322" y="64"/>
                    <a:pt x="332" y="57"/>
                    <a:pt x="332" y="42"/>
                  </a:cubicBezTo>
                  <a:cubicBezTo>
                    <a:pt x="332" y="29"/>
                    <a:pt x="324" y="20"/>
                    <a:pt x="313" y="20"/>
                  </a:cubicBezTo>
                  <a:moveTo>
                    <a:pt x="281" y="4"/>
                  </a:moveTo>
                  <a:cubicBezTo>
                    <a:pt x="279" y="4"/>
                    <a:pt x="277" y="7"/>
                    <a:pt x="277" y="9"/>
                  </a:cubicBezTo>
                  <a:cubicBezTo>
                    <a:pt x="277" y="12"/>
                    <a:pt x="278" y="14"/>
                    <a:pt x="281" y="14"/>
                  </a:cubicBezTo>
                  <a:cubicBezTo>
                    <a:pt x="284" y="14"/>
                    <a:pt x="286" y="12"/>
                    <a:pt x="286" y="9"/>
                  </a:cubicBezTo>
                  <a:cubicBezTo>
                    <a:pt x="286" y="6"/>
                    <a:pt x="284" y="4"/>
                    <a:pt x="281" y="4"/>
                  </a:cubicBezTo>
                  <a:moveTo>
                    <a:pt x="285" y="21"/>
                  </a:moveTo>
                  <a:cubicBezTo>
                    <a:pt x="278" y="21"/>
                    <a:pt x="278" y="21"/>
                    <a:pt x="278" y="21"/>
                  </a:cubicBezTo>
                  <a:cubicBezTo>
                    <a:pt x="278" y="63"/>
                    <a:pt x="278" y="63"/>
                    <a:pt x="278" y="63"/>
                  </a:cubicBezTo>
                  <a:cubicBezTo>
                    <a:pt x="285" y="63"/>
                    <a:pt x="285" y="63"/>
                    <a:pt x="285" y="63"/>
                  </a:cubicBezTo>
                  <a:lnTo>
                    <a:pt x="285" y="21"/>
                  </a:lnTo>
                  <a:close/>
                  <a:moveTo>
                    <a:pt x="251" y="63"/>
                  </a:moveTo>
                  <a:cubicBezTo>
                    <a:pt x="258" y="63"/>
                    <a:pt x="258" y="63"/>
                    <a:pt x="258" y="63"/>
                  </a:cubicBezTo>
                  <a:cubicBezTo>
                    <a:pt x="258" y="40"/>
                    <a:pt x="258" y="40"/>
                    <a:pt x="258" y="40"/>
                  </a:cubicBezTo>
                  <a:cubicBezTo>
                    <a:pt x="258" y="39"/>
                    <a:pt x="258" y="38"/>
                    <a:pt x="258" y="37"/>
                  </a:cubicBezTo>
                  <a:cubicBezTo>
                    <a:pt x="259" y="31"/>
                    <a:pt x="263" y="27"/>
                    <a:pt x="268" y="27"/>
                  </a:cubicBezTo>
                  <a:cubicBezTo>
                    <a:pt x="269" y="27"/>
                    <a:pt x="270" y="27"/>
                    <a:pt x="270" y="27"/>
                  </a:cubicBezTo>
                  <a:cubicBezTo>
                    <a:pt x="270" y="20"/>
                    <a:pt x="270" y="20"/>
                    <a:pt x="270" y="20"/>
                  </a:cubicBezTo>
                  <a:cubicBezTo>
                    <a:pt x="270" y="20"/>
                    <a:pt x="269" y="20"/>
                    <a:pt x="268" y="20"/>
                  </a:cubicBezTo>
                  <a:cubicBezTo>
                    <a:pt x="264" y="20"/>
                    <a:pt x="259" y="24"/>
                    <a:pt x="257" y="29"/>
                  </a:cubicBezTo>
                  <a:cubicBezTo>
                    <a:pt x="257" y="29"/>
                    <a:pt x="257" y="29"/>
                    <a:pt x="257" y="29"/>
                  </a:cubicBezTo>
                  <a:cubicBezTo>
                    <a:pt x="257" y="21"/>
                    <a:pt x="257" y="21"/>
                    <a:pt x="257" y="21"/>
                  </a:cubicBezTo>
                  <a:cubicBezTo>
                    <a:pt x="251" y="21"/>
                    <a:pt x="251" y="21"/>
                    <a:pt x="251" y="21"/>
                  </a:cubicBezTo>
                  <a:cubicBezTo>
                    <a:pt x="251" y="25"/>
                    <a:pt x="251" y="29"/>
                    <a:pt x="251" y="34"/>
                  </a:cubicBezTo>
                  <a:lnTo>
                    <a:pt x="251" y="63"/>
                  </a:lnTo>
                  <a:close/>
                  <a:moveTo>
                    <a:pt x="239" y="21"/>
                  </a:moveTo>
                  <a:cubicBezTo>
                    <a:pt x="232" y="21"/>
                    <a:pt x="232" y="21"/>
                    <a:pt x="232" y="21"/>
                  </a:cubicBezTo>
                  <a:cubicBezTo>
                    <a:pt x="232" y="47"/>
                    <a:pt x="232" y="47"/>
                    <a:pt x="232" y="47"/>
                  </a:cubicBezTo>
                  <a:cubicBezTo>
                    <a:pt x="232" y="48"/>
                    <a:pt x="232" y="49"/>
                    <a:pt x="232" y="50"/>
                  </a:cubicBezTo>
                  <a:cubicBezTo>
                    <a:pt x="230" y="54"/>
                    <a:pt x="227" y="57"/>
                    <a:pt x="222" y="57"/>
                  </a:cubicBezTo>
                  <a:cubicBezTo>
                    <a:pt x="216" y="57"/>
                    <a:pt x="214" y="52"/>
                    <a:pt x="214" y="44"/>
                  </a:cubicBezTo>
                  <a:cubicBezTo>
                    <a:pt x="214" y="21"/>
                    <a:pt x="214" y="21"/>
                    <a:pt x="214" y="21"/>
                  </a:cubicBezTo>
                  <a:cubicBezTo>
                    <a:pt x="206" y="21"/>
                    <a:pt x="206" y="21"/>
                    <a:pt x="206" y="21"/>
                  </a:cubicBezTo>
                  <a:cubicBezTo>
                    <a:pt x="206" y="45"/>
                    <a:pt x="206" y="45"/>
                    <a:pt x="206" y="45"/>
                  </a:cubicBezTo>
                  <a:cubicBezTo>
                    <a:pt x="206" y="60"/>
                    <a:pt x="214" y="64"/>
                    <a:pt x="220" y="64"/>
                  </a:cubicBezTo>
                  <a:cubicBezTo>
                    <a:pt x="227" y="64"/>
                    <a:pt x="231" y="59"/>
                    <a:pt x="233" y="56"/>
                  </a:cubicBezTo>
                  <a:cubicBezTo>
                    <a:pt x="233" y="56"/>
                    <a:pt x="233" y="56"/>
                    <a:pt x="233" y="56"/>
                  </a:cubicBezTo>
                  <a:cubicBezTo>
                    <a:pt x="233" y="63"/>
                    <a:pt x="233" y="63"/>
                    <a:pt x="233" y="63"/>
                  </a:cubicBezTo>
                  <a:cubicBezTo>
                    <a:pt x="240" y="63"/>
                    <a:pt x="240" y="63"/>
                    <a:pt x="240" y="63"/>
                  </a:cubicBezTo>
                  <a:cubicBezTo>
                    <a:pt x="239" y="60"/>
                    <a:pt x="239" y="56"/>
                    <a:pt x="239" y="51"/>
                  </a:cubicBezTo>
                  <a:lnTo>
                    <a:pt x="239" y="21"/>
                  </a:lnTo>
                  <a:close/>
                  <a:moveTo>
                    <a:pt x="196" y="32"/>
                  </a:moveTo>
                  <a:cubicBezTo>
                    <a:pt x="178" y="32"/>
                    <a:pt x="178" y="32"/>
                    <a:pt x="178" y="32"/>
                  </a:cubicBezTo>
                  <a:cubicBezTo>
                    <a:pt x="178" y="38"/>
                    <a:pt x="178" y="38"/>
                    <a:pt x="178" y="38"/>
                  </a:cubicBezTo>
                  <a:cubicBezTo>
                    <a:pt x="189" y="38"/>
                    <a:pt x="189" y="38"/>
                    <a:pt x="189" y="38"/>
                  </a:cubicBezTo>
                  <a:cubicBezTo>
                    <a:pt x="189" y="56"/>
                    <a:pt x="189" y="56"/>
                    <a:pt x="189" y="56"/>
                  </a:cubicBezTo>
                  <a:cubicBezTo>
                    <a:pt x="188" y="56"/>
                    <a:pt x="185" y="57"/>
                    <a:pt x="180" y="57"/>
                  </a:cubicBezTo>
                  <a:cubicBezTo>
                    <a:pt x="167" y="57"/>
                    <a:pt x="159" y="48"/>
                    <a:pt x="159" y="34"/>
                  </a:cubicBezTo>
                  <a:cubicBezTo>
                    <a:pt x="159" y="19"/>
                    <a:pt x="168" y="10"/>
                    <a:pt x="181" y="10"/>
                  </a:cubicBezTo>
                  <a:cubicBezTo>
                    <a:pt x="186" y="10"/>
                    <a:pt x="190" y="11"/>
                    <a:pt x="193" y="13"/>
                  </a:cubicBezTo>
                  <a:cubicBezTo>
                    <a:pt x="195" y="7"/>
                    <a:pt x="195" y="7"/>
                    <a:pt x="195" y="7"/>
                  </a:cubicBezTo>
                  <a:cubicBezTo>
                    <a:pt x="192" y="5"/>
                    <a:pt x="187" y="4"/>
                    <a:pt x="181" y="4"/>
                  </a:cubicBezTo>
                  <a:cubicBezTo>
                    <a:pt x="163" y="4"/>
                    <a:pt x="152" y="17"/>
                    <a:pt x="152" y="34"/>
                  </a:cubicBezTo>
                  <a:cubicBezTo>
                    <a:pt x="152" y="43"/>
                    <a:pt x="155" y="51"/>
                    <a:pt x="159" y="56"/>
                  </a:cubicBezTo>
                  <a:cubicBezTo>
                    <a:pt x="165" y="61"/>
                    <a:pt x="171" y="63"/>
                    <a:pt x="180" y="63"/>
                  </a:cubicBezTo>
                  <a:cubicBezTo>
                    <a:pt x="187" y="63"/>
                    <a:pt x="193" y="62"/>
                    <a:pt x="196" y="60"/>
                  </a:cubicBezTo>
                  <a:lnTo>
                    <a:pt x="196" y="32"/>
                  </a:lnTo>
                  <a:close/>
                  <a:moveTo>
                    <a:pt x="126" y="42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5" y="37"/>
                    <a:pt x="145" y="37"/>
                    <a:pt x="145" y="37"/>
                  </a:cubicBezTo>
                  <a:cubicBezTo>
                    <a:pt x="126" y="37"/>
                    <a:pt x="126" y="37"/>
                    <a:pt x="126" y="37"/>
                  </a:cubicBezTo>
                  <a:lnTo>
                    <a:pt x="126" y="42"/>
                  </a:lnTo>
                  <a:close/>
                  <a:moveTo>
                    <a:pt x="84" y="63"/>
                  </a:moveTo>
                  <a:cubicBezTo>
                    <a:pt x="91" y="63"/>
                    <a:pt x="91" y="63"/>
                    <a:pt x="91" y="63"/>
                  </a:cubicBezTo>
                  <a:cubicBezTo>
                    <a:pt x="91" y="38"/>
                    <a:pt x="91" y="38"/>
                    <a:pt x="91" y="38"/>
                  </a:cubicBezTo>
                  <a:cubicBezTo>
                    <a:pt x="91" y="36"/>
                    <a:pt x="92" y="35"/>
                    <a:pt x="92" y="34"/>
                  </a:cubicBezTo>
                  <a:cubicBezTo>
                    <a:pt x="93" y="30"/>
                    <a:pt x="97" y="26"/>
                    <a:pt x="101" y="26"/>
                  </a:cubicBezTo>
                  <a:cubicBezTo>
                    <a:pt x="108" y="26"/>
                    <a:pt x="110" y="32"/>
                    <a:pt x="110" y="39"/>
                  </a:cubicBezTo>
                  <a:cubicBezTo>
                    <a:pt x="110" y="63"/>
                    <a:pt x="110" y="63"/>
                    <a:pt x="110" y="63"/>
                  </a:cubicBezTo>
                  <a:cubicBezTo>
                    <a:pt x="117" y="63"/>
                    <a:pt x="117" y="63"/>
                    <a:pt x="117" y="63"/>
                  </a:cubicBezTo>
                  <a:cubicBezTo>
                    <a:pt x="117" y="38"/>
                    <a:pt x="117" y="38"/>
                    <a:pt x="117" y="38"/>
                  </a:cubicBezTo>
                  <a:cubicBezTo>
                    <a:pt x="117" y="24"/>
                    <a:pt x="109" y="20"/>
                    <a:pt x="104" y="20"/>
                  </a:cubicBezTo>
                  <a:cubicBezTo>
                    <a:pt x="97" y="20"/>
                    <a:pt x="93" y="24"/>
                    <a:pt x="91" y="28"/>
                  </a:cubicBezTo>
                  <a:cubicBezTo>
                    <a:pt x="91" y="28"/>
                    <a:pt x="91" y="28"/>
                    <a:pt x="91" y="28"/>
                  </a:cubicBezTo>
                  <a:cubicBezTo>
                    <a:pt x="90" y="21"/>
                    <a:pt x="90" y="21"/>
                    <a:pt x="90" y="21"/>
                  </a:cubicBezTo>
                  <a:cubicBezTo>
                    <a:pt x="84" y="21"/>
                    <a:pt x="84" y="21"/>
                    <a:pt x="84" y="21"/>
                  </a:cubicBezTo>
                  <a:cubicBezTo>
                    <a:pt x="84" y="24"/>
                    <a:pt x="84" y="28"/>
                    <a:pt x="84" y="32"/>
                  </a:cubicBezTo>
                  <a:lnTo>
                    <a:pt x="84" y="63"/>
                  </a:lnTo>
                  <a:close/>
                  <a:moveTo>
                    <a:pt x="48" y="38"/>
                  </a:moveTo>
                  <a:cubicBezTo>
                    <a:pt x="49" y="33"/>
                    <a:pt x="52" y="26"/>
                    <a:pt x="59" y="26"/>
                  </a:cubicBezTo>
                  <a:cubicBezTo>
                    <a:pt x="67" y="26"/>
                    <a:pt x="69" y="33"/>
                    <a:pt x="69" y="38"/>
                  </a:cubicBezTo>
                  <a:lnTo>
                    <a:pt x="48" y="38"/>
                  </a:lnTo>
                  <a:close/>
                  <a:moveTo>
                    <a:pt x="75" y="43"/>
                  </a:moveTo>
                  <a:cubicBezTo>
                    <a:pt x="76" y="42"/>
                    <a:pt x="76" y="41"/>
                    <a:pt x="76" y="40"/>
                  </a:cubicBezTo>
                  <a:cubicBezTo>
                    <a:pt x="76" y="32"/>
                    <a:pt x="72" y="20"/>
                    <a:pt x="60" y="20"/>
                  </a:cubicBezTo>
                  <a:cubicBezTo>
                    <a:pt x="48" y="20"/>
                    <a:pt x="41" y="30"/>
                    <a:pt x="41" y="43"/>
                  </a:cubicBezTo>
                  <a:cubicBezTo>
                    <a:pt x="41" y="55"/>
                    <a:pt x="48" y="64"/>
                    <a:pt x="60" y="64"/>
                  </a:cubicBezTo>
                  <a:cubicBezTo>
                    <a:pt x="67" y="64"/>
                    <a:pt x="71" y="62"/>
                    <a:pt x="73" y="61"/>
                  </a:cubicBezTo>
                  <a:cubicBezTo>
                    <a:pt x="72" y="56"/>
                    <a:pt x="72" y="56"/>
                    <a:pt x="72" y="56"/>
                  </a:cubicBezTo>
                  <a:cubicBezTo>
                    <a:pt x="70" y="57"/>
                    <a:pt x="66" y="58"/>
                    <a:pt x="61" y="58"/>
                  </a:cubicBezTo>
                  <a:cubicBezTo>
                    <a:pt x="54" y="58"/>
                    <a:pt x="48" y="54"/>
                    <a:pt x="48" y="43"/>
                  </a:cubicBezTo>
                  <a:lnTo>
                    <a:pt x="75" y="43"/>
                  </a:lnTo>
                  <a:close/>
                  <a:moveTo>
                    <a:pt x="7" y="35"/>
                  </a:moveTo>
                  <a:cubicBezTo>
                    <a:pt x="13" y="35"/>
                    <a:pt x="13" y="35"/>
                    <a:pt x="13" y="35"/>
                  </a:cubicBezTo>
                  <a:cubicBezTo>
                    <a:pt x="21" y="35"/>
                    <a:pt x="27" y="38"/>
                    <a:pt x="27" y="46"/>
                  </a:cubicBezTo>
                  <a:cubicBezTo>
                    <a:pt x="27" y="55"/>
                    <a:pt x="21" y="57"/>
                    <a:pt x="13" y="57"/>
                  </a:cubicBezTo>
                  <a:cubicBezTo>
                    <a:pt x="11" y="57"/>
                    <a:pt x="9" y="57"/>
                    <a:pt x="7" y="57"/>
                  </a:cubicBezTo>
                  <a:lnTo>
                    <a:pt x="7" y="35"/>
                  </a:lnTo>
                  <a:close/>
                  <a:moveTo>
                    <a:pt x="7" y="10"/>
                  </a:moveTo>
                  <a:cubicBezTo>
                    <a:pt x="9" y="10"/>
                    <a:pt x="10" y="10"/>
                    <a:pt x="14" y="10"/>
                  </a:cubicBezTo>
                  <a:cubicBezTo>
                    <a:pt x="21" y="10"/>
                    <a:pt x="25" y="13"/>
                    <a:pt x="25" y="19"/>
                  </a:cubicBezTo>
                  <a:cubicBezTo>
                    <a:pt x="25" y="25"/>
                    <a:pt x="21" y="29"/>
                    <a:pt x="14" y="29"/>
                  </a:cubicBezTo>
                  <a:cubicBezTo>
                    <a:pt x="7" y="29"/>
                    <a:pt x="7" y="29"/>
                    <a:pt x="7" y="29"/>
                  </a:cubicBezTo>
                  <a:lnTo>
                    <a:pt x="7" y="10"/>
                  </a:lnTo>
                  <a:close/>
                  <a:moveTo>
                    <a:pt x="0" y="63"/>
                  </a:moveTo>
                  <a:cubicBezTo>
                    <a:pt x="3" y="63"/>
                    <a:pt x="6" y="63"/>
                    <a:pt x="11" y="63"/>
                  </a:cubicBezTo>
                  <a:cubicBezTo>
                    <a:pt x="20" y="63"/>
                    <a:pt x="26" y="62"/>
                    <a:pt x="30" y="58"/>
                  </a:cubicBezTo>
                  <a:cubicBezTo>
                    <a:pt x="33" y="55"/>
                    <a:pt x="35" y="51"/>
                    <a:pt x="35" y="46"/>
                  </a:cubicBezTo>
                  <a:cubicBezTo>
                    <a:pt x="35" y="38"/>
                    <a:pt x="29" y="33"/>
                    <a:pt x="23" y="32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9" y="29"/>
                    <a:pt x="33" y="24"/>
                    <a:pt x="33" y="19"/>
                  </a:cubicBezTo>
                  <a:cubicBezTo>
                    <a:pt x="33" y="14"/>
                    <a:pt x="31" y="11"/>
                    <a:pt x="28" y="8"/>
                  </a:cubicBezTo>
                  <a:cubicBezTo>
                    <a:pt x="25" y="5"/>
                    <a:pt x="20" y="4"/>
                    <a:pt x="13" y="4"/>
                  </a:cubicBezTo>
                  <a:cubicBezTo>
                    <a:pt x="8" y="4"/>
                    <a:pt x="3" y="5"/>
                    <a:pt x="0" y="5"/>
                  </a:cubicBezTo>
                  <a:lnTo>
                    <a:pt x="0" y="63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AE1A2D2D-D313-4697-B7B5-DEB9CBACE1D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273800"/>
              <a:ext cx="2012950" cy="168275"/>
            </a:xfrm>
            <a:custGeom>
              <a:avLst/>
              <a:gdLst>
                <a:gd name="T0" fmla="*/ 1166 w 1179"/>
                <a:gd name="T1" fmla="*/ 17 h 97"/>
                <a:gd name="T2" fmla="*/ 1121 w 1179"/>
                <a:gd name="T3" fmla="*/ 42 h 97"/>
                <a:gd name="T4" fmla="*/ 1170 w 1179"/>
                <a:gd name="T5" fmla="*/ 72 h 97"/>
                <a:gd name="T6" fmla="*/ 1090 w 1179"/>
                <a:gd name="T7" fmla="*/ 0 h 97"/>
                <a:gd name="T8" fmla="*/ 1094 w 1179"/>
                <a:gd name="T9" fmla="*/ 72 h 97"/>
                <a:gd name="T10" fmla="*/ 1046 w 1179"/>
                <a:gd name="T11" fmla="*/ 1 h 97"/>
                <a:gd name="T12" fmla="*/ 1045 w 1179"/>
                <a:gd name="T13" fmla="*/ 64 h 97"/>
                <a:gd name="T14" fmla="*/ 1018 w 1179"/>
                <a:gd name="T15" fmla="*/ 0 h 97"/>
                <a:gd name="T16" fmla="*/ 1022 w 1179"/>
                <a:gd name="T17" fmla="*/ 16 h 97"/>
                <a:gd name="T18" fmla="*/ 998 w 1179"/>
                <a:gd name="T19" fmla="*/ 58 h 97"/>
                <a:gd name="T20" fmla="*/ 954 w 1179"/>
                <a:gd name="T21" fmla="*/ 10 h 97"/>
                <a:gd name="T22" fmla="*/ 951 w 1179"/>
                <a:gd name="T23" fmla="*/ 72 h 97"/>
                <a:gd name="T24" fmla="*/ 891 w 1179"/>
                <a:gd name="T25" fmla="*/ 2 h 97"/>
                <a:gd name="T26" fmla="*/ 938 w 1179"/>
                <a:gd name="T27" fmla="*/ 72 h 97"/>
                <a:gd name="T28" fmla="*/ 835 w 1179"/>
                <a:gd name="T29" fmla="*/ 11 h 97"/>
                <a:gd name="T30" fmla="*/ 873 w 1179"/>
                <a:gd name="T31" fmla="*/ 8 h 97"/>
                <a:gd name="T32" fmla="*/ 820 w 1179"/>
                <a:gd name="T33" fmla="*/ 40 h 97"/>
                <a:gd name="T34" fmla="*/ 799 w 1179"/>
                <a:gd name="T35" fmla="*/ 3 h 97"/>
                <a:gd name="T36" fmla="*/ 787 w 1179"/>
                <a:gd name="T37" fmla="*/ 7 h 97"/>
                <a:gd name="T38" fmla="*/ 756 w 1179"/>
                <a:gd name="T39" fmla="*/ 0 h 97"/>
                <a:gd name="T40" fmla="*/ 761 w 1179"/>
                <a:gd name="T41" fmla="*/ 59 h 97"/>
                <a:gd name="T42" fmla="*/ 746 w 1179"/>
                <a:gd name="T43" fmla="*/ 73 h 97"/>
                <a:gd name="T44" fmla="*/ 666 w 1179"/>
                <a:gd name="T45" fmla="*/ 0 h 97"/>
                <a:gd name="T46" fmla="*/ 638 w 1179"/>
                <a:gd name="T47" fmla="*/ 66 h 97"/>
                <a:gd name="T48" fmla="*/ 658 w 1179"/>
                <a:gd name="T49" fmla="*/ 50 h 97"/>
                <a:gd name="T50" fmla="*/ 693 w 1179"/>
                <a:gd name="T51" fmla="*/ 72 h 97"/>
                <a:gd name="T52" fmla="*/ 591 w 1179"/>
                <a:gd name="T53" fmla="*/ 31 h 97"/>
                <a:gd name="T54" fmla="*/ 559 w 1179"/>
                <a:gd name="T55" fmla="*/ 8 h 97"/>
                <a:gd name="T56" fmla="*/ 599 w 1179"/>
                <a:gd name="T57" fmla="*/ 72 h 97"/>
                <a:gd name="T58" fmla="*/ 511 w 1179"/>
                <a:gd name="T59" fmla="*/ 1 h 97"/>
                <a:gd name="T60" fmla="*/ 529 w 1179"/>
                <a:gd name="T61" fmla="*/ 97 h 97"/>
                <a:gd name="T62" fmla="*/ 503 w 1179"/>
                <a:gd name="T63" fmla="*/ 33 h 97"/>
                <a:gd name="T64" fmla="*/ 427 w 1179"/>
                <a:gd name="T65" fmla="*/ 8 h 97"/>
                <a:gd name="T66" fmla="*/ 444 w 1179"/>
                <a:gd name="T67" fmla="*/ 49 h 97"/>
                <a:gd name="T68" fmla="*/ 427 w 1179"/>
                <a:gd name="T69" fmla="*/ 73 h 97"/>
                <a:gd name="T70" fmla="*/ 459 w 1179"/>
                <a:gd name="T71" fmla="*/ 71 h 97"/>
                <a:gd name="T72" fmla="*/ 392 w 1179"/>
                <a:gd name="T73" fmla="*/ 1 h 97"/>
                <a:gd name="T74" fmla="*/ 410 w 1179"/>
                <a:gd name="T75" fmla="*/ 72 h 97"/>
                <a:gd name="T76" fmla="*/ 333 w 1179"/>
                <a:gd name="T77" fmla="*/ 10 h 97"/>
                <a:gd name="T78" fmla="*/ 380 w 1179"/>
                <a:gd name="T79" fmla="*/ 31 h 97"/>
                <a:gd name="T80" fmla="*/ 304 w 1179"/>
                <a:gd name="T81" fmla="*/ 8 h 97"/>
                <a:gd name="T82" fmla="*/ 322 w 1179"/>
                <a:gd name="T83" fmla="*/ 15 h 97"/>
                <a:gd name="T84" fmla="*/ 275 w 1179"/>
                <a:gd name="T85" fmla="*/ 8 h 97"/>
                <a:gd name="T86" fmla="*/ 293 w 1179"/>
                <a:gd name="T87" fmla="*/ 15 h 97"/>
                <a:gd name="T88" fmla="*/ 245 w 1179"/>
                <a:gd name="T89" fmla="*/ 8 h 97"/>
                <a:gd name="T90" fmla="*/ 263 w 1179"/>
                <a:gd name="T91" fmla="*/ 15 h 97"/>
                <a:gd name="T92" fmla="*/ 171 w 1179"/>
                <a:gd name="T93" fmla="*/ 0 h 97"/>
                <a:gd name="T94" fmla="*/ 192 w 1179"/>
                <a:gd name="T95" fmla="*/ 58 h 97"/>
                <a:gd name="T96" fmla="*/ 140 w 1179"/>
                <a:gd name="T97" fmla="*/ 23 h 97"/>
                <a:gd name="T98" fmla="*/ 118 w 1179"/>
                <a:gd name="T99" fmla="*/ 8 h 97"/>
                <a:gd name="T100" fmla="*/ 140 w 1179"/>
                <a:gd name="T101" fmla="*/ 23 h 97"/>
                <a:gd name="T102" fmla="*/ 67 w 1179"/>
                <a:gd name="T103" fmla="*/ 8 h 97"/>
                <a:gd name="T104" fmla="*/ 84 w 1179"/>
                <a:gd name="T105" fmla="*/ 49 h 97"/>
                <a:gd name="T106" fmla="*/ 67 w 1179"/>
                <a:gd name="T107" fmla="*/ 73 h 97"/>
                <a:gd name="T108" fmla="*/ 99 w 1179"/>
                <a:gd name="T109" fmla="*/ 71 h 97"/>
                <a:gd name="T110" fmla="*/ 38 w 1179"/>
                <a:gd name="T111" fmla="*/ 7 h 97"/>
                <a:gd name="T112" fmla="*/ 38 w 1179"/>
                <a:gd name="T113" fmla="*/ 33 h 97"/>
                <a:gd name="T114" fmla="*/ 56 w 1179"/>
                <a:gd name="T115" fmla="*/ 64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179" h="97">
                  <a:moveTo>
                    <a:pt x="1179" y="71"/>
                  </a:moveTo>
                  <a:cubicBezTo>
                    <a:pt x="1175" y="63"/>
                    <a:pt x="1169" y="54"/>
                    <a:pt x="1162" y="45"/>
                  </a:cubicBezTo>
                  <a:cubicBezTo>
                    <a:pt x="1171" y="34"/>
                    <a:pt x="1176" y="23"/>
                    <a:pt x="1176" y="11"/>
                  </a:cubicBezTo>
                  <a:cubicBezTo>
                    <a:pt x="1176" y="0"/>
                    <a:pt x="1176" y="0"/>
                    <a:pt x="1176" y="0"/>
                  </a:cubicBezTo>
                  <a:cubicBezTo>
                    <a:pt x="1166" y="0"/>
                    <a:pt x="1166" y="0"/>
                    <a:pt x="1166" y="0"/>
                  </a:cubicBezTo>
                  <a:cubicBezTo>
                    <a:pt x="1166" y="17"/>
                    <a:pt x="1166" y="17"/>
                    <a:pt x="1166" y="17"/>
                  </a:cubicBezTo>
                  <a:cubicBezTo>
                    <a:pt x="1166" y="25"/>
                    <a:pt x="1164" y="33"/>
                    <a:pt x="1159" y="41"/>
                  </a:cubicBezTo>
                  <a:cubicBezTo>
                    <a:pt x="1144" y="22"/>
                    <a:pt x="1134" y="9"/>
                    <a:pt x="1126" y="0"/>
                  </a:cubicBezTo>
                  <a:cubicBezTo>
                    <a:pt x="1116" y="0"/>
                    <a:pt x="1116" y="0"/>
                    <a:pt x="1116" y="0"/>
                  </a:cubicBezTo>
                  <a:cubicBezTo>
                    <a:pt x="1116" y="2"/>
                    <a:pt x="1116" y="2"/>
                    <a:pt x="1116" y="2"/>
                  </a:cubicBezTo>
                  <a:cubicBezTo>
                    <a:pt x="1124" y="11"/>
                    <a:pt x="1130" y="18"/>
                    <a:pt x="1132" y="21"/>
                  </a:cubicBezTo>
                  <a:cubicBezTo>
                    <a:pt x="1126" y="29"/>
                    <a:pt x="1123" y="36"/>
                    <a:pt x="1121" y="42"/>
                  </a:cubicBezTo>
                  <a:cubicBezTo>
                    <a:pt x="1119" y="46"/>
                    <a:pt x="1119" y="53"/>
                    <a:pt x="1119" y="61"/>
                  </a:cubicBezTo>
                  <a:cubicBezTo>
                    <a:pt x="1119" y="72"/>
                    <a:pt x="1119" y="72"/>
                    <a:pt x="1119" y="72"/>
                  </a:cubicBezTo>
                  <a:cubicBezTo>
                    <a:pt x="1128" y="72"/>
                    <a:pt x="1128" y="72"/>
                    <a:pt x="1128" y="72"/>
                  </a:cubicBezTo>
                  <a:cubicBezTo>
                    <a:pt x="1128" y="57"/>
                    <a:pt x="1128" y="57"/>
                    <a:pt x="1128" y="57"/>
                  </a:cubicBezTo>
                  <a:cubicBezTo>
                    <a:pt x="1128" y="43"/>
                    <a:pt x="1131" y="33"/>
                    <a:pt x="1136" y="25"/>
                  </a:cubicBezTo>
                  <a:cubicBezTo>
                    <a:pt x="1150" y="42"/>
                    <a:pt x="1161" y="58"/>
                    <a:pt x="1170" y="72"/>
                  </a:cubicBezTo>
                  <a:cubicBezTo>
                    <a:pt x="1179" y="72"/>
                    <a:pt x="1179" y="72"/>
                    <a:pt x="1179" y="72"/>
                  </a:cubicBezTo>
                  <a:lnTo>
                    <a:pt x="1179" y="71"/>
                  </a:lnTo>
                  <a:close/>
                  <a:moveTo>
                    <a:pt x="1103" y="15"/>
                  </a:moveTo>
                  <a:cubicBezTo>
                    <a:pt x="1103" y="10"/>
                    <a:pt x="1102" y="6"/>
                    <a:pt x="1099" y="3"/>
                  </a:cubicBezTo>
                  <a:cubicBezTo>
                    <a:pt x="1096" y="1"/>
                    <a:pt x="1094" y="0"/>
                    <a:pt x="1090" y="0"/>
                  </a:cubicBezTo>
                  <a:cubicBezTo>
                    <a:pt x="1090" y="0"/>
                    <a:pt x="1090" y="0"/>
                    <a:pt x="1090" y="0"/>
                  </a:cubicBezTo>
                  <a:cubicBezTo>
                    <a:pt x="1088" y="0"/>
                    <a:pt x="1086" y="0"/>
                    <a:pt x="1085" y="1"/>
                  </a:cubicBezTo>
                  <a:cubicBezTo>
                    <a:pt x="1085" y="8"/>
                    <a:pt x="1085" y="8"/>
                    <a:pt x="1085" y="8"/>
                  </a:cubicBezTo>
                  <a:cubicBezTo>
                    <a:pt x="1085" y="8"/>
                    <a:pt x="1085" y="8"/>
                    <a:pt x="1086" y="7"/>
                  </a:cubicBezTo>
                  <a:cubicBezTo>
                    <a:pt x="1087" y="7"/>
                    <a:pt x="1087" y="7"/>
                    <a:pt x="1087" y="7"/>
                  </a:cubicBezTo>
                  <a:cubicBezTo>
                    <a:pt x="1092" y="7"/>
                    <a:pt x="1094" y="10"/>
                    <a:pt x="1094" y="16"/>
                  </a:cubicBezTo>
                  <a:cubicBezTo>
                    <a:pt x="1094" y="72"/>
                    <a:pt x="1094" y="72"/>
                    <a:pt x="1094" y="72"/>
                  </a:cubicBezTo>
                  <a:cubicBezTo>
                    <a:pt x="1103" y="72"/>
                    <a:pt x="1103" y="72"/>
                    <a:pt x="1103" y="72"/>
                  </a:cubicBezTo>
                  <a:lnTo>
                    <a:pt x="1103" y="15"/>
                  </a:lnTo>
                  <a:close/>
                  <a:moveTo>
                    <a:pt x="1074" y="23"/>
                  </a:moveTo>
                  <a:cubicBezTo>
                    <a:pt x="1074" y="15"/>
                    <a:pt x="1071" y="9"/>
                    <a:pt x="1067" y="5"/>
                  </a:cubicBezTo>
                  <a:cubicBezTo>
                    <a:pt x="1063" y="2"/>
                    <a:pt x="1059" y="0"/>
                    <a:pt x="1053" y="0"/>
                  </a:cubicBezTo>
                  <a:cubicBezTo>
                    <a:pt x="1050" y="0"/>
                    <a:pt x="1048" y="1"/>
                    <a:pt x="1046" y="1"/>
                  </a:cubicBezTo>
                  <a:cubicBezTo>
                    <a:pt x="1046" y="9"/>
                    <a:pt x="1046" y="9"/>
                    <a:pt x="1046" y="9"/>
                  </a:cubicBezTo>
                  <a:cubicBezTo>
                    <a:pt x="1047" y="9"/>
                    <a:pt x="1047" y="9"/>
                    <a:pt x="1047" y="9"/>
                  </a:cubicBezTo>
                  <a:cubicBezTo>
                    <a:pt x="1048" y="8"/>
                    <a:pt x="1050" y="8"/>
                    <a:pt x="1052" y="8"/>
                  </a:cubicBezTo>
                  <a:cubicBezTo>
                    <a:pt x="1060" y="8"/>
                    <a:pt x="1065" y="13"/>
                    <a:pt x="1065" y="24"/>
                  </a:cubicBezTo>
                  <a:cubicBezTo>
                    <a:pt x="1065" y="64"/>
                    <a:pt x="1065" y="64"/>
                    <a:pt x="1065" y="64"/>
                  </a:cubicBezTo>
                  <a:cubicBezTo>
                    <a:pt x="1045" y="64"/>
                    <a:pt x="1045" y="64"/>
                    <a:pt x="1045" y="64"/>
                  </a:cubicBezTo>
                  <a:cubicBezTo>
                    <a:pt x="1045" y="72"/>
                    <a:pt x="1045" y="72"/>
                    <a:pt x="1045" y="72"/>
                  </a:cubicBezTo>
                  <a:cubicBezTo>
                    <a:pt x="1074" y="72"/>
                    <a:pt x="1074" y="72"/>
                    <a:pt x="1074" y="72"/>
                  </a:cubicBezTo>
                  <a:lnTo>
                    <a:pt x="1074" y="23"/>
                  </a:lnTo>
                  <a:close/>
                  <a:moveTo>
                    <a:pt x="1031" y="15"/>
                  </a:moveTo>
                  <a:cubicBezTo>
                    <a:pt x="1031" y="10"/>
                    <a:pt x="1029" y="6"/>
                    <a:pt x="1026" y="3"/>
                  </a:cubicBezTo>
                  <a:cubicBezTo>
                    <a:pt x="1024" y="1"/>
                    <a:pt x="1021" y="0"/>
                    <a:pt x="1018" y="0"/>
                  </a:cubicBezTo>
                  <a:cubicBezTo>
                    <a:pt x="1018" y="0"/>
                    <a:pt x="1018" y="0"/>
                    <a:pt x="1018" y="0"/>
                  </a:cubicBezTo>
                  <a:cubicBezTo>
                    <a:pt x="1015" y="0"/>
                    <a:pt x="1014" y="0"/>
                    <a:pt x="1013" y="1"/>
                  </a:cubicBezTo>
                  <a:cubicBezTo>
                    <a:pt x="1013" y="8"/>
                    <a:pt x="1013" y="8"/>
                    <a:pt x="1013" y="8"/>
                  </a:cubicBezTo>
                  <a:cubicBezTo>
                    <a:pt x="1013" y="8"/>
                    <a:pt x="1013" y="8"/>
                    <a:pt x="1014" y="7"/>
                  </a:cubicBezTo>
                  <a:cubicBezTo>
                    <a:pt x="1014" y="7"/>
                    <a:pt x="1014" y="7"/>
                    <a:pt x="1014" y="7"/>
                  </a:cubicBezTo>
                  <a:cubicBezTo>
                    <a:pt x="1019" y="7"/>
                    <a:pt x="1022" y="10"/>
                    <a:pt x="1022" y="16"/>
                  </a:cubicBezTo>
                  <a:cubicBezTo>
                    <a:pt x="1022" y="40"/>
                    <a:pt x="1022" y="40"/>
                    <a:pt x="1022" y="40"/>
                  </a:cubicBezTo>
                  <a:cubicBezTo>
                    <a:pt x="1031" y="40"/>
                    <a:pt x="1031" y="40"/>
                    <a:pt x="1031" y="40"/>
                  </a:cubicBezTo>
                  <a:lnTo>
                    <a:pt x="1031" y="15"/>
                  </a:lnTo>
                  <a:close/>
                  <a:moveTo>
                    <a:pt x="1007" y="64"/>
                  </a:moveTo>
                  <a:cubicBezTo>
                    <a:pt x="1002" y="64"/>
                    <a:pt x="1002" y="64"/>
                    <a:pt x="1002" y="64"/>
                  </a:cubicBezTo>
                  <a:cubicBezTo>
                    <a:pt x="1000" y="64"/>
                    <a:pt x="998" y="62"/>
                    <a:pt x="998" y="58"/>
                  </a:cubicBezTo>
                  <a:cubicBezTo>
                    <a:pt x="998" y="31"/>
                    <a:pt x="998" y="31"/>
                    <a:pt x="998" y="31"/>
                  </a:cubicBezTo>
                  <a:cubicBezTo>
                    <a:pt x="998" y="21"/>
                    <a:pt x="995" y="13"/>
                    <a:pt x="989" y="7"/>
                  </a:cubicBezTo>
                  <a:cubicBezTo>
                    <a:pt x="983" y="2"/>
                    <a:pt x="977" y="0"/>
                    <a:pt x="968" y="0"/>
                  </a:cubicBezTo>
                  <a:cubicBezTo>
                    <a:pt x="962" y="0"/>
                    <a:pt x="957" y="1"/>
                    <a:pt x="953" y="2"/>
                  </a:cubicBezTo>
                  <a:cubicBezTo>
                    <a:pt x="953" y="10"/>
                    <a:pt x="953" y="10"/>
                    <a:pt x="953" y="10"/>
                  </a:cubicBezTo>
                  <a:cubicBezTo>
                    <a:pt x="954" y="10"/>
                    <a:pt x="954" y="10"/>
                    <a:pt x="954" y="10"/>
                  </a:cubicBezTo>
                  <a:cubicBezTo>
                    <a:pt x="957" y="9"/>
                    <a:pt x="962" y="8"/>
                    <a:pt x="966" y="8"/>
                  </a:cubicBezTo>
                  <a:cubicBezTo>
                    <a:pt x="982" y="8"/>
                    <a:pt x="989" y="16"/>
                    <a:pt x="989" y="33"/>
                  </a:cubicBezTo>
                  <a:cubicBezTo>
                    <a:pt x="989" y="58"/>
                    <a:pt x="989" y="58"/>
                    <a:pt x="989" y="58"/>
                  </a:cubicBezTo>
                  <a:cubicBezTo>
                    <a:pt x="989" y="61"/>
                    <a:pt x="990" y="63"/>
                    <a:pt x="991" y="64"/>
                  </a:cubicBezTo>
                  <a:cubicBezTo>
                    <a:pt x="951" y="64"/>
                    <a:pt x="951" y="64"/>
                    <a:pt x="951" y="64"/>
                  </a:cubicBezTo>
                  <a:cubicBezTo>
                    <a:pt x="951" y="72"/>
                    <a:pt x="951" y="72"/>
                    <a:pt x="951" y="72"/>
                  </a:cubicBezTo>
                  <a:cubicBezTo>
                    <a:pt x="1007" y="72"/>
                    <a:pt x="1007" y="72"/>
                    <a:pt x="1007" y="72"/>
                  </a:cubicBezTo>
                  <a:lnTo>
                    <a:pt x="1007" y="64"/>
                  </a:lnTo>
                  <a:close/>
                  <a:moveTo>
                    <a:pt x="938" y="31"/>
                  </a:moveTo>
                  <a:cubicBezTo>
                    <a:pt x="938" y="20"/>
                    <a:pt x="934" y="12"/>
                    <a:pt x="927" y="7"/>
                  </a:cubicBezTo>
                  <a:cubicBezTo>
                    <a:pt x="922" y="2"/>
                    <a:pt x="915" y="0"/>
                    <a:pt x="906" y="0"/>
                  </a:cubicBezTo>
                  <a:cubicBezTo>
                    <a:pt x="900" y="0"/>
                    <a:pt x="895" y="0"/>
                    <a:pt x="891" y="2"/>
                  </a:cubicBezTo>
                  <a:cubicBezTo>
                    <a:pt x="891" y="10"/>
                    <a:pt x="891" y="10"/>
                    <a:pt x="891" y="10"/>
                  </a:cubicBezTo>
                  <a:cubicBezTo>
                    <a:pt x="892" y="10"/>
                    <a:pt x="892" y="10"/>
                    <a:pt x="892" y="10"/>
                  </a:cubicBezTo>
                  <a:cubicBezTo>
                    <a:pt x="895" y="8"/>
                    <a:pt x="899" y="8"/>
                    <a:pt x="904" y="8"/>
                  </a:cubicBezTo>
                  <a:cubicBezTo>
                    <a:pt x="921" y="8"/>
                    <a:pt x="929" y="16"/>
                    <a:pt x="929" y="33"/>
                  </a:cubicBezTo>
                  <a:cubicBezTo>
                    <a:pt x="929" y="72"/>
                    <a:pt x="929" y="72"/>
                    <a:pt x="929" y="72"/>
                  </a:cubicBezTo>
                  <a:cubicBezTo>
                    <a:pt x="938" y="72"/>
                    <a:pt x="938" y="72"/>
                    <a:pt x="938" y="72"/>
                  </a:cubicBezTo>
                  <a:lnTo>
                    <a:pt x="938" y="31"/>
                  </a:lnTo>
                  <a:close/>
                  <a:moveTo>
                    <a:pt x="867" y="58"/>
                  </a:moveTo>
                  <a:cubicBezTo>
                    <a:pt x="863" y="64"/>
                    <a:pt x="857" y="66"/>
                    <a:pt x="850" y="66"/>
                  </a:cubicBezTo>
                  <a:cubicBezTo>
                    <a:pt x="836" y="66"/>
                    <a:pt x="829" y="57"/>
                    <a:pt x="829" y="40"/>
                  </a:cubicBezTo>
                  <a:cubicBezTo>
                    <a:pt x="829" y="31"/>
                    <a:pt x="830" y="24"/>
                    <a:pt x="831" y="19"/>
                  </a:cubicBezTo>
                  <a:cubicBezTo>
                    <a:pt x="832" y="16"/>
                    <a:pt x="833" y="13"/>
                    <a:pt x="835" y="11"/>
                  </a:cubicBezTo>
                  <a:cubicBezTo>
                    <a:pt x="837" y="9"/>
                    <a:pt x="838" y="8"/>
                    <a:pt x="840" y="8"/>
                  </a:cubicBezTo>
                  <a:cubicBezTo>
                    <a:pt x="850" y="8"/>
                    <a:pt x="850" y="8"/>
                    <a:pt x="850" y="8"/>
                  </a:cubicBezTo>
                  <a:cubicBezTo>
                    <a:pt x="857" y="8"/>
                    <a:pt x="863" y="10"/>
                    <a:pt x="866" y="14"/>
                  </a:cubicBezTo>
                  <a:cubicBezTo>
                    <a:pt x="871" y="19"/>
                    <a:pt x="873" y="26"/>
                    <a:pt x="873" y="37"/>
                  </a:cubicBezTo>
                  <a:cubicBezTo>
                    <a:pt x="873" y="46"/>
                    <a:pt x="871" y="53"/>
                    <a:pt x="867" y="58"/>
                  </a:cubicBezTo>
                  <a:moveTo>
                    <a:pt x="873" y="8"/>
                  </a:moveTo>
                  <a:cubicBezTo>
                    <a:pt x="868" y="3"/>
                    <a:pt x="861" y="0"/>
                    <a:pt x="852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8"/>
                    <a:pt x="818" y="8"/>
                    <a:pt x="818" y="8"/>
                  </a:cubicBezTo>
                  <a:cubicBezTo>
                    <a:pt x="830" y="8"/>
                    <a:pt x="830" y="8"/>
                    <a:pt x="830" y="8"/>
                  </a:cubicBezTo>
                  <a:cubicBezTo>
                    <a:pt x="825" y="13"/>
                    <a:pt x="822" y="20"/>
                    <a:pt x="820" y="29"/>
                  </a:cubicBezTo>
                  <a:cubicBezTo>
                    <a:pt x="820" y="31"/>
                    <a:pt x="820" y="35"/>
                    <a:pt x="820" y="40"/>
                  </a:cubicBezTo>
                  <a:cubicBezTo>
                    <a:pt x="820" y="63"/>
                    <a:pt x="830" y="74"/>
                    <a:pt x="850" y="74"/>
                  </a:cubicBezTo>
                  <a:cubicBezTo>
                    <a:pt x="859" y="74"/>
                    <a:pt x="866" y="70"/>
                    <a:pt x="872" y="64"/>
                  </a:cubicBezTo>
                  <a:cubicBezTo>
                    <a:pt x="879" y="57"/>
                    <a:pt x="882" y="48"/>
                    <a:pt x="882" y="36"/>
                  </a:cubicBezTo>
                  <a:cubicBezTo>
                    <a:pt x="882" y="23"/>
                    <a:pt x="879" y="14"/>
                    <a:pt x="873" y="8"/>
                  </a:cubicBezTo>
                  <a:moveTo>
                    <a:pt x="803" y="15"/>
                  </a:moveTo>
                  <a:cubicBezTo>
                    <a:pt x="803" y="10"/>
                    <a:pt x="801" y="6"/>
                    <a:pt x="799" y="3"/>
                  </a:cubicBezTo>
                  <a:cubicBezTo>
                    <a:pt x="796" y="1"/>
                    <a:pt x="794" y="0"/>
                    <a:pt x="790" y="0"/>
                  </a:cubicBezTo>
                  <a:cubicBezTo>
                    <a:pt x="790" y="0"/>
                    <a:pt x="790" y="0"/>
                    <a:pt x="790" y="0"/>
                  </a:cubicBezTo>
                  <a:cubicBezTo>
                    <a:pt x="787" y="0"/>
                    <a:pt x="786" y="0"/>
                    <a:pt x="785" y="1"/>
                  </a:cubicBezTo>
                  <a:cubicBezTo>
                    <a:pt x="785" y="8"/>
                    <a:pt x="785" y="8"/>
                    <a:pt x="785" y="8"/>
                  </a:cubicBezTo>
                  <a:cubicBezTo>
                    <a:pt x="785" y="8"/>
                    <a:pt x="785" y="8"/>
                    <a:pt x="786" y="7"/>
                  </a:cubicBezTo>
                  <a:cubicBezTo>
                    <a:pt x="787" y="7"/>
                    <a:pt x="787" y="7"/>
                    <a:pt x="787" y="7"/>
                  </a:cubicBezTo>
                  <a:cubicBezTo>
                    <a:pt x="791" y="7"/>
                    <a:pt x="794" y="10"/>
                    <a:pt x="794" y="16"/>
                  </a:cubicBezTo>
                  <a:cubicBezTo>
                    <a:pt x="794" y="40"/>
                    <a:pt x="794" y="40"/>
                    <a:pt x="794" y="40"/>
                  </a:cubicBezTo>
                  <a:cubicBezTo>
                    <a:pt x="803" y="40"/>
                    <a:pt x="803" y="40"/>
                    <a:pt x="803" y="40"/>
                  </a:cubicBezTo>
                  <a:lnTo>
                    <a:pt x="803" y="15"/>
                  </a:lnTo>
                  <a:close/>
                  <a:moveTo>
                    <a:pt x="771" y="9"/>
                  </a:moveTo>
                  <a:cubicBezTo>
                    <a:pt x="767" y="3"/>
                    <a:pt x="762" y="0"/>
                    <a:pt x="756" y="0"/>
                  </a:cubicBezTo>
                  <a:cubicBezTo>
                    <a:pt x="749" y="0"/>
                    <a:pt x="745" y="3"/>
                    <a:pt x="742" y="9"/>
                  </a:cubicBezTo>
                  <a:cubicBezTo>
                    <a:pt x="742" y="18"/>
                    <a:pt x="742" y="18"/>
                    <a:pt x="742" y="18"/>
                  </a:cubicBezTo>
                  <a:cubicBezTo>
                    <a:pt x="743" y="18"/>
                    <a:pt x="743" y="18"/>
                    <a:pt x="743" y="18"/>
                  </a:cubicBezTo>
                  <a:cubicBezTo>
                    <a:pt x="747" y="11"/>
                    <a:pt x="751" y="8"/>
                    <a:pt x="755" y="8"/>
                  </a:cubicBezTo>
                  <a:cubicBezTo>
                    <a:pt x="763" y="8"/>
                    <a:pt x="767" y="17"/>
                    <a:pt x="767" y="35"/>
                  </a:cubicBezTo>
                  <a:cubicBezTo>
                    <a:pt x="767" y="45"/>
                    <a:pt x="765" y="53"/>
                    <a:pt x="761" y="59"/>
                  </a:cubicBezTo>
                  <a:cubicBezTo>
                    <a:pt x="757" y="63"/>
                    <a:pt x="752" y="66"/>
                    <a:pt x="746" y="66"/>
                  </a:cubicBezTo>
                  <a:cubicBezTo>
                    <a:pt x="733" y="66"/>
                    <a:pt x="727" y="57"/>
                    <a:pt x="727" y="39"/>
                  </a:cubicBezTo>
                  <a:cubicBezTo>
                    <a:pt x="727" y="0"/>
                    <a:pt x="727" y="0"/>
                    <a:pt x="727" y="0"/>
                  </a:cubicBezTo>
                  <a:cubicBezTo>
                    <a:pt x="718" y="0"/>
                    <a:pt x="718" y="0"/>
                    <a:pt x="718" y="0"/>
                  </a:cubicBezTo>
                  <a:cubicBezTo>
                    <a:pt x="718" y="38"/>
                    <a:pt x="718" y="38"/>
                    <a:pt x="718" y="38"/>
                  </a:cubicBezTo>
                  <a:cubicBezTo>
                    <a:pt x="718" y="62"/>
                    <a:pt x="727" y="73"/>
                    <a:pt x="746" y="73"/>
                  </a:cubicBezTo>
                  <a:cubicBezTo>
                    <a:pt x="755" y="73"/>
                    <a:pt x="762" y="70"/>
                    <a:pt x="768" y="63"/>
                  </a:cubicBezTo>
                  <a:cubicBezTo>
                    <a:pt x="774" y="56"/>
                    <a:pt x="777" y="46"/>
                    <a:pt x="777" y="34"/>
                  </a:cubicBezTo>
                  <a:cubicBezTo>
                    <a:pt x="777" y="23"/>
                    <a:pt x="775" y="14"/>
                    <a:pt x="771" y="9"/>
                  </a:cubicBezTo>
                  <a:moveTo>
                    <a:pt x="702" y="31"/>
                  </a:moveTo>
                  <a:cubicBezTo>
                    <a:pt x="702" y="19"/>
                    <a:pt x="698" y="11"/>
                    <a:pt x="691" y="6"/>
                  </a:cubicBezTo>
                  <a:cubicBezTo>
                    <a:pt x="686" y="2"/>
                    <a:pt x="677" y="0"/>
                    <a:pt x="666" y="0"/>
                  </a:cubicBezTo>
                  <a:cubicBezTo>
                    <a:pt x="656" y="0"/>
                    <a:pt x="647" y="1"/>
                    <a:pt x="639" y="2"/>
                  </a:cubicBezTo>
                  <a:cubicBezTo>
                    <a:pt x="639" y="10"/>
                    <a:pt x="639" y="10"/>
                    <a:pt x="639" y="10"/>
                  </a:cubicBezTo>
                  <a:cubicBezTo>
                    <a:pt x="644" y="9"/>
                    <a:pt x="648" y="8"/>
                    <a:pt x="652" y="8"/>
                  </a:cubicBezTo>
                  <a:cubicBezTo>
                    <a:pt x="650" y="12"/>
                    <a:pt x="649" y="17"/>
                    <a:pt x="649" y="21"/>
                  </a:cubicBezTo>
                  <a:cubicBezTo>
                    <a:pt x="649" y="51"/>
                    <a:pt x="649" y="51"/>
                    <a:pt x="649" y="51"/>
                  </a:cubicBezTo>
                  <a:cubicBezTo>
                    <a:pt x="649" y="61"/>
                    <a:pt x="645" y="66"/>
                    <a:pt x="638" y="66"/>
                  </a:cubicBezTo>
                  <a:cubicBezTo>
                    <a:pt x="637" y="66"/>
                    <a:pt x="636" y="65"/>
                    <a:pt x="635" y="64"/>
                  </a:cubicBezTo>
                  <a:cubicBezTo>
                    <a:pt x="634" y="65"/>
                    <a:pt x="634" y="65"/>
                    <a:pt x="634" y="65"/>
                  </a:cubicBezTo>
                  <a:cubicBezTo>
                    <a:pt x="634" y="70"/>
                    <a:pt x="634" y="70"/>
                    <a:pt x="634" y="70"/>
                  </a:cubicBezTo>
                  <a:cubicBezTo>
                    <a:pt x="635" y="72"/>
                    <a:pt x="637" y="73"/>
                    <a:pt x="640" y="73"/>
                  </a:cubicBezTo>
                  <a:cubicBezTo>
                    <a:pt x="645" y="73"/>
                    <a:pt x="649" y="71"/>
                    <a:pt x="652" y="67"/>
                  </a:cubicBezTo>
                  <a:cubicBezTo>
                    <a:pt x="656" y="63"/>
                    <a:pt x="658" y="58"/>
                    <a:pt x="658" y="50"/>
                  </a:cubicBezTo>
                  <a:cubicBezTo>
                    <a:pt x="658" y="10"/>
                    <a:pt x="658" y="10"/>
                    <a:pt x="658" y="10"/>
                  </a:cubicBezTo>
                  <a:cubicBezTo>
                    <a:pt x="658" y="9"/>
                    <a:pt x="658" y="8"/>
                    <a:pt x="659" y="8"/>
                  </a:cubicBezTo>
                  <a:cubicBezTo>
                    <a:pt x="662" y="7"/>
                    <a:pt x="664" y="7"/>
                    <a:pt x="665" y="7"/>
                  </a:cubicBezTo>
                  <a:cubicBezTo>
                    <a:pt x="674" y="7"/>
                    <a:pt x="681" y="9"/>
                    <a:pt x="685" y="12"/>
                  </a:cubicBezTo>
                  <a:cubicBezTo>
                    <a:pt x="690" y="15"/>
                    <a:pt x="693" y="22"/>
                    <a:pt x="693" y="31"/>
                  </a:cubicBezTo>
                  <a:cubicBezTo>
                    <a:pt x="693" y="72"/>
                    <a:pt x="693" y="72"/>
                    <a:pt x="693" y="72"/>
                  </a:cubicBezTo>
                  <a:cubicBezTo>
                    <a:pt x="702" y="72"/>
                    <a:pt x="702" y="72"/>
                    <a:pt x="702" y="72"/>
                  </a:cubicBezTo>
                  <a:lnTo>
                    <a:pt x="702" y="31"/>
                  </a:lnTo>
                  <a:close/>
                  <a:moveTo>
                    <a:pt x="599" y="64"/>
                  </a:moveTo>
                  <a:cubicBezTo>
                    <a:pt x="594" y="64"/>
                    <a:pt x="594" y="64"/>
                    <a:pt x="594" y="64"/>
                  </a:cubicBezTo>
                  <a:cubicBezTo>
                    <a:pt x="592" y="64"/>
                    <a:pt x="591" y="62"/>
                    <a:pt x="591" y="58"/>
                  </a:cubicBezTo>
                  <a:cubicBezTo>
                    <a:pt x="591" y="31"/>
                    <a:pt x="591" y="31"/>
                    <a:pt x="591" y="31"/>
                  </a:cubicBezTo>
                  <a:cubicBezTo>
                    <a:pt x="591" y="21"/>
                    <a:pt x="587" y="13"/>
                    <a:pt x="581" y="7"/>
                  </a:cubicBezTo>
                  <a:cubicBezTo>
                    <a:pt x="576" y="2"/>
                    <a:pt x="569" y="0"/>
                    <a:pt x="560" y="0"/>
                  </a:cubicBezTo>
                  <a:cubicBezTo>
                    <a:pt x="555" y="0"/>
                    <a:pt x="550" y="1"/>
                    <a:pt x="545" y="2"/>
                  </a:cubicBezTo>
                  <a:cubicBezTo>
                    <a:pt x="545" y="10"/>
                    <a:pt x="545" y="10"/>
                    <a:pt x="545" y="10"/>
                  </a:cubicBezTo>
                  <a:cubicBezTo>
                    <a:pt x="546" y="10"/>
                    <a:pt x="546" y="10"/>
                    <a:pt x="546" y="10"/>
                  </a:cubicBezTo>
                  <a:cubicBezTo>
                    <a:pt x="550" y="9"/>
                    <a:pt x="554" y="8"/>
                    <a:pt x="559" y="8"/>
                  </a:cubicBezTo>
                  <a:cubicBezTo>
                    <a:pt x="574" y="8"/>
                    <a:pt x="582" y="16"/>
                    <a:pt x="582" y="33"/>
                  </a:cubicBezTo>
                  <a:cubicBezTo>
                    <a:pt x="582" y="58"/>
                    <a:pt x="582" y="58"/>
                    <a:pt x="582" y="58"/>
                  </a:cubicBezTo>
                  <a:cubicBezTo>
                    <a:pt x="582" y="61"/>
                    <a:pt x="582" y="63"/>
                    <a:pt x="583" y="64"/>
                  </a:cubicBezTo>
                  <a:cubicBezTo>
                    <a:pt x="543" y="64"/>
                    <a:pt x="543" y="64"/>
                    <a:pt x="543" y="64"/>
                  </a:cubicBezTo>
                  <a:cubicBezTo>
                    <a:pt x="543" y="72"/>
                    <a:pt x="543" y="72"/>
                    <a:pt x="543" y="72"/>
                  </a:cubicBezTo>
                  <a:cubicBezTo>
                    <a:pt x="599" y="72"/>
                    <a:pt x="599" y="72"/>
                    <a:pt x="599" y="72"/>
                  </a:cubicBezTo>
                  <a:lnTo>
                    <a:pt x="599" y="64"/>
                  </a:lnTo>
                  <a:close/>
                  <a:moveTo>
                    <a:pt x="529" y="15"/>
                  </a:moveTo>
                  <a:cubicBezTo>
                    <a:pt x="529" y="10"/>
                    <a:pt x="528" y="6"/>
                    <a:pt x="525" y="3"/>
                  </a:cubicBezTo>
                  <a:cubicBezTo>
                    <a:pt x="523" y="1"/>
                    <a:pt x="520" y="0"/>
                    <a:pt x="517" y="0"/>
                  </a:cubicBezTo>
                  <a:cubicBezTo>
                    <a:pt x="516" y="0"/>
                    <a:pt x="516" y="0"/>
                    <a:pt x="516" y="0"/>
                  </a:cubicBezTo>
                  <a:cubicBezTo>
                    <a:pt x="514" y="0"/>
                    <a:pt x="512" y="0"/>
                    <a:pt x="511" y="1"/>
                  </a:cubicBezTo>
                  <a:cubicBezTo>
                    <a:pt x="511" y="8"/>
                    <a:pt x="511" y="8"/>
                    <a:pt x="511" y="8"/>
                  </a:cubicBezTo>
                  <a:cubicBezTo>
                    <a:pt x="512" y="8"/>
                    <a:pt x="512" y="8"/>
                    <a:pt x="512" y="7"/>
                  </a:cubicBezTo>
                  <a:cubicBezTo>
                    <a:pt x="513" y="7"/>
                    <a:pt x="513" y="7"/>
                    <a:pt x="513" y="7"/>
                  </a:cubicBezTo>
                  <a:cubicBezTo>
                    <a:pt x="518" y="7"/>
                    <a:pt x="520" y="10"/>
                    <a:pt x="520" y="16"/>
                  </a:cubicBezTo>
                  <a:cubicBezTo>
                    <a:pt x="520" y="97"/>
                    <a:pt x="520" y="97"/>
                    <a:pt x="520" y="97"/>
                  </a:cubicBezTo>
                  <a:cubicBezTo>
                    <a:pt x="529" y="97"/>
                    <a:pt x="529" y="97"/>
                    <a:pt x="529" y="97"/>
                  </a:cubicBezTo>
                  <a:lnTo>
                    <a:pt x="529" y="15"/>
                  </a:lnTo>
                  <a:close/>
                  <a:moveTo>
                    <a:pt x="503" y="33"/>
                  </a:moveTo>
                  <a:cubicBezTo>
                    <a:pt x="470" y="33"/>
                    <a:pt x="470" y="33"/>
                    <a:pt x="470" y="33"/>
                  </a:cubicBezTo>
                  <a:cubicBezTo>
                    <a:pt x="470" y="40"/>
                    <a:pt x="470" y="40"/>
                    <a:pt x="470" y="40"/>
                  </a:cubicBezTo>
                  <a:cubicBezTo>
                    <a:pt x="503" y="40"/>
                    <a:pt x="503" y="40"/>
                    <a:pt x="503" y="40"/>
                  </a:cubicBezTo>
                  <a:lnTo>
                    <a:pt x="503" y="33"/>
                  </a:lnTo>
                  <a:close/>
                  <a:moveTo>
                    <a:pt x="456" y="46"/>
                  </a:moveTo>
                  <a:cubicBezTo>
                    <a:pt x="456" y="26"/>
                    <a:pt x="456" y="26"/>
                    <a:pt x="456" y="26"/>
                  </a:cubicBezTo>
                  <a:cubicBezTo>
                    <a:pt x="456" y="18"/>
                    <a:pt x="454" y="11"/>
                    <a:pt x="450" y="6"/>
                  </a:cubicBezTo>
                  <a:cubicBezTo>
                    <a:pt x="446" y="2"/>
                    <a:pt x="440" y="0"/>
                    <a:pt x="434" y="0"/>
                  </a:cubicBezTo>
                  <a:cubicBezTo>
                    <a:pt x="431" y="0"/>
                    <a:pt x="429" y="0"/>
                    <a:pt x="427" y="1"/>
                  </a:cubicBezTo>
                  <a:cubicBezTo>
                    <a:pt x="427" y="8"/>
                    <a:pt x="427" y="8"/>
                    <a:pt x="427" y="8"/>
                  </a:cubicBezTo>
                  <a:cubicBezTo>
                    <a:pt x="428" y="8"/>
                    <a:pt x="428" y="8"/>
                    <a:pt x="428" y="8"/>
                  </a:cubicBezTo>
                  <a:cubicBezTo>
                    <a:pt x="429" y="8"/>
                    <a:pt x="430" y="8"/>
                    <a:pt x="432" y="8"/>
                  </a:cubicBezTo>
                  <a:cubicBezTo>
                    <a:pt x="437" y="8"/>
                    <a:pt x="441" y="9"/>
                    <a:pt x="444" y="13"/>
                  </a:cubicBezTo>
                  <a:cubicBezTo>
                    <a:pt x="446" y="16"/>
                    <a:pt x="448" y="21"/>
                    <a:pt x="448" y="28"/>
                  </a:cubicBezTo>
                  <a:cubicBezTo>
                    <a:pt x="448" y="29"/>
                    <a:pt x="448" y="29"/>
                    <a:pt x="448" y="29"/>
                  </a:cubicBezTo>
                  <a:cubicBezTo>
                    <a:pt x="448" y="36"/>
                    <a:pt x="446" y="43"/>
                    <a:pt x="444" y="49"/>
                  </a:cubicBezTo>
                  <a:cubicBezTo>
                    <a:pt x="442" y="54"/>
                    <a:pt x="439" y="58"/>
                    <a:pt x="436" y="61"/>
                  </a:cubicBezTo>
                  <a:cubicBezTo>
                    <a:pt x="433" y="63"/>
                    <a:pt x="430" y="65"/>
                    <a:pt x="428" y="65"/>
                  </a:cubicBezTo>
                  <a:cubicBezTo>
                    <a:pt x="426" y="65"/>
                    <a:pt x="424" y="64"/>
                    <a:pt x="422" y="63"/>
                  </a:cubicBezTo>
                  <a:cubicBezTo>
                    <a:pt x="421" y="63"/>
                    <a:pt x="421" y="63"/>
                    <a:pt x="421" y="63"/>
                  </a:cubicBezTo>
                  <a:cubicBezTo>
                    <a:pt x="421" y="71"/>
                    <a:pt x="421" y="71"/>
                    <a:pt x="421" y="71"/>
                  </a:cubicBezTo>
                  <a:cubicBezTo>
                    <a:pt x="423" y="73"/>
                    <a:pt x="425" y="73"/>
                    <a:pt x="427" y="73"/>
                  </a:cubicBezTo>
                  <a:cubicBezTo>
                    <a:pt x="436" y="73"/>
                    <a:pt x="442" y="67"/>
                    <a:pt x="447" y="53"/>
                  </a:cubicBezTo>
                  <a:cubicBezTo>
                    <a:pt x="447" y="53"/>
                    <a:pt x="447" y="52"/>
                    <a:pt x="448" y="52"/>
                  </a:cubicBezTo>
                  <a:cubicBezTo>
                    <a:pt x="448" y="52"/>
                    <a:pt x="448" y="53"/>
                    <a:pt x="449" y="53"/>
                  </a:cubicBezTo>
                  <a:cubicBezTo>
                    <a:pt x="449" y="61"/>
                    <a:pt x="450" y="68"/>
                    <a:pt x="451" y="72"/>
                  </a:cubicBezTo>
                  <a:cubicBezTo>
                    <a:pt x="459" y="72"/>
                    <a:pt x="459" y="72"/>
                    <a:pt x="459" y="72"/>
                  </a:cubicBezTo>
                  <a:cubicBezTo>
                    <a:pt x="459" y="71"/>
                    <a:pt x="459" y="71"/>
                    <a:pt x="459" y="71"/>
                  </a:cubicBezTo>
                  <a:cubicBezTo>
                    <a:pt x="457" y="63"/>
                    <a:pt x="456" y="55"/>
                    <a:pt x="456" y="46"/>
                  </a:cubicBezTo>
                  <a:moveTo>
                    <a:pt x="410" y="15"/>
                  </a:moveTo>
                  <a:cubicBezTo>
                    <a:pt x="410" y="10"/>
                    <a:pt x="408" y="6"/>
                    <a:pt x="406" y="3"/>
                  </a:cubicBezTo>
                  <a:cubicBezTo>
                    <a:pt x="403" y="1"/>
                    <a:pt x="400" y="0"/>
                    <a:pt x="397" y="0"/>
                  </a:cubicBezTo>
                  <a:cubicBezTo>
                    <a:pt x="397" y="0"/>
                    <a:pt x="397" y="0"/>
                    <a:pt x="397" y="0"/>
                  </a:cubicBezTo>
                  <a:cubicBezTo>
                    <a:pt x="394" y="0"/>
                    <a:pt x="393" y="0"/>
                    <a:pt x="392" y="1"/>
                  </a:cubicBezTo>
                  <a:cubicBezTo>
                    <a:pt x="392" y="8"/>
                    <a:pt x="392" y="8"/>
                    <a:pt x="392" y="8"/>
                  </a:cubicBezTo>
                  <a:cubicBezTo>
                    <a:pt x="392" y="8"/>
                    <a:pt x="392" y="8"/>
                    <a:pt x="393" y="7"/>
                  </a:cubicBezTo>
                  <a:cubicBezTo>
                    <a:pt x="394" y="7"/>
                    <a:pt x="394" y="7"/>
                    <a:pt x="394" y="7"/>
                  </a:cubicBezTo>
                  <a:cubicBezTo>
                    <a:pt x="398" y="7"/>
                    <a:pt x="401" y="10"/>
                    <a:pt x="401" y="16"/>
                  </a:cubicBezTo>
                  <a:cubicBezTo>
                    <a:pt x="401" y="72"/>
                    <a:pt x="401" y="72"/>
                    <a:pt x="401" y="72"/>
                  </a:cubicBezTo>
                  <a:cubicBezTo>
                    <a:pt x="410" y="72"/>
                    <a:pt x="410" y="72"/>
                    <a:pt x="410" y="72"/>
                  </a:cubicBezTo>
                  <a:lnTo>
                    <a:pt x="410" y="15"/>
                  </a:lnTo>
                  <a:close/>
                  <a:moveTo>
                    <a:pt x="380" y="31"/>
                  </a:moveTo>
                  <a:cubicBezTo>
                    <a:pt x="380" y="20"/>
                    <a:pt x="377" y="12"/>
                    <a:pt x="370" y="7"/>
                  </a:cubicBezTo>
                  <a:cubicBezTo>
                    <a:pt x="364" y="2"/>
                    <a:pt x="357" y="0"/>
                    <a:pt x="348" y="0"/>
                  </a:cubicBezTo>
                  <a:cubicBezTo>
                    <a:pt x="342" y="0"/>
                    <a:pt x="337" y="0"/>
                    <a:pt x="333" y="2"/>
                  </a:cubicBezTo>
                  <a:cubicBezTo>
                    <a:pt x="333" y="10"/>
                    <a:pt x="333" y="10"/>
                    <a:pt x="333" y="10"/>
                  </a:cubicBezTo>
                  <a:cubicBezTo>
                    <a:pt x="334" y="10"/>
                    <a:pt x="334" y="10"/>
                    <a:pt x="334" y="10"/>
                  </a:cubicBezTo>
                  <a:cubicBezTo>
                    <a:pt x="337" y="8"/>
                    <a:pt x="342" y="8"/>
                    <a:pt x="347" y="8"/>
                  </a:cubicBezTo>
                  <a:cubicBezTo>
                    <a:pt x="363" y="8"/>
                    <a:pt x="371" y="16"/>
                    <a:pt x="371" y="33"/>
                  </a:cubicBezTo>
                  <a:cubicBezTo>
                    <a:pt x="371" y="72"/>
                    <a:pt x="371" y="72"/>
                    <a:pt x="371" y="72"/>
                  </a:cubicBezTo>
                  <a:cubicBezTo>
                    <a:pt x="380" y="72"/>
                    <a:pt x="380" y="72"/>
                    <a:pt x="380" y="72"/>
                  </a:cubicBezTo>
                  <a:lnTo>
                    <a:pt x="380" y="31"/>
                  </a:lnTo>
                  <a:close/>
                  <a:moveTo>
                    <a:pt x="322" y="15"/>
                  </a:moveTo>
                  <a:cubicBezTo>
                    <a:pt x="322" y="10"/>
                    <a:pt x="321" y="6"/>
                    <a:pt x="318" y="3"/>
                  </a:cubicBezTo>
                  <a:cubicBezTo>
                    <a:pt x="316" y="1"/>
                    <a:pt x="313" y="0"/>
                    <a:pt x="310" y="0"/>
                  </a:cubicBezTo>
                  <a:cubicBezTo>
                    <a:pt x="309" y="0"/>
                    <a:pt x="309" y="0"/>
                    <a:pt x="309" y="0"/>
                  </a:cubicBezTo>
                  <a:cubicBezTo>
                    <a:pt x="307" y="0"/>
                    <a:pt x="305" y="0"/>
                    <a:pt x="304" y="1"/>
                  </a:cubicBezTo>
                  <a:cubicBezTo>
                    <a:pt x="304" y="8"/>
                    <a:pt x="304" y="8"/>
                    <a:pt x="304" y="8"/>
                  </a:cubicBezTo>
                  <a:cubicBezTo>
                    <a:pt x="305" y="8"/>
                    <a:pt x="305" y="8"/>
                    <a:pt x="305" y="7"/>
                  </a:cubicBezTo>
                  <a:cubicBezTo>
                    <a:pt x="306" y="7"/>
                    <a:pt x="306" y="7"/>
                    <a:pt x="306" y="7"/>
                  </a:cubicBezTo>
                  <a:cubicBezTo>
                    <a:pt x="311" y="7"/>
                    <a:pt x="313" y="10"/>
                    <a:pt x="313" y="16"/>
                  </a:cubicBezTo>
                  <a:cubicBezTo>
                    <a:pt x="313" y="40"/>
                    <a:pt x="313" y="40"/>
                    <a:pt x="313" y="40"/>
                  </a:cubicBezTo>
                  <a:cubicBezTo>
                    <a:pt x="322" y="40"/>
                    <a:pt x="322" y="40"/>
                    <a:pt x="322" y="40"/>
                  </a:cubicBezTo>
                  <a:lnTo>
                    <a:pt x="322" y="15"/>
                  </a:lnTo>
                  <a:close/>
                  <a:moveTo>
                    <a:pt x="293" y="15"/>
                  </a:moveTo>
                  <a:cubicBezTo>
                    <a:pt x="293" y="10"/>
                    <a:pt x="291" y="6"/>
                    <a:pt x="289" y="3"/>
                  </a:cubicBezTo>
                  <a:cubicBezTo>
                    <a:pt x="286" y="1"/>
                    <a:pt x="283" y="0"/>
                    <a:pt x="280" y="0"/>
                  </a:cubicBezTo>
                  <a:cubicBezTo>
                    <a:pt x="280" y="0"/>
                    <a:pt x="280" y="0"/>
                    <a:pt x="280" y="0"/>
                  </a:cubicBezTo>
                  <a:cubicBezTo>
                    <a:pt x="277" y="0"/>
                    <a:pt x="276" y="0"/>
                    <a:pt x="275" y="1"/>
                  </a:cubicBezTo>
                  <a:cubicBezTo>
                    <a:pt x="275" y="8"/>
                    <a:pt x="275" y="8"/>
                    <a:pt x="275" y="8"/>
                  </a:cubicBezTo>
                  <a:cubicBezTo>
                    <a:pt x="275" y="8"/>
                    <a:pt x="275" y="8"/>
                    <a:pt x="276" y="7"/>
                  </a:cubicBezTo>
                  <a:cubicBezTo>
                    <a:pt x="277" y="7"/>
                    <a:pt x="277" y="7"/>
                    <a:pt x="277" y="7"/>
                  </a:cubicBezTo>
                  <a:cubicBezTo>
                    <a:pt x="281" y="7"/>
                    <a:pt x="284" y="10"/>
                    <a:pt x="284" y="16"/>
                  </a:cubicBezTo>
                  <a:cubicBezTo>
                    <a:pt x="284" y="72"/>
                    <a:pt x="284" y="72"/>
                    <a:pt x="284" y="72"/>
                  </a:cubicBezTo>
                  <a:cubicBezTo>
                    <a:pt x="293" y="72"/>
                    <a:pt x="293" y="72"/>
                    <a:pt x="293" y="72"/>
                  </a:cubicBezTo>
                  <a:lnTo>
                    <a:pt x="293" y="15"/>
                  </a:lnTo>
                  <a:close/>
                  <a:moveTo>
                    <a:pt x="263" y="15"/>
                  </a:moveTo>
                  <a:cubicBezTo>
                    <a:pt x="263" y="10"/>
                    <a:pt x="261" y="6"/>
                    <a:pt x="258" y="3"/>
                  </a:cubicBezTo>
                  <a:cubicBezTo>
                    <a:pt x="256" y="1"/>
                    <a:pt x="253" y="0"/>
                    <a:pt x="250" y="0"/>
                  </a:cubicBezTo>
                  <a:cubicBezTo>
                    <a:pt x="250" y="0"/>
                    <a:pt x="250" y="0"/>
                    <a:pt x="250" y="0"/>
                  </a:cubicBezTo>
                  <a:cubicBezTo>
                    <a:pt x="247" y="0"/>
                    <a:pt x="246" y="0"/>
                    <a:pt x="245" y="1"/>
                  </a:cubicBezTo>
                  <a:cubicBezTo>
                    <a:pt x="245" y="8"/>
                    <a:pt x="245" y="8"/>
                    <a:pt x="245" y="8"/>
                  </a:cubicBezTo>
                  <a:cubicBezTo>
                    <a:pt x="245" y="8"/>
                    <a:pt x="245" y="8"/>
                    <a:pt x="246" y="7"/>
                  </a:cubicBezTo>
                  <a:cubicBezTo>
                    <a:pt x="246" y="7"/>
                    <a:pt x="246" y="7"/>
                    <a:pt x="246" y="7"/>
                  </a:cubicBezTo>
                  <a:cubicBezTo>
                    <a:pt x="251" y="7"/>
                    <a:pt x="254" y="10"/>
                    <a:pt x="254" y="16"/>
                  </a:cubicBezTo>
                  <a:cubicBezTo>
                    <a:pt x="254" y="97"/>
                    <a:pt x="254" y="97"/>
                    <a:pt x="254" y="97"/>
                  </a:cubicBezTo>
                  <a:cubicBezTo>
                    <a:pt x="263" y="97"/>
                    <a:pt x="263" y="97"/>
                    <a:pt x="263" y="97"/>
                  </a:cubicBezTo>
                  <a:lnTo>
                    <a:pt x="263" y="15"/>
                  </a:lnTo>
                  <a:close/>
                  <a:moveTo>
                    <a:pt x="210" y="64"/>
                  </a:moveTo>
                  <a:cubicBezTo>
                    <a:pt x="205" y="64"/>
                    <a:pt x="205" y="64"/>
                    <a:pt x="205" y="64"/>
                  </a:cubicBezTo>
                  <a:cubicBezTo>
                    <a:pt x="202" y="64"/>
                    <a:pt x="201" y="62"/>
                    <a:pt x="201" y="58"/>
                  </a:cubicBezTo>
                  <a:cubicBezTo>
                    <a:pt x="201" y="31"/>
                    <a:pt x="201" y="31"/>
                    <a:pt x="201" y="31"/>
                  </a:cubicBezTo>
                  <a:cubicBezTo>
                    <a:pt x="201" y="21"/>
                    <a:pt x="198" y="13"/>
                    <a:pt x="191" y="7"/>
                  </a:cubicBezTo>
                  <a:cubicBezTo>
                    <a:pt x="186" y="2"/>
                    <a:pt x="179" y="0"/>
                    <a:pt x="171" y="0"/>
                  </a:cubicBezTo>
                  <a:cubicBezTo>
                    <a:pt x="165" y="0"/>
                    <a:pt x="160" y="1"/>
                    <a:pt x="156" y="2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60" y="9"/>
                    <a:pt x="164" y="8"/>
                    <a:pt x="169" y="8"/>
                  </a:cubicBezTo>
                  <a:cubicBezTo>
                    <a:pt x="184" y="8"/>
                    <a:pt x="192" y="16"/>
                    <a:pt x="192" y="33"/>
                  </a:cubicBezTo>
                  <a:cubicBezTo>
                    <a:pt x="192" y="58"/>
                    <a:pt x="192" y="58"/>
                    <a:pt x="192" y="58"/>
                  </a:cubicBezTo>
                  <a:cubicBezTo>
                    <a:pt x="192" y="61"/>
                    <a:pt x="192" y="63"/>
                    <a:pt x="193" y="64"/>
                  </a:cubicBezTo>
                  <a:cubicBezTo>
                    <a:pt x="153" y="64"/>
                    <a:pt x="153" y="64"/>
                    <a:pt x="153" y="64"/>
                  </a:cubicBezTo>
                  <a:cubicBezTo>
                    <a:pt x="153" y="72"/>
                    <a:pt x="153" y="72"/>
                    <a:pt x="153" y="72"/>
                  </a:cubicBezTo>
                  <a:cubicBezTo>
                    <a:pt x="210" y="72"/>
                    <a:pt x="210" y="72"/>
                    <a:pt x="210" y="72"/>
                  </a:cubicBezTo>
                  <a:lnTo>
                    <a:pt x="210" y="64"/>
                  </a:lnTo>
                  <a:close/>
                  <a:moveTo>
                    <a:pt x="140" y="23"/>
                  </a:moveTo>
                  <a:cubicBezTo>
                    <a:pt x="140" y="15"/>
                    <a:pt x="138" y="9"/>
                    <a:pt x="134" y="5"/>
                  </a:cubicBezTo>
                  <a:cubicBezTo>
                    <a:pt x="130" y="2"/>
                    <a:pt x="125" y="0"/>
                    <a:pt x="120" y="0"/>
                  </a:cubicBezTo>
                  <a:cubicBezTo>
                    <a:pt x="117" y="0"/>
                    <a:pt x="114" y="1"/>
                    <a:pt x="113" y="1"/>
                  </a:cubicBezTo>
                  <a:cubicBezTo>
                    <a:pt x="113" y="9"/>
                    <a:pt x="113" y="9"/>
                    <a:pt x="113" y="9"/>
                  </a:cubicBezTo>
                  <a:cubicBezTo>
                    <a:pt x="114" y="9"/>
                    <a:pt x="114" y="9"/>
                    <a:pt x="114" y="9"/>
                  </a:cubicBezTo>
                  <a:cubicBezTo>
                    <a:pt x="115" y="8"/>
                    <a:pt x="117" y="8"/>
                    <a:pt x="118" y="8"/>
                  </a:cubicBezTo>
                  <a:cubicBezTo>
                    <a:pt x="127" y="8"/>
                    <a:pt x="131" y="13"/>
                    <a:pt x="131" y="24"/>
                  </a:cubicBezTo>
                  <a:cubicBezTo>
                    <a:pt x="131" y="64"/>
                    <a:pt x="131" y="64"/>
                    <a:pt x="131" y="64"/>
                  </a:cubicBezTo>
                  <a:cubicBezTo>
                    <a:pt x="111" y="64"/>
                    <a:pt x="111" y="64"/>
                    <a:pt x="111" y="64"/>
                  </a:cubicBezTo>
                  <a:cubicBezTo>
                    <a:pt x="111" y="72"/>
                    <a:pt x="111" y="72"/>
                    <a:pt x="111" y="72"/>
                  </a:cubicBezTo>
                  <a:cubicBezTo>
                    <a:pt x="140" y="72"/>
                    <a:pt x="140" y="72"/>
                    <a:pt x="140" y="72"/>
                  </a:cubicBezTo>
                  <a:lnTo>
                    <a:pt x="140" y="23"/>
                  </a:lnTo>
                  <a:close/>
                  <a:moveTo>
                    <a:pt x="96" y="46"/>
                  </a:moveTo>
                  <a:cubicBezTo>
                    <a:pt x="96" y="26"/>
                    <a:pt x="96" y="26"/>
                    <a:pt x="96" y="26"/>
                  </a:cubicBezTo>
                  <a:cubicBezTo>
                    <a:pt x="96" y="18"/>
                    <a:pt x="94" y="11"/>
                    <a:pt x="90" y="6"/>
                  </a:cubicBezTo>
                  <a:cubicBezTo>
                    <a:pt x="86" y="2"/>
                    <a:pt x="81" y="0"/>
                    <a:pt x="74" y="0"/>
                  </a:cubicBezTo>
                  <a:cubicBezTo>
                    <a:pt x="71" y="0"/>
                    <a:pt x="69" y="0"/>
                    <a:pt x="67" y="1"/>
                  </a:cubicBezTo>
                  <a:cubicBezTo>
                    <a:pt x="67" y="8"/>
                    <a:pt x="67" y="8"/>
                    <a:pt x="67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9" y="8"/>
                    <a:pt x="71" y="8"/>
                    <a:pt x="73" y="8"/>
                  </a:cubicBezTo>
                  <a:cubicBezTo>
                    <a:pt x="77" y="8"/>
                    <a:pt x="81" y="9"/>
                    <a:pt x="84" y="13"/>
                  </a:cubicBezTo>
                  <a:cubicBezTo>
                    <a:pt x="86" y="16"/>
                    <a:pt x="88" y="21"/>
                    <a:pt x="88" y="28"/>
                  </a:cubicBezTo>
                  <a:cubicBezTo>
                    <a:pt x="88" y="29"/>
                    <a:pt x="88" y="29"/>
                    <a:pt x="88" y="29"/>
                  </a:cubicBezTo>
                  <a:cubicBezTo>
                    <a:pt x="88" y="36"/>
                    <a:pt x="87" y="43"/>
                    <a:pt x="84" y="49"/>
                  </a:cubicBezTo>
                  <a:cubicBezTo>
                    <a:pt x="82" y="54"/>
                    <a:pt x="79" y="58"/>
                    <a:pt x="76" y="61"/>
                  </a:cubicBezTo>
                  <a:cubicBezTo>
                    <a:pt x="73" y="63"/>
                    <a:pt x="70" y="65"/>
                    <a:pt x="68" y="65"/>
                  </a:cubicBezTo>
                  <a:cubicBezTo>
                    <a:pt x="66" y="65"/>
                    <a:pt x="64" y="64"/>
                    <a:pt x="62" y="63"/>
                  </a:cubicBezTo>
                  <a:cubicBezTo>
                    <a:pt x="61" y="63"/>
                    <a:pt x="61" y="63"/>
                    <a:pt x="61" y="63"/>
                  </a:cubicBezTo>
                  <a:cubicBezTo>
                    <a:pt x="61" y="71"/>
                    <a:pt x="61" y="71"/>
                    <a:pt x="61" y="71"/>
                  </a:cubicBezTo>
                  <a:cubicBezTo>
                    <a:pt x="63" y="73"/>
                    <a:pt x="65" y="73"/>
                    <a:pt x="67" y="73"/>
                  </a:cubicBezTo>
                  <a:cubicBezTo>
                    <a:pt x="76" y="73"/>
                    <a:pt x="82" y="67"/>
                    <a:pt x="87" y="53"/>
                  </a:cubicBezTo>
                  <a:cubicBezTo>
                    <a:pt x="87" y="53"/>
                    <a:pt x="87" y="52"/>
                    <a:pt x="88" y="52"/>
                  </a:cubicBezTo>
                  <a:cubicBezTo>
                    <a:pt x="88" y="52"/>
                    <a:pt x="89" y="53"/>
                    <a:pt x="89" y="53"/>
                  </a:cubicBezTo>
                  <a:cubicBezTo>
                    <a:pt x="89" y="61"/>
                    <a:pt x="90" y="68"/>
                    <a:pt x="91" y="72"/>
                  </a:cubicBezTo>
                  <a:cubicBezTo>
                    <a:pt x="99" y="72"/>
                    <a:pt x="99" y="72"/>
                    <a:pt x="99" y="72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97" y="63"/>
                    <a:pt x="96" y="55"/>
                    <a:pt x="96" y="46"/>
                  </a:cubicBezTo>
                  <a:moveTo>
                    <a:pt x="56" y="64"/>
                  </a:moveTo>
                  <a:cubicBezTo>
                    <a:pt x="51" y="64"/>
                    <a:pt x="51" y="64"/>
                    <a:pt x="51" y="64"/>
                  </a:cubicBezTo>
                  <a:cubicBezTo>
                    <a:pt x="48" y="64"/>
                    <a:pt x="47" y="62"/>
                    <a:pt x="47" y="58"/>
                  </a:cubicBezTo>
                  <a:cubicBezTo>
                    <a:pt x="47" y="31"/>
                    <a:pt x="47" y="31"/>
                    <a:pt x="47" y="31"/>
                  </a:cubicBezTo>
                  <a:cubicBezTo>
                    <a:pt x="47" y="21"/>
                    <a:pt x="44" y="13"/>
                    <a:pt x="38" y="7"/>
                  </a:cubicBezTo>
                  <a:cubicBezTo>
                    <a:pt x="32" y="2"/>
                    <a:pt x="25" y="0"/>
                    <a:pt x="17" y="0"/>
                  </a:cubicBezTo>
                  <a:cubicBezTo>
                    <a:pt x="11" y="0"/>
                    <a:pt x="6" y="1"/>
                    <a:pt x="2" y="2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6" y="9"/>
                    <a:pt x="10" y="8"/>
                    <a:pt x="15" y="8"/>
                  </a:cubicBezTo>
                  <a:cubicBezTo>
                    <a:pt x="31" y="8"/>
                    <a:pt x="38" y="16"/>
                    <a:pt x="38" y="33"/>
                  </a:cubicBezTo>
                  <a:cubicBezTo>
                    <a:pt x="38" y="58"/>
                    <a:pt x="38" y="58"/>
                    <a:pt x="38" y="58"/>
                  </a:cubicBezTo>
                  <a:cubicBezTo>
                    <a:pt x="38" y="61"/>
                    <a:pt x="39" y="63"/>
                    <a:pt x="40" y="64"/>
                  </a:cubicBezTo>
                  <a:cubicBezTo>
                    <a:pt x="0" y="64"/>
                    <a:pt x="0" y="64"/>
                    <a:pt x="0" y="64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56" y="72"/>
                    <a:pt x="56" y="72"/>
                    <a:pt x="56" y="72"/>
                  </a:cubicBezTo>
                  <a:lnTo>
                    <a:pt x="56" y="64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2FE2104-1613-4965-A4ED-53BA3581DE51}"/>
                </a:ext>
              </a:extLst>
            </p:cNvPr>
            <p:cNvGrpSpPr/>
            <p:nvPr userDrawn="1"/>
          </p:nvGrpSpPr>
          <p:grpSpPr>
            <a:xfrm>
              <a:off x="2530476" y="6227763"/>
              <a:ext cx="412750" cy="417513"/>
              <a:chOff x="2530476" y="6227763"/>
              <a:chExt cx="412750" cy="417513"/>
            </a:xfrm>
          </p:grpSpPr>
          <p:sp>
            <p:nvSpPr>
              <p:cNvPr id="10" name="Oval 7">
                <a:extLst>
                  <a:ext uri="{FF2B5EF4-FFF2-40B4-BE49-F238E27FC236}">
                    <a16:creationId xmlns:a16="http://schemas.microsoft.com/office/drawing/2014/main" id="{2DA2F4A4-B81B-4574-A4A2-E8A6B075D088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2530476" y="6227763"/>
                <a:ext cx="412750" cy="4175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138E14E4-183C-4888-A492-992EADB6EE4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752726" y="6480175"/>
                <a:ext cx="65088" cy="96838"/>
              </a:xfrm>
              <a:custGeom>
                <a:avLst/>
                <a:gdLst>
                  <a:gd name="T0" fmla="*/ 38 w 38"/>
                  <a:gd name="T1" fmla="*/ 56 h 56"/>
                  <a:gd name="T2" fmla="*/ 32 w 38"/>
                  <a:gd name="T3" fmla="*/ 7 h 56"/>
                  <a:gd name="T4" fmla="*/ 18 w 38"/>
                  <a:gd name="T5" fmla="*/ 0 h 56"/>
                  <a:gd name="T6" fmla="*/ 11 w 38"/>
                  <a:gd name="T7" fmla="*/ 56 h 56"/>
                  <a:gd name="T8" fmla="*/ 38 w 38"/>
                  <a:gd name="T9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56">
                    <a:moveTo>
                      <a:pt x="38" y="56"/>
                    </a:moveTo>
                    <a:cubicBezTo>
                      <a:pt x="18" y="45"/>
                      <a:pt x="20" y="24"/>
                      <a:pt x="32" y="7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" y="12"/>
                      <a:pt x="0" y="41"/>
                      <a:pt x="11" y="56"/>
                    </a:cubicBezTo>
                    <a:lnTo>
                      <a:pt x="38" y="5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" name="Freeform 9">
                <a:extLst>
                  <a:ext uri="{FF2B5EF4-FFF2-40B4-BE49-F238E27FC236}">
                    <a16:creationId xmlns:a16="http://schemas.microsoft.com/office/drawing/2014/main" id="{EAA81855-0880-4F78-93BF-6157E0101C96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576513" y="6284913"/>
                <a:ext cx="238125" cy="292100"/>
              </a:xfrm>
              <a:custGeom>
                <a:avLst/>
                <a:gdLst>
                  <a:gd name="T0" fmla="*/ 81 w 140"/>
                  <a:gd name="T1" fmla="*/ 169 h 169"/>
                  <a:gd name="T2" fmla="*/ 107 w 140"/>
                  <a:gd name="T3" fmla="*/ 169 h 169"/>
                  <a:gd name="T4" fmla="*/ 107 w 140"/>
                  <a:gd name="T5" fmla="*/ 124 h 169"/>
                  <a:gd name="T6" fmla="*/ 139 w 140"/>
                  <a:gd name="T7" fmla="*/ 73 h 169"/>
                  <a:gd name="T8" fmla="*/ 83 w 140"/>
                  <a:gd name="T9" fmla="*/ 0 h 169"/>
                  <a:gd name="T10" fmla="*/ 80 w 140"/>
                  <a:gd name="T11" fmla="*/ 119 h 169"/>
                  <a:gd name="T12" fmla="*/ 85 w 140"/>
                  <a:gd name="T13" fmla="*/ 109 h 169"/>
                  <a:gd name="T14" fmla="*/ 90 w 140"/>
                  <a:gd name="T15" fmla="*/ 101 h 169"/>
                  <a:gd name="T16" fmla="*/ 91 w 140"/>
                  <a:gd name="T17" fmla="*/ 13 h 169"/>
                  <a:gd name="T18" fmla="*/ 119 w 140"/>
                  <a:gd name="T19" fmla="*/ 71 h 169"/>
                  <a:gd name="T20" fmla="*/ 91 w 140"/>
                  <a:gd name="T21" fmla="*/ 111 h 169"/>
                  <a:gd name="T22" fmla="*/ 81 w 140"/>
                  <a:gd name="T23" fmla="*/ 169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40" h="169">
                    <a:moveTo>
                      <a:pt x="81" y="169"/>
                    </a:moveTo>
                    <a:cubicBezTo>
                      <a:pt x="107" y="169"/>
                      <a:pt x="107" y="169"/>
                      <a:pt x="107" y="169"/>
                    </a:cubicBezTo>
                    <a:cubicBezTo>
                      <a:pt x="100" y="156"/>
                      <a:pt x="101" y="138"/>
                      <a:pt x="107" y="124"/>
                    </a:cubicBezTo>
                    <a:cubicBezTo>
                      <a:pt x="115" y="106"/>
                      <a:pt x="140" y="96"/>
                      <a:pt x="139" y="73"/>
                    </a:cubicBezTo>
                    <a:cubicBezTo>
                      <a:pt x="138" y="43"/>
                      <a:pt x="108" y="13"/>
                      <a:pt x="83" y="0"/>
                    </a:cubicBezTo>
                    <a:cubicBezTo>
                      <a:pt x="101" y="35"/>
                      <a:pt x="0" y="78"/>
                      <a:pt x="80" y="119"/>
                    </a:cubicBezTo>
                    <a:cubicBezTo>
                      <a:pt x="80" y="119"/>
                      <a:pt x="83" y="113"/>
                      <a:pt x="85" y="109"/>
                    </a:cubicBezTo>
                    <a:cubicBezTo>
                      <a:pt x="86" y="106"/>
                      <a:pt x="90" y="101"/>
                      <a:pt x="90" y="101"/>
                    </a:cubicBezTo>
                    <a:cubicBezTo>
                      <a:pt x="42" y="78"/>
                      <a:pt x="95" y="47"/>
                      <a:pt x="91" y="13"/>
                    </a:cubicBezTo>
                    <a:cubicBezTo>
                      <a:pt x="103" y="26"/>
                      <a:pt x="121" y="53"/>
                      <a:pt x="119" y="71"/>
                    </a:cubicBezTo>
                    <a:cubicBezTo>
                      <a:pt x="117" y="89"/>
                      <a:pt x="100" y="97"/>
                      <a:pt x="91" y="111"/>
                    </a:cubicBezTo>
                    <a:cubicBezTo>
                      <a:pt x="81" y="124"/>
                      <a:pt x="80" y="149"/>
                      <a:pt x="81" y="169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4" name="Freeform 10">
                <a:extLst>
                  <a:ext uri="{FF2B5EF4-FFF2-40B4-BE49-F238E27FC236}">
                    <a16:creationId xmlns:a16="http://schemas.microsoft.com/office/drawing/2014/main" id="{278EDA77-DC9D-4BB9-9531-646D410426FB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652713" y="6473825"/>
                <a:ext cx="57150" cy="103188"/>
              </a:xfrm>
              <a:custGeom>
                <a:avLst/>
                <a:gdLst>
                  <a:gd name="T0" fmla="*/ 33 w 33"/>
                  <a:gd name="T1" fmla="*/ 15 h 59"/>
                  <a:gd name="T2" fmla="*/ 23 w 33"/>
                  <a:gd name="T3" fmla="*/ 9 h 59"/>
                  <a:gd name="T4" fmla="*/ 10 w 33"/>
                  <a:gd name="T5" fmla="*/ 0 h 59"/>
                  <a:gd name="T6" fmla="*/ 0 w 33"/>
                  <a:gd name="T7" fmla="*/ 59 h 59"/>
                  <a:gd name="T8" fmla="*/ 30 w 33"/>
                  <a:gd name="T9" fmla="*/ 59 h 59"/>
                  <a:gd name="T10" fmla="*/ 33 w 33"/>
                  <a:gd name="T11" fmla="*/ 15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59">
                    <a:moveTo>
                      <a:pt x="33" y="15"/>
                    </a:moveTo>
                    <a:cubicBezTo>
                      <a:pt x="33" y="15"/>
                      <a:pt x="27" y="12"/>
                      <a:pt x="23" y="9"/>
                    </a:cubicBezTo>
                    <a:cubicBezTo>
                      <a:pt x="18" y="6"/>
                      <a:pt x="10" y="0"/>
                      <a:pt x="10" y="0"/>
                    </a:cubicBezTo>
                    <a:cubicBezTo>
                      <a:pt x="16" y="20"/>
                      <a:pt x="16" y="45"/>
                      <a:pt x="0" y="59"/>
                    </a:cubicBezTo>
                    <a:cubicBezTo>
                      <a:pt x="30" y="59"/>
                      <a:pt x="30" y="59"/>
                      <a:pt x="30" y="59"/>
                    </a:cubicBezTo>
                    <a:cubicBezTo>
                      <a:pt x="30" y="42"/>
                      <a:pt x="30" y="29"/>
                      <a:pt x="33" y="15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3354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98B74B4-99AD-4A7C-8C25-EB2620233D5E}"/>
              </a:ext>
            </a:extLst>
          </p:cNvPr>
          <p:cNvSpPr/>
          <p:nvPr userDrawn="1"/>
        </p:nvSpPr>
        <p:spPr>
          <a:xfrm rot="19795236" flipH="1">
            <a:off x="5920963" y="805826"/>
            <a:ext cx="7141728" cy="3313804"/>
          </a:xfrm>
          <a:custGeom>
            <a:avLst/>
            <a:gdLst>
              <a:gd name="connsiteX0" fmla="*/ 0 w 7141728"/>
              <a:gd name="connsiteY0" fmla="*/ 879151 h 3313804"/>
              <a:gd name="connsiteX1" fmla="*/ 1517874 w 7141728"/>
              <a:gd name="connsiteY1" fmla="*/ 0 h 3313804"/>
              <a:gd name="connsiteX2" fmla="*/ 5222375 w 7141728"/>
              <a:gd name="connsiteY2" fmla="*/ 0 h 3313804"/>
              <a:gd name="connsiteX3" fmla="*/ 7141728 w 7141728"/>
              <a:gd name="connsiteY3" fmla="*/ 3313804 h 3313804"/>
              <a:gd name="connsiteX4" fmla="*/ 1410150 w 7141728"/>
              <a:gd name="connsiteY4" fmla="*/ 3313804 h 3313804"/>
              <a:gd name="connsiteX5" fmla="*/ 0 w 7141728"/>
              <a:gd name="connsiteY5" fmla="*/ 879151 h 3313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41728" h="3313804">
                <a:moveTo>
                  <a:pt x="0" y="879151"/>
                </a:moveTo>
                <a:lnTo>
                  <a:pt x="1517874" y="0"/>
                </a:lnTo>
                <a:lnTo>
                  <a:pt x="5222375" y="0"/>
                </a:lnTo>
                <a:lnTo>
                  <a:pt x="7141728" y="3313804"/>
                </a:lnTo>
                <a:lnTo>
                  <a:pt x="1410150" y="3313804"/>
                </a:lnTo>
                <a:lnTo>
                  <a:pt x="0" y="879151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9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6743756-CD24-4CF8-84C4-F4B1A545E6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32348" y="1880748"/>
            <a:ext cx="4966001" cy="498360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66001" h="4983602">
                <a:moveTo>
                  <a:pt x="2076385" y="4983602"/>
                </a:moveTo>
                <a:lnTo>
                  <a:pt x="302" y="3796152"/>
                </a:lnTo>
                <a:cubicBezTo>
                  <a:pt x="-1377" y="2119288"/>
                  <a:pt x="4563" y="1676864"/>
                  <a:pt x="2884" y="0"/>
                </a:cubicBezTo>
                <a:lnTo>
                  <a:pt x="4966001" y="2848610"/>
                </a:lnTo>
                <a:cubicBezTo>
                  <a:pt x="4965441" y="3558157"/>
                  <a:pt x="4964882" y="4274055"/>
                  <a:pt x="4964322" y="4983602"/>
                </a:cubicBezTo>
                <a:lnTo>
                  <a:pt x="2076385" y="4983602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7CF1B05-9F4D-40A5-A7B1-38A66E024E1C}"/>
              </a:ext>
            </a:extLst>
          </p:cNvPr>
          <p:cNvSpPr/>
          <p:nvPr userDrawn="1"/>
        </p:nvSpPr>
        <p:spPr>
          <a:xfrm flipH="1">
            <a:off x="0" y="1840110"/>
            <a:ext cx="7071360" cy="5017890"/>
          </a:xfrm>
          <a:custGeom>
            <a:avLst/>
            <a:gdLst>
              <a:gd name="connsiteX0" fmla="*/ 0 w 7071360"/>
              <a:gd name="connsiteY0" fmla="*/ 0 h 5017890"/>
              <a:gd name="connsiteX1" fmla="*/ 7071360 w 7071360"/>
              <a:gd name="connsiteY1" fmla="*/ 0 h 5017890"/>
              <a:gd name="connsiteX2" fmla="*/ 7071360 w 7071360"/>
              <a:gd name="connsiteY2" fmla="*/ 5017890 h 5017890"/>
              <a:gd name="connsiteX3" fmla="*/ 2050060 w 7071360"/>
              <a:gd name="connsiteY3" fmla="*/ 5017890 h 5017890"/>
              <a:gd name="connsiteX4" fmla="*/ 0 w 7071360"/>
              <a:gd name="connsiteY4" fmla="*/ 3903628 h 5017890"/>
              <a:gd name="connsiteX5" fmla="*/ 0 w 7071360"/>
              <a:gd name="connsiteY5" fmla="*/ 0 h 5017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1360" h="5017890">
                <a:moveTo>
                  <a:pt x="0" y="0"/>
                </a:moveTo>
                <a:lnTo>
                  <a:pt x="7071360" y="0"/>
                </a:lnTo>
                <a:lnTo>
                  <a:pt x="7071360" y="5017890"/>
                </a:lnTo>
                <a:lnTo>
                  <a:pt x="2050060" y="5017890"/>
                </a:lnTo>
                <a:lnTo>
                  <a:pt x="0" y="390362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398231" y="2118837"/>
            <a:ext cx="5627829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98231" y="4598512"/>
            <a:ext cx="5627829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6DF87-7F27-4FF6-8B9F-A508696968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31" y="710434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067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4">
            <a:extLst>
              <a:ext uri="{FF2B5EF4-FFF2-40B4-BE49-F238E27FC236}">
                <a16:creationId xmlns:a16="http://schemas.microsoft.com/office/drawing/2014/main" id="{DEEA9B80-F9CE-4951-9F23-9442A864C4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8684561" cy="507631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9297261 w 12186877"/>
              <a:gd name="connsiteY0" fmla="*/ 6853042 h 6853042"/>
              <a:gd name="connsiteX1" fmla="*/ 7221178 w 12186877"/>
              <a:gd name="connsiteY1" fmla="*/ 5665592 h 6853042"/>
              <a:gd name="connsiteX2" fmla="*/ 0 w 12186877"/>
              <a:gd name="connsiteY2" fmla="*/ 0 h 6853042"/>
              <a:gd name="connsiteX3" fmla="*/ 12186877 w 12186877"/>
              <a:gd name="connsiteY3" fmla="*/ 4718050 h 6853042"/>
              <a:gd name="connsiteX4" fmla="*/ 12185198 w 12186877"/>
              <a:gd name="connsiteY4" fmla="*/ 6853042 h 6853042"/>
              <a:gd name="connsiteX5" fmla="*/ 9297261 w 12186877"/>
              <a:gd name="connsiteY5" fmla="*/ 6853042 h 6853042"/>
              <a:gd name="connsiteX0" fmla="*/ 9300145 w 12189761"/>
              <a:gd name="connsiteY0" fmla="*/ 6853042 h 6853042"/>
              <a:gd name="connsiteX1" fmla="*/ 302 w 12189761"/>
              <a:gd name="connsiteY1" fmla="*/ 5076312 h 6853042"/>
              <a:gd name="connsiteX2" fmla="*/ 2884 w 12189761"/>
              <a:gd name="connsiteY2" fmla="*/ 0 h 6853042"/>
              <a:gd name="connsiteX3" fmla="*/ 12189761 w 12189761"/>
              <a:gd name="connsiteY3" fmla="*/ 4718050 h 6853042"/>
              <a:gd name="connsiteX4" fmla="*/ 12188082 w 12189761"/>
              <a:gd name="connsiteY4" fmla="*/ 6853042 h 6853042"/>
              <a:gd name="connsiteX5" fmla="*/ 9300145 w 12189761"/>
              <a:gd name="connsiteY5" fmla="*/ 6853042 h 6853042"/>
              <a:gd name="connsiteX0" fmla="*/ 9300145 w 12188082"/>
              <a:gd name="connsiteY0" fmla="*/ 6853042 h 6853042"/>
              <a:gd name="connsiteX1" fmla="*/ 302 w 12188082"/>
              <a:gd name="connsiteY1" fmla="*/ 5076312 h 6853042"/>
              <a:gd name="connsiteX2" fmla="*/ 2884 w 12188082"/>
              <a:gd name="connsiteY2" fmla="*/ 0 h 6853042"/>
              <a:gd name="connsiteX3" fmla="*/ 8684561 w 12188082"/>
              <a:gd name="connsiteY3" fmla="*/ 3810 h 6853042"/>
              <a:gd name="connsiteX4" fmla="*/ 12188082 w 12188082"/>
              <a:gd name="connsiteY4" fmla="*/ 6853042 h 6853042"/>
              <a:gd name="connsiteX5" fmla="*/ 9300145 w 12188082"/>
              <a:gd name="connsiteY5" fmla="*/ 6853042 h 6853042"/>
              <a:gd name="connsiteX0" fmla="*/ 12188082 w 12188082"/>
              <a:gd name="connsiteY0" fmla="*/ 6853042 h 6853042"/>
              <a:gd name="connsiteX1" fmla="*/ 302 w 12188082"/>
              <a:gd name="connsiteY1" fmla="*/ 5076312 h 6853042"/>
              <a:gd name="connsiteX2" fmla="*/ 2884 w 12188082"/>
              <a:gd name="connsiteY2" fmla="*/ 0 h 6853042"/>
              <a:gd name="connsiteX3" fmla="*/ 8684561 w 12188082"/>
              <a:gd name="connsiteY3" fmla="*/ 3810 h 6853042"/>
              <a:gd name="connsiteX4" fmla="*/ 12188082 w 12188082"/>
              <a:gd name="connsiteY4" fmla="*/ 6853042 h 6853042"/>
              <a:gd name="connsiteX0" fmla="*/ 3724802 w 8684561"/>
              <a:gd name="connsiteY0" fmla="*/ 2027042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  <a:gd name="connsiteX4" fmla="*/ 3724802 w 8684561"/>
              <a:gd name="connsiteY4" fmla="*/ 2027042 h 5076312"/>
              <a:gd name="connsiteX0" fmla="*/ 8684561 w 8684561"/>
              <a:gd name="connsiteY0" fmla="*/ 3810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  <a:gd name="connsiteX0" fmla="*/ 8684561 w 8746449"/>
              <a:gd name="connsiteY0" fmla="*/ 3810 h 5076312"/>
              <a:gd name="connsiteX1" fmla="*/ 302 w 8746449"/>
              <a:gd name="connsiteY1" fmla="*/ 5076312 h 5076312"/>
              <a:gd name="connsiteX2" fmla="*/ 2884 w 8746449"/>
              <a:gd name="connsiteY2" fmla="*/ 0 h 5076312"/>
              <a:gd name="connsiteX3" fmla="*/ 8684561 w 8746449"/>
              <a:gd name="connsiteY3" fmla="*/ 3810 h 5076312"/>
              <a:gd name="connsiteX0" fmla="*/ 8684561 w 8737741"/>
              <a:gd name="connsiteY0" fmla="*/ 3810 h 5285899"/>
              <a:gd name="connsiteX1" fmla="*/ 302 w 8737741"/>
              <a:gd name="connsiteY1" fmla="*/ 5076312 h 5285899"/>
              <a:gd name="connsiteX2" fmla="*/ 2884 w 8737741"/>
              <a:gd name="connsiteY2" fmla="*/ 0 h 5285899"/>
              <a:gd name="connsiteX3" fmla="*/ 8684561 w 8737741"/>
              <a:gd name="connsiteY3" fmla="*/ 3810 h 5285899"/>
              <a:gd name="connsiteX0" fmla="*/ 8684561 w 8776054"/>
              <a:gd name="connsiteY0" fmla="*/ 3810 h 5076312"/>
              <a:gd name="connsiteX1" fmla="*/ 302 w 8776054"/>
              <a:gd name="connsiteY1" fmla="*/ 5076312 h 5076312"/>
              <a:gd name="connsiteX2" fmla="*/ 2884 w 8776054"/>
              <a:gd name="connsiteY2" fmla="*/ 0 h 5076312"/>
              <a:gd name="connsiteX3" fmla="*/ 8684561 w 8776054"/>
              <a:gd name="connsiteY3" fmla="*/ 3810 h 5076312"/>
              <a:gd name="connsiteX0" fmla="*/ 8684561 w 8684561"/>
              <a:gd name="connsiteY0" fmla="*/ 3810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84561" h="5076312">
                <a:moveTo>
                  <a:pt x="8684561" y="3810"/>
                </a:moveTo>
                <a:lnTo>
                  <a:pt x="302" y="5076312"/>
                </a:lnTo>
                <a:cubicBezTo>
                  <a:pt x="-1377" y="3399448"/>
                  <a:pt x="4563" y="1676864"/>
                  <a:pt x="2884" y="0"/>
                </a:cubicBezTo>
                <a:lnTo>
                  <a:pt x="8684561" y="3810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F5EAE63C-EC70-4AEF-966F-C58F24C3D247}"/>
              </a:ext>
            </a:extLst>
          </p:cNvPr>
          <p:cNvSpPr/>
          <p:nvPr userDrawn="1"/>
        </p:nvSpPr>
        <p:spPr>
          <a:xfrm flipH="1">
            <a:off x="7680960" y="4681771"/>
            <a:ext cx="4511040" cy="2176229"/>
          </a:xfrm>
          <a:prstGeom prst="rtTriangle">
            <a:avLst/>
          </a:prstGeom>
          <a:gradFill>
            <a:gsLst>
              <a:gs pos="0">
                <a:schemeClr val="accent1"/>
              </a:gs>
              <a:gs pos="9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14C1BE3-7F4A-485C-B102-FAFA21DB3143}"/>
              </a:ext>
            </a:extLst>
          </p:cNvPr>
          <p:cNvSpPr/>
          <p:nvPr userDrawn="1"/>
        </p:nvSpPr>
        <p:spPr>
          <a:xfrm flipH="1">
            <a:off x="3089801" y="2599736"/>
            <a:ext cx="3192430" cy="3728034"/>
          </a:xfrm>
          <a:custGeom>
            <a:avLst/>
            <a:gdLst>
              <a:gd name="connsiteX0" fmla="*/ 0 w 3453719"/>
              <a:gd name="connsiteY0" fmla="*/ 0 h 4033160"/>
              <a:gd name="connsiteX1" fmla="*/ 3453719 w 3453719"/>
              <a:gd name="connsiteY1" fmla="*/ 1994006 h 4033160"/>
              <a:gd name="connsiteX2" fmla="*/ 3453719 w 3453719"/>
              <a:gd name="connsiteY2" fmla="*/ 4033160 h 4033160"/>
              <a:gd name="connsiteX3" fmla="*/ 0 w 3453719"/>
              <a:gd name="connsiteY3" fmla="*/ 2039155 h 4033160"/>
              <a:gd name="connsiteX4" fmla="*/ 0 w 3453719"/>
              <a:gd name="connsiteY4" fmla="*/ 0 h 4033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3719" h="4033160">
                <a:moveTo>
                  <a:pt x="0" y="0"/>
                </a:moveTo>
                <a:lnTo>
                  <a:pt x="3453719" y="1994006"/>
                </a:lnTo>
                <a:lnTo>
                  <a:pt x="3453719" y="4033160"/>
                </a:lnTo>
                <a:lnTo>
                  <a:pt x="0" y="203915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61DD3E-49D8-49B9-B808-72AC8DE26438}"/>
              </a:ext>
            </a:extLst>
          </p:cNvPr>
          <p:cNvSpPr/>
          <p:nvPr userDrawn="1"/>
        </p:nvSpPr>
        <p:spPr>
          <a:xfrm flipH="1">
            <a:off x="0" y="1505078"/>
            <a:ext cx="3657228" cy="4311532"/>
          </a:xfrm>
          <a:custGeom>
            <a:avLst/>
            <a:gdLst>
              <a:gd name="connsiteX0" fmla="*/ 3657228 w 3657228"/>
              <a:gd name="connsiteY0" fmla="*/ 0 h 4311532"/>
              <a:gd name="connsiteX1" fmla="*/ 3657228 w 3657228"/>
              <a:gd name="connsiteY1" fmla="*/ 2470756 h 4311532"/>
              <a:gd name="connsiteX2" fmla="*/ 0 w 3657228"/>
              <a:gd name="connsiteY2" fmla="*/ 4311532 h 4311532"/>
              <a:gd name="connsiteX3" fmla="*/ 0 w 3657228"/>
              <a:gd name="connsiteY3" fmla="*/ 1840777 h 4311532"/>
              <a:gd name="connsiteX4" fmla="*/ 3657228 w 3657228"/>
              <a:gd name="connsiteY4" fmla="*/ 0 h 4311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57228" h="4311532">
                <a:moveTo>
                  <a:pt x="3657228" y="0"/>
                </a:moveTo>
                <a:lnTo>
                  <a:pt x="3657228" y="2470756"/>
                </a:lnTo>
                <a:lnTo>
                  <a:pt x="0" y="4311532"/>
                </a:lnTo>
                <a:lnTo>
                  <a:pt x="0" y="1840777"/>
                </a:lnTo>
                <a:lnTo>
                  <a:pt x="3657228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4B963A9-C745-45E4-AD41-23E363DFB90B}"/>
              </a:ext>
            </a:extLst>
          </p:cNvPr>
          <p:cNvGrpSpPr/>
          <p:nvPr userDrawn="1"/>
        </p:nvGrpSpPr>
        <p:grpSpPr>
          <a:xfrm>
            <a:off x="9478246" y="6226175"/>
            <a:ext cx="2547937" cy="419101"/>
            <a:chOff x="396876" y="6226175"/>
            <a:chExt cx="2547937" cy="419101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0EB83A17-6400-482F-9AC1-4B15DC4AA7A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398463" y="6226175"/>
              <a:ext cx="2546350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E018F50C-54AA-4014-91F5-A0895CFE1C2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459538"/>
              <a:ext cx="2012950" cy="141288"/>
            </a:xfrm>
            <a:custGeom>
              <a:avLst/>
              <a:gdLst>
                <a:gd name="T0" fmla="*/ 1160 w 1179"/>
                <a:gd name="T1" fmla="*/ 55 h 82"/>
                <a:gd name="T2" fmla="*/ 1131 w 1179"/>
                <a:gd name="T3" fmla="*/ 38 h 82"/>
                <a:gd name="T4" fmla="*/ 1136 w 1179"/>
                <a:gd name="T5" fmla="*/ 61 h 82"/>
                <a:gd name="T6" fmla="*/ 1077 w 1179"/>
                <a:gd name="T7" fmla="*/ 57 h 82"/>
                <a:gd name="T8" fmla="*/ 1095 w 1179"/>
                <a:gd name="T9" fmla="*/ 21 h 82"/>
                <a:gd name="T10" fmla="*/ 1088 w 1179"/>
                <a:gd name="T11" fmla="*/ 56 h 82"/>
                <a:gd name="T12" fmla="*/ 1089 w 1179"/>
                <a:gd name="T13" fmla="*/ 76 h 82"/>
                <a:gd name="T14" fmla="*/ 1052 w 1179"/>
                <a:gd name="T15" fmla="*/ 43 h 82"/>
                <a:gd name="T16" fmla="*/ 1038 w 1179"/>
                <a:gd name="T17" fmla="*/ 58 h 82"/>
                <a:gd name="T18" fmla="*/ 985 w 1179"/>
                <a:gd name="T19" fmla="*/ 33 h 82"/>
                <a:gd name="T20" fmla="*/ 1003 w 1179"/>
                <a:gd name="T21" fmla="*/ 53 h 82"/>
                <a:gd name="T22" fmla="*/ 926 w 1179"/>
                <a:gd name="T23" fmla="*/ 26 h 82"/>
                <a:gd name="T24" fmla="*/ 927 w 1179"/>
                <a:gd name="T25" fmla="*/ 64 h 82"/>
                <a:gd name="T26" fmla="*/ 873 w 1179"/>
                <a:gd name="T27" fmla="*/ 63 h 82"/>
                <a:gd name="T28" fmla="*/ 899 w 1179"/>
                <a:gd name="T29" fmla="*/ 38 h 82"/>
                <a:gd name="T30" fmla="*/ 866 w 1179"/>
                <a:gd name="T31" fmla="*/ 63 h 82"/>
                <a:gd name="T32" fmla="*/ 844 w 1179"/>
                <a:gd name="T33" fmla="*/ 61 h 82"/>
                <a:gd name="T34" fmla="*/ 858 w 1179"/>
                <a:gd name="T35" fmla="*/ 27 h 82"/>
                <a:gd name="T36" fmla="*/ 816 w 1179"/>
                <a:gd name="T37" fmla="*/ 27 h 82"/>
                <a:gd name="T38" fmla="*/ 814 w 1179"/>
                <a:gd name="T39" fmla="*/ 0 h 82"/>
                <a:gd name="T40" fmla="*/ 800 w 1179"/>
                <a:gd name="T41" fmla="*/ 63 h 82"/>
                <a:gd name="T42" fmla="*/ 772 w 1179"/>
                <a:gd name="T43" fmla="*/ 20 h 82"/>
                <a:gd name="T44" fmla="*/ 710 w 1179"/>
                <a:gd name="T45" fmla="*/ 62 h 82"/>
                <a:gd name="T46" fmla="*/ 732 w 1179"/>
                <a:gd name="T47" fmla="*/ 21 h 82"/>
                <a:gd name="T48" fmla="*/ 695 w 1179"/>
                <a:gd name="T49" fmla="*/ 21 h 82"/>
                <a:gd name="T50" fmla="*/ 677 w 1179"/>
                <a:gd name="T51" fmla="*/ 61 h 82"/>
                <a:gd name="T52" fmla="*/ 691 w 1179"/>
                <a:gd name="T53" fmla="*/ 27 h 82"/>
                <a:gd name="T54" fmla="*/ 657 w 1179"/>
                <a:gd name="T55" fmla="*/ 14 h 82"/>
                <a:gd name="T56" fmla="*/ 661 w 1179"/>
                <a:gd name="T57" fmla="*/ 21 h 82"/>
                <a:gd name="T58" fmla="*/ 642 w 1179"/>
                <a:gd name="T59" fmla="*/ 28 h 82"/>
                <a:gd name="T60" fmla="*/ 621 w 1179"/>
                <a:gd name="T61" fmla="*/ 55 h 82"/>
                <a:gd name="T62" fmla="*/ 615 w 1179"/>
                <a:gd name="T63" fmla="*/ 27 h 82"/>
                <a:gd name="T64" fmla="*/ 596 w 1179"/>
                <a:gd name="T65" fmla="*/ 34 h 82"/>
                <a:gd name="T66" fmla="*/ 587 w 1179"/>
                <a:gd name="T67" fmla="*/ 40 h 82"/>
                <a:gd name="T68" fmla="*/ 560 w 1179"/>
                <a:gd name="T69" fmla="*/ 43 h 82"/>
                <a:gd name="T70" fmla="*/ 535 w 1179"/>
                <a:gd name="T71" fmla="*/ 44 h 82"/>
                <a:gd name="T72" fmla="*/ 498 w 1179"/>
                <a:gd name="T73" fmla="*/ 9 h 82"/>
                <a:gd name="T74" fmla="*/ 506 w 1179"/>
                <a:gd name="T75" fmla="*/ 63 h 82"/>
                <a:gd name="T76" fmla="*/ 480 w 1179"/>
                <a:gd name="T77" fmla="*/ 39 h 82"/>
                <a:gd name="T78" fmla="*/ 460 w 1179"/>
                <a:gd name="T79" fmla="*/ 21 h 82"/>
                <a:gd name="T80" fmla="*/ 442 w 1179"/>
                <a:gd name="T81" fmla="*/ 39 h 82"/>
                <a:gd name="T82" fmla="*/ 402 w 1179"/>
                <a:gd name="T83" fmla="*/ 5 h 82"/>
                <a:gd name="T84" fmla="*/ 367 w 1179"/>
                <a:gd name="T85" fmla="*/ 63 h 82"/>
                <a:gd name="T86" fmla="*/ 340 w 1179"/>
                <a:gd name="T87" fmla="*/ 21 h 82"/>
                <a:gd name="T88" fmla="*/ 313 w 1179"/>
                <a:gd name="T89" fmla="*/ 26 h 82"/>
                <a:gd name="T90" fmla="*/ 277 w 1179"/>
                <a:gd name="T91" fmla="*/ 9 h 82"/>
                <a:gd name="T92" fmla="*/ 285 w 1179"/>
                <a:gd name="T93" fmla="*/ 63 h 82"/>
                <a:gd name="T94" fmla="*/ 270 w 1179"/>
                <a:gd name="T95" fmla="*/ 27 h 82"/>
                <a:gd name="T96" fmla="*/ 251 w 1179"/>
                <a:gd name="T97" fmla="*/ 34 h 82"/>
                <a:gd name="T98" fmla="*/ 214 w 1179"/>
                <a:gd name="T99" fmla="*/ 44 h 82"/>
                <a:gd name="T100" fmla="*/ 233 w 1179"/>
                <a:gd name="T101" fmla="*/ 63 h 82"/>
                <a:gd name="T102" fmla="*/ 189 w 1179"/>
                <a:gd name="T103" fmla="*/ 38 h 82"/>
                <a:gd name="T104" fmla="*/ 181 w 1179"/>
                <a:gd name="T105" fmla="*/ 4 h 82"/>
                <a:gd name="T106" fmla="*/ 145 w 1179"/>
                <a:gd name="T107" fmla="*/ 42 h 82"/>
                <a:gd name="T108" fmla="*/ 92 w 1179"/>
                <a:gd name="T109" fmla="*/ 34 h 82"/>
                <a:gd name="T110" fmla="*/ 91 w 1179"/>
                <a:gd name="T111" fmla="*/ 28 h 82"/>
                <a:gd name="T112" fmla="*/ 59 w 1179"/>
                <a:gd name="T113" fmla="*/ 26 h 82"/>
                <a:gd name="T114" fmla="*/ 60 w 1179"/>
                <a:gd name="T115" fmla="*/ 64 h 82"/>
                <a:gd name="T116" fmla="*/ 13 w 1179"/>
                <a:gd name="T117" fmla="*/ 35 h 82"/>
                <a:gd name="T118" fmla="*/ 25 w 1179"/>
                <a:gd name="T119" fmla="*/ 19 h 82"/>
                <a:gd name="T120" fmla="*/ 35 w 1179"/>
                <a:gd name="T121" fmla="*/ 46 h 82"/>
                <a:gd name="T122" fmla="*/ 0 w 1179"/>
                <a:gd name="T123" fmla="*/ 63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179" h="82">
                  <a:moveTo>
                    <a:pt x="1142" y="21"/>
                  </a:moveTo>
                  <a:cubicBezTo>
                    <a:pt x="1157" y="63"/>
                    <a:pt x="1157" y="63"/>
                    <a:pt x="1157" y="63"/>
                  </a:cubicBezTo>
                  <a:cubicBezTo>
                    <a:pt x="1163" y="63"/>
                    <a:pt x="1163" y="63"/>
                    <a:pt x="1163" y="63"/>
                  </a:cubicBezTo>
                  <a:cubicBezTo>
                    <a:pt x="1179" y="21"/>
                    <a:pt x="1179" y="21"/>
                    <a:pt x="1179" y="21"/>
                  </a:cubicBezTo>
                  <a:cubicBezTo>
                    <a:pt x="1171" y="21"/>
                    <a:pt x="1171" y="21"/>
                    <a:pt x="1171" y="21"/>
                  </a:cubicBezTo>
                  <a:cubicBezTo>
                    <a:pt x="1164" y="44"/>
                    <a:pt x="1164" y="44"/>
                    <a:pt x="1164" y="44"/>
                  </a:cubicBezTo>
                  <a:cubicBezTo>
                    <a:pt x="1162" y="48"/>
                    <a:pt x="1161" y="52"/>
                    <a:pt x="1160" y="55"/>
                  </a:cubicBezTo>
                  <a:cubicBezTo>
                    <a:pt x="1160" y="55"/>
                    <a:pt x="1160" y="55"/>
                    <a:pt x="1160" y="55"/>
                  </a:cubicBezTo>
                  <a:cubicBezTo>
                    <a:pt x="1159" y="52"/>
                    <a:pt x="1158" y="48"/>
                    <a:pt x="1157" y="44"/>
                  </a:cubicBezTo>
                  <a:cubicBezTo>
                    <a:pt x="1149" y="21"/>
                    <a:pt x="1149" y="21"/>
                    <a:pt x="1149" y="21"/>
                  </a:cubicBezTo>
                  <a:lnTo>
                    <a:pt x="1142" y="21"/>
                  </a:lnTo>
                  <a:close/>
                  <a:moveTo>
                    <a:pt x="1110" y="38"/>
                  </a:moveTo>
                  <a:cubicBezTo>
                    <a:pt x="1111" y="33"/>
                    <a:pt x="1114" y="26"/>
                    <a:pt x="1121" y="26"/>
                  </a:cubicBezTo>
                  <a:cubicBezTo>
                    <a:pt x="1129" y="26"/>
                    <a:pt x="1131" y="33"/>
                    <a:pt x="1131" y="38"/>
                  </a:cubicBezTo>
                  <a:lnTo>
                    <a:pt x="1110" y="38"/>
                  </a:lnTo>
                  <a:close/>
                  <a:moveTo>
                    <a:pt x="1138" y="43"/>
                  </a:moveTo>
                  <a:cubicBezTo>
                    <a:pt x="1138" y="42"/>
                    <a:pt x="1138" y="41"/>
                    <a:pt x="1138" y="40"/>
                  </a:cubicBezTo>
                  <a:cubicBezTo>
                    <a:pt x="1138" y="32"/>
                    <a:pt x="1135" y="20"/>
                    <a:pt x="1122" y="20"/>
                  </a:cubicBezTo>
                  <a:cubicBezTo>
                    <a:pt x="1110" y="20"/>
                    <a:pt x="1104" y="30"/>
                    <a:pt x="1104" y="43"/>
                  </a:cubicBezTo>
                  <a:cubicBezTo>
                    <a:pt x="1104" y="55"/>
                    <a:pt x="1111" y="64"/>
                    <a:pt x="1123" y="64"/>
                  </a:cubicBezTo>
                  <a:cubicBezTo>
                    <a:pt x="1129" y="64"/>
                    <a:pt x="1133" y="62"/>
                    <a:pt x="1136" y="61"/>
                  </a:cubicBezTo>
                  <a:cubicBezTo>
                    <a:pt x="1134" y="56"/>
                    <a:pt x="1134" y="56"/>
                    <a:pt x="1134" y="56"/>
                  </a:cubicBezTo>
                  <a:cubicBezTo>
                    <a:pt x="1132" y="57"/>
                    <a:pt x="1129" y="58"/>
                    <a:pt x="1124" y="58"/>
                  </a:cubicBezTo>
                  <a:cubicBezTo>
                    <a:pt x="1117" y="58"/>
                    <a:pt x="1110" y="54"/>
                    <a:pt x="1110" y="43"/>
                  </a:cubicBezTo>
                  <a:lnTo>
                    <a:pt x="1138" y="43"/>
                  </a:lnTo>
                  <a:close/>
                  <a:moveTo>
                    <a:pt x="1088" y="45"/>
                  </a:moveTo>
                  <a:cubicBezTo>
                    <a:pt x="1088" y="46"/>
                    <a:pt x="1087" y="48"/>
                    <a:pt x="1087" y="49"/>
                  </a:cubicBezTo>
                  <a:cubicBezTo>
                    <a:pt x="1086" y="54"/>
                    <a:pt x="1082" y="57"/>
                    <a:pt x="1077" y="57"/>
                  </a:cubicBezTo>
                  <a:cubicBezTo>
                    <a:pt x="1070" y="57"/>
                    <a:pt x="1066" y="50"/>
                    <a:pt x="1066" y="42"/>
                  </a:cubicBezTo>
                  <a:cubicBezTo>
                    <a:pt x="1066" y="32"/>
                    <a:pt x="1071" y="26"/>
                    <a:pt x="1077" y="26"/>
                  </a:cubicBezTo>
                  <a:cubicBezTo>
                    <a:pt x="1083" y="26"/>
                    <a:pt x="1086" y="30"/>
                    <a:pt x="1087" y="34"/>
                  </a:cubicBezTo>
                  <a:cubicBezTo>
                    <a:pt x="1088" y="35"/>
                    <a:pt x="1088" y="36"/>
                    <a:pt x="1088" y="37"/>
                  </a:cubicBezTo>
                  <a:lnTo>
                    <a:pt x="1088" y="45"/>
                  </a:lnTo>
                  <a:close/>
                  <a:moveTo>
                    <a:pt x="1095" y="32"/>
                  </a:moveTo>
                  <a:cubicBezTo>
                    <a:pt x="1095" y="27"/>
                    <a:pt x="1095" y="24"/>
                    <a:pt x="1095" y="21"/>
                  </a:cubicBezTo>
                  <a:cubicBezTo>
                    <a:pt x="1089" y="21"/>
                    <a:pt x="1089" y="21"/>
                    <a:pt x="1089" y="21"/>
                  </a:cubicBezTo>
                  <a:cubicBezTo>
                    <a:pt x="1089" y="27"/>
                    <a:pt x="1089" y="27"/>
                    <a:pt x="1089" y="27"/>
                  </a:cubicBezTo>
                  <a:cubicBezTo>
                    <a:pt x="1088" y="27"/>
                    <a:pt x="1088" y="27"/>
                    <a:pt x="1088" y="27"/>
                  </a:cubicBezTo>
                  <a:cubicBezTo>
                    <a:pt x="1087" y="24"/>
                    <a:pt x="1083" y="20"/>
                    <a:pt x="1076" y="20"/>
                  </a:cubicBezTo>
                  <a:cubicBezTo>
                    <a:pt x="1067" y="20"/>
                    <a:pt x="1059" y="28"/>
                    <a:pt x="1059" y="42"/>
                  </a:cubicBezTo>
                  <a:cubicBezTo>
                    <a:pt x="1059" y="54"/>
                    <a:pt x="1066" y="63"/>
                    <a:pt x="1075" y="63"/>
                  </a:cubicBezTo>
                  <a:cubicBezTo>
                    <a:pt x="1081" y="63"/>
                    <a:pt x="1085" y="60"/>
                    <a:pt x="1088" y="56"/>
                  </a:cubicBezTo>
                  <a:cubicBezTo>
                    <a:pt x="1088" y="56"/>
                    <a:pt x="1088" y="56"/>
                    <a:pt x="1088" y="56"/>
                  </a:cubicBezTo>
                  <a:cubicBezTo>
                    <a:pt x="1088" y="60"/>
                    <a:pt x="1088" y="60"/>
                    <a:pt x="1088" y="60"/>
                  </a:cubicBezTo>
                  <a:cubicBezTo>
                    <a:pt x="1088" y="71"/>
                    <a:pt x="1082" y="75"/>
                    <a:pt x="1075" y="75"/>
                  </a:cubicBezTo>
                  <a:cubicBezTo>
                    <a:pt x="1070" y="75"/>
                    <a:pt x="1066" y="73"/>
                    <a:pt x="1064" y="72"/>
                  </a:cubicBezTo>
                  <a:cubicBezTo>
                    <a:pt x="1062" y="77"/>
                    <a:pt x="1062" y="77"/>
                    <a:pt x="1062" y="77"/>
                  </a:cubicBezTo>
                  <a:cubicBezTo>
                    <a:pt x="1065" y="80"/>
                    <a:pt x="1070" y="81"/>
                    <a:pt x="1075" y="81"/>
                  </a:cubicBezTo>
                  <a:cubicBezTo>
                    <a:pt x="1080" y="81"/>
                    <a:pt x="1085" y="80"/>
                    <a:pt x="1089" y="76"/>
                  </a:cubicBezTo>
                  <a:cubicBezTo>
                    <a:pt x="1093" y="72"/>
                    <a:pt x="1095" y="66"/>
                    <a:pt x="1095" y="57"/>
                  </a:cubicBezTo>
                  <a:lnTo>
                    <a:pt x="1095" y="32"/>
                  </a:lnTo>
                  <a:close/>
                  <a:moveTo>
                    <a:pt x="1025" y="38"/>
                  </a:moveTo>
                  <a:cubicBezTo>
                    <a:pt x="1026" y="33"/>
                    <a:pt x="1029" y="26"/>
                    <a:pt x="1036" y="26"/>
                  </a:cubicBezTo>
                  <a:cubicBezTo>
                    <a:pt x="1044" y="26"/>
                    <a:pt x="1046" y="33"/>
                    <a:pt x="1046" y="38"/>
                  </a:cubicBezTo>
                  <a:lnTo>
                    <a:pt x="1025" y="38"/>
                  </a:lnTo>
                  <a:close/>
                  <a:moveTo>
                    <a:pt x="1052" y="43"/>
                  </a:moveTo>
                  <a:cubicBezTo>
                    <a:pt x="1053" y="42"/>
                    <a:pt x="1053" y="41"/>
                    <a:pt x="1053" y="40"/>
                  </a:cubicBezTo>
                  <a:cubicBezTo>
                    <a:pt x="1053" y="32"/>
                    <a:pt x="1049" y="20"/>
                    <a:pt x="1037" y="20"/>
                  </a:cubicBezTo>
                  <a:cubicBezTo>
                    <a:pt x="1025" y="20"/>
                    <a:pt x="1018" y="30"/>
                    <a:pt x="1018" y="43"/>
                  </a:cubicBezTo>
                  <a:cubicBezTo>
                    <a:pt x="1018" y="55"/>
                    <a:pt x="1026" y="64"/>
                    <a:pt x="1037" y="64"/>
                  </a:cubicBezTo>
                  <a:cubicBezTo>
                    <a:pt x="1044" y="64"/>
                    <a:pt x="1048" y="62"/>
                    <a:pt x="1051" y="61"/>
                  </a:cubicBezTo>
                  <a:cubicBezTo>
                    <a:pt x="1049" y="56"/>
                    <a:pt x="1049" y="56"/>
                    <a:pt x="1049" y="56"/>
                  </a:cubicBezTo>
                  <a:cubicBezTo>
                    <a:pt x="1047" y="57"/>
                    <a:pt x="1044" y="58"/>
                    <a:pt x="1038" y="58"/>
                  </a:cubicBezTo>
                  <a:cubicBezTo>
                    <a:pt x="1031" y="58"/>
                    <a:pt x="1025" y="54"/>
                    <a:pt x="1025" y="43"/>
                  </a:cubicBezTo>
                  <a:lnTo>
                    <a:pt x="1052" y="43"/>
                  </a:lnTo>
                  <a:close/>
                  <a:moveTo>
                    <a:pt x="975" y="63"/>
                  </a:moveTo>
                  <a:cubicBezTo>
                    <a:pt x="975" y="38"/>
                    <a:pt x="975" y="38"/>
                    <a:pt x="975" y="38"/>
                  </a:cubicBezTo>
                  <a:cubicBezTo>
                    <a:pt x="975" y="28"/>
                    <a:pt x="975" y="21"/>
                    <a:pt x="975" y="14"/>
                  </a:cubicBezTo>
                  <a:cubicBezTo>
                    <a:pt x="975" y="14"/>
                    <a:pt x="975" y="14"/>
                    <a:pt x="975" y="14"/>
                  </a:cubicBezTo>
                  <a:cubicBezTo>
                    <a:pt x="978" y="20"/>
                    <a:pt x="981" y="27"/>
                    <a:pt x="985" y="33"/>
                  </a:cubicBezTo>
                  <a:cubicBezTo>
                    <a:pt x="1002" y="63"/>
                    <a:pt x="1002" y="63"/>
                    <a:pt x="1002" y="63"/>
                  </a:cubicBezTo>
                  <a:cubicBezTo>
                    <a:pt x="1009" y="63"/>
                    <a:pt x="1009" y="63"/>
                    <a:pt x="1009" y="63"/>
                  </a:cubicBezTo>
                  <a:cubicBezTo>
                    <a:pt x="1009" y="5"/>
                    <a:pt x="1009" y="5"/>
                    <a:pt x="1009" y="5"/>
                  </a:cubicBezTo>
                  <a:cubicBezTo>
                    <a:pt x="1003" y="5"/>
                    <a:pt x="1003" y="5"/>
                    <a:pt x="1003" y="5"/>
                  </a:cubicBezTo>
                  <a:cubicBezTo>
                    <a:pt x="1003" y="29"/>
                    <a:pt x="1003" y="29"/>
                    <a:pt x="1003" y="29"/>
                  </a:cubicBezTo>
                  <a:cubicBezTo>
                    <a:pt x="1003" y="38"/>
                    <a:pt x="1003" y="45"/>
                    <a:pt x="1003" y="53"/>
                  </a:cubicBezTo>
                  <a:cubicBezTo>
                    <a:pt x="1003" y="53"/>
                    <a:pt x="1003" y="53"/>
                    <a:pt x="1003" y="53"/>
                  </a:cubicBezTo>
                  <a:cubicBezTo>
                    <a:pt x="1001" y="47"/>
                    <a:pt x="997" y="41"/>
                    <a:pt x="994" y="34"/>
                  </a:cubicBezTo>
                  <a:cubicBezTo>
                    <a:pt x="976" y="5"/>
                    <a:pt x="976" y="5"/>
                    <a:pt x="976" y="5"/>
                  </a:cubicBezTo>
                  <a:cubicBezTo>
                    <a:pt x="969" y="5"/>
                    <a:pt x="969" y="5"/>
                    <a:pt x="969" y="5"/>
                  </a:cubicBezTo>
                  <a:cubicBezTo>
                    <a:pt x="969" y="63"/>
                    <a:pt x="969" y="63"/>
                    <a:pt x="969" y="63"/>
                  </a:cubicBezTo>
                  <a:lnTo>
                    <a:pt x="975" y="63"/>
                  </a:lnTo>
                  <a:close/>
                  <a:moveTo>
                    <a:pt x="915" y="38"/>
                  </a:moveTo>
                  <a:cubicBezTo>
                    <a:pt x="916" y="33"/>
                    <a:pt x="919" y="26"/>
                    <a:pt x="926" y="26"/>
                  </a:cubicBezTo>
                  <a:cubicBezTo>
                    <a:pt x="934" y="26"/>
                    <a:pt x="936" y="33"/>
                    <a:pt x="936" y="38"/>
                  </a:cubicBezTo>
                  <a:lnTo>
                    <a:pt x="915" y="38"/>
                  </a:lnTo>
                  <a:close/>
                  <a:moveTo>
                    <a:pt x="942" y="43"/>
                  </a:moveTo>
                  <a:cubicBezTo>
                    <a:pt x="942" y="42"/>
                    <a:pt x="942" y="41"/>
                    <a:pt x="942" y="40"/>
                  </a:cubicBezTo>
                  <a:cubicBezTo>
                    <a:pt x="942" y="32"/>
                    <a:pt x="939" y="20"/>
                    <a:pt x="926" y="20"/>
                  </a:cubicBezTo>
                  <a:cubicBezTo>
                    <a:pt x="915" y="20"/>
                    <a:pt x="908" y="30"/>
                    <a:pt x="908" y="43"/>
                  </a:cubicBezTo>
                  <a:cubicBezTo>
                    <a:pt x="908" y="55"/>
                    <a:pt x="915" y="64"/>
                    <a:pt x="927" y="64"/>
                  </a:cubicBezTo>
                  <a:cubicBezTo>
                    <a:pt x="933" y="64"/>
                    <a:pt x="938" y="62"/>
                    <a:pt x="940" y="61"/>
                  </a:cubicBezTo>
                  <a:cubicBezTo>
                    <a:pt x="939" y="56"/>
                    <a:pt x="939" y="56"/>
                    <a:pt x="939" y="56"/>
                  </a:cubicBezTo>
                  <a:cubicBezTo>
                    <a:pt x="936" y="57"/>
                    <a:pt x="933" y="58"/>
                    <a:pt x="928" y="58"/>
                  </a:cubicBezTo>
                  <a:cubicBezTo>
                    <a:pt x="921" y="58"/>
                    <a:pt x="915" y="54"/>
                    <a:pt x="915" y="43"/>
                  </a:cubicBezTo>
                  <a:lnTo>
                    <a:pt x="942" y="43"/>
                  </a:lnTo>
                  <a:close/>
                  <a:moveTo>
                    <a:pt x="866" y="63"/>
                  </a:moveTo>
                  <a:cubicBezTo>
                    <a:pt x="873" y="63"/>
                    <a:pt x="873" y="63"/>
                    <a:pt x="873" y="63"/>
                  </a:cubicBezTo>
                  <a:cubicBezTo>
                    <a:pt x="873" y="38"/>
                    <a:pt x="873" y="38"/>
                    <a:pt x="873" y="38"/>
                  </a:cubicBezTo>
                  <a:cubicBezTo>
                    <a:pt x="873" y="36"/>
                    <a:pt x="873" y="35"/>
                    <a:pt x="874" y="34"/>
                  </a:cubicBezTo>
                  <a:cubicBezTo>
                    <a:pt x="875" y="30"/>
                    <a:pt x="879" y="26"/>
                    <a:pt x="883" y="26"/>
                  </a:cubicBezTo>
                  <a:cubicBezTo>
                    <a:pt x="890" y="26"/>
                    <a:pt x="892" y="32"/>
                    <a:pt x="892" y="39"/>
                  </a:cubicBezTo>
                  <a:cubicBezTo>
                    <a:pt x="892" y="63"/>
                    <a:pt x="892" y="63"/>
                    <a:pt x="892" y="63"/>
                  </a:cubicBezTo>
                  <a:cubicBezTo>
                    <a:pt x="899" y="63"/>
                    <a:pt x="899" y="63"/>
                    <a:pt x="899" y="63"/>
                  </a:cubicBezTo>
                  <a:cubicBezTo>
                    <a:pt x="899" y="38"/>
                    <a:pt x="899" y="38"/>
                    <a:pt x="899" y="38"/>
                  </a:cubicBezTo>
                  <a:cubicBezTo>
                    <a:pt x="899" y="24"/>
                    <a:pt x="891" y="20"/>
                    <a:pt x="886" y="20"/>
                  </a:cubicBezTo>
                  <a:cubicBezTo>
                    <a:pt x="883" y="20"/>
                    <a:pt x="881" y="21"/>
                    <a:pt x="879" y="22"/>
                  </a:cubicBezTo>
                  <a:cubicBezTo>
                    <a:pt x="876" y="23"/>
                    <a:pt x="875" y="25"/>
                    <a:pt x="874" y="28"/>
                  </a:cubicBezTo>
                  <a:cubicBezTo>
                    <a:pt x="873" y="28"/>
                    <a:pt x="873" y="28"/>
                    <a:pt x="873" y="28"/>
                  </a:cubicBezTo>
                  <a:cubicBezTo>
                    <a:pt x="873" y="1"/>
                    <a:pt x="873" y="1"/>
                    <a:pt x="873" y="1"/>
                  </a:cubicBezTo>
                  <a:cubicBezTo>
                    <a:pt x="866" y="1"/>
                    <a:pt x="866" y="1"/>
                    <a:pt x="866" y="1"/>
                  </a:cubicBezTo>
                  <a:lnTo>
                    <a:pt x="866" y="63"/>
                  </a:lnTo>
                  <a:close/>
                  <a:moveTo>
                    <a:pt x="841" y="13"/>
                  </a:moveTo>
                  <a:cubicBezTo>
                    <a:pt x="841" y="21"/>
                    <a:pt x="841" y="21"/>
                    <a:pt x="841" y="21"/>
                  </a:cubicBezTo>
                  <a:cubicBezTo>
                    <a:pt x="835" y="21"/>
                    <a:pt x="835" y="21"/>
                    <a:pt x="835" y="21"/>
                  </a:cubicBezTo>
                  <a:cubicBezTo>
                    <a:pt x="835" y="27"/>
                    <a:pt x="835" y="27"/>
                    <a:pt x="835" y="27"/>
                  </a:cubicBezTo>
                  <a:cubicBezTo>
                    <a:pt x="841" y="27"/>
                    <a:pt x="841" y="27"/>
                    <a:pt x="841" y="27"/>
                  </a:cubicBezTo>
                  <a:cubicBezTo>
                    <a:pt x="841" y="50"/>
                    <a:pt x="841" y="50"/>
                    <a:pt x="841" y="50"/>
                  </a:cubicBezTo>
                  <a:cubicBezTo>
                    <a:pt x="841" y="54"/>
                    <a:pt x="842" y="58"/>
                    <a:pt x="844" y="61"/>
                  </a:cubicBezTo>
                  <a:cubicBezTo>
                    <a:pt x="846" y="63"/>
                    <a:pt x="848" y="64"/>
                    <a:pt x="852" y="64"/>
                  </a:cubicBezTo>
                  <a:cubicBezTo>
                    <a:pt x="854" y="64"/>
                    <a:pt x="857" y="63"/>
                    <a:pt x="858" y="63"/>
                  </a:cubicBezTo>
                  <a:cubicBezTo>
                    <a:pt x="858" y="57"/>
                    <a:pt x="858" y="57"/>
                    <a:pt x="858" y="57"/>
                  </a:cubicBezTo>
                  <a:cubicBezTo>
                    <a:pt x="857" y="57"/>
                    <a:pt x="855" y="57"/>
                    <a:pt x="854" y="57"/>
                  </a:cubicBezTo>
                  <a:cubicBezTo>
                    <a:pt x="850" y="57"/>
                    <a:pt x="848" y="54"/>
                    <a:pt x="848" y="49"/>
                  </a:cubicBezTo>
                  <a:cubicBezTo>
                    <a:pt x="848" y="27"/>
                    <a:pt x="848" y="27"/>
                    <a:pt x="848" y="27"/>
                  </a:cubicBezTo>
                  <a:cubicBezTo>
                    <a:pt x="858" y="27"/>
                    <a:pt x="858" y="27"/>
                    <a:pt x="858" y="27"/>
                  </a:cubicBezTo>
                  <a:cubicBezTo>
                    <a:pt x="858" y="21"/>
                    <a:pt x="858" y="21"/>
                    <a:pt x="858" y="21"/>
                  </a:cubicBezTo>
                  <a:cubicBezTo>
                    <a:pt x="848" y="21"/>
                    <a:pt x="848" y="21"/>
                    <a:pt x="848" y="21"/>
                  </a:cubicBezTo>
                  <a:cubicBezTo>
                    <a:pt x="848" y="11"/>
                    <a:pt x="848" y="11"/>
                    <a:pt x="848" y="11"/>
                  </a:cubicBezTo>
                  <a:lnTo>
                    <a:pt x="841" y="13"/>
                  </a:lnTo>
                  <a:close/>
                  <a:moveTo>
                    <a:pt x="807" y="63"/>
                  </a:moveTo>
                  <a:cubicBezTo>
                    <a:pt x="807" y="27"/>
                    <a:pt x="807" y="27"/>
                    <a:pt x="807" y="27"/>
                  </a:cubicBezTo>
                  <a:cubicBezTo>
                    <a:pt x="816" y="27"/>
                    <a:pt x="816" y="27"/>
                    <a:pt x="816" y="27"/>
                  </a:cubicBezTo>
                  <a:cubicBezTo>
                    <a:pt x="816" y="21"/>
                    <a:pt x="816" y="21"/>
                    <a:pt x="816" y="21"/>
                  </a:cubicBezTo>
                  <a:cubicBezTo>
                    <a:pt x="807" y="21"/>
                    <a:pt x="807" y="21"/>
                    <a:pt x="807" y="21"/>
                  </a:cubicBezTo>
                  <a:cubicBezTo>
                    <a:pt x="807" y="19"/>
                    <a:pt x="807" y="19"/>
                    <a:pt x="807" y="19"/>
                  </a:cubicBezTo>
                  <a:cubicBezTo>
                    <a:pt x="807" y="12"/>
                    <a:pt x="808" y="7"/>
                    <a:pt x="814" y="7"/>
                  </a:cubicBezTo>
                  <a:cubicBezTo>
                    <a:pt x="817" y="7"/>
                    <a:pt x="818" y="7"/>
                    <a:pt x="819" y="8"/>
                  </a:cubicBezTo>
                  <a:cubicBezTo>
                    <a:pt x="820" y="2"/>
                    <a:pt x="820" y="2"/>
                    <a:pt x="820" y="2"/>
                  </a:cubicBezTo>
                  <a:cubicBezTo>
                    <a:pt x="819" y="1"/>
                    <a:pt x="816" y="0"/>
                    <a:pt x="814" y="0"/>
                  </a:cubicBezTo>
                  <a:cubicBezTo>
                    <a:pt x="811" y="0"/>
                    <a:pt x="807" y="2"/>
                    <a:pt x="804" y="4"/>
                  </a:cubicBezTo>
                  <a:cubicBezTo>
                    <a:pt x="801" y="8"/>
                    <a:pt x="800" y="13"/>
                    <a:pt x="800" y="19"/>
                  </a:cubicBezTo>
                  <a:cubicBezTo>
                    <a:pt x="800" y="21"/>
                    <a:pt x="800" y="21"/>
                    <a:pt x="800" y="21"/>
                  </a:cubicBezTo>
                  <a:cubicBezTo>
                    <a:pt x="795" y="21"/>
                    <a:pt x="795" y="21"/>
                    <a:pt x="795" y="21"/>
                  </a:cubicBezTo>
                  <a:cubicBezTo>
                    <a:pt x="795" y="27"/>
                    <a:pt x="795" y="27"/>
                    <a:pt x="795" y="27"/>
                  </a:cubicBezTo>
                  <a:cubicBezTo>
                    <a:pt x="800" y="27"/>
                    <a:pt x="800" y="27"/>
                    <a:pt x="800" y="27"/>
                  </a:cubicBezTo>
                  <a:cubicBezTo>
                    <a:pt x="800" y="63"/>
                    <a:pt x="800" y="63"/>
                    <a:pt x="800" y="63"/>
                  </a:cubicBezTo>
                  <a:lnTo>
                    <a:pt x="807" y="63"/>
                  </a:lnTo>
                  <a:close/>
                  <a:moveTo>
                    <a:pt x="771" y="26"/>
                  </a:moveTo>
                  <a:cubicBezTo>
                    <a:pt x="780" y="26"/>
                    <a:pt x="783" y="35"/>
                    <a:pt x="783" y="42"/>
                  </a:cubicBezTo>
                  <a:cubicBezTo>
                    <a:pt x="783" y="51"/>
                    <a:pt x="778" y="58"/>
                    <a:pt x="771" y="58"/>
                  </a:cubicBezTo>
                  <a:cubicBezTo>
                    <a:pt x="764" y="58"/>
                    <a:pt x="759" y="51"/>
                    <a:pt x="759" y="42"/>
                  </a:cubicBezTo>
                  <a:cubicBezTo>
                    <a:pt x="759" y="34"/>
                    <a:pt x="763" y="26"/>
                    <a:pt x="771" y="26"/>
                  </a:cubicBezTo>
                  <a:moveTo>
                    <a:pt x="772" y="20"/>
                  </a:moveTo>
                  <a:cubicBezTo>
                    <a:pt x="761" y="20"/>
                    <a:pt x="752" y="28"/>
                    <a:pt x="752" y="42"/>
                  </a:cubicBezTo>
                  <a:cubicBezTo>
                    <a:pt x="752" y="55"/>
                    <a:pt x="760" y="64"/>
                    <a:pt x="771" y="64"/>
                  </a:cubicBezTo>
                  <a:cubicBezTo>
                    <a:pt x="780" y="64"/>
                    <a:pt x="790" y="57"/>
                    <a:pt x="790" y="42"/>
                  </a:cubicBezTo>
                  <a:cubicBezTo>
                    <a:pt x="790" y="29"/>
                    <a:pt x="783" y="20"/>
                    <a:pt x="772" y="20"/>
                  </a:cubicBezTo>
                  <a:moveTo>
                    <a:pt x="695" y="21"/>
                  </a:moveTo>
                  <a:cubicBezTo>
                    <a:pt x="709" y="60"/>
                    <a:pt x="709" y="60"/>
                    <a:pt x="709" y="60"/>
                  </a:cubicBezTo>
                  <a:cubicBezTo>
                    <a:pt x="710" y="60"/>
                    <a:pt x="710" y="61"/>
                    <a:pt x="710" y="62"/>
                  </a:cubicBezTo>
                  <a:cubicBezTo>
                    <a:pt x="710" y="62"/>
                    <a:pt x="710" y="63"/>
                    <a:pt x="709" y="63"/>
                  </a:cubicBezTo>
                  <a:cubicBezTo>
                    <a:pt x="708" y="67"/>
                    <a:pt x="705" y="70"/>
                    <a:pt x="703" y="72"/>
                  </a:cubicBezTo>
                  <a:cubicBezTo>
                    <a:pt x="701" y="74"/>
                    <a:pt x="699" y="75"/>
                    <a:pt x="697" y="76"/>
                  </a:cubicBezTo>
                  <a:cubicBezTo>
                    <a:pt x="699" y="82"/>
                    <a:pt x="699" y="82"/>
                    <a:pt x="699" y="82"/>
                  </a:cubicBezTo>
                  <a:cubicBezTo>
                    <a:pt x="701" y="81"/>
                    <a:pt x="704" y="80"/>
                    <a:pt x="708" y="77"/>
                  </a:cubicBezTo>
                  <a:cubicBezTo>
                    <a:pt x="712" y="72"/>
                    <a:pt x="716" y="65"/>
                    <a:pt x="721" y="51"/>
                  </a:cubicBezTo>
                  <a:cubicBezTo>
                    <a:pt x="732" y="21"/>
                    <a:pt x="732" y="21"/>
                    <a:pt x="732" y="21"/>
                  </a:cubicBezTo>
                  <a:cubicBezTo>
                    <a:pt x="724" y="21"/>
                    <a:pt x="724" y="21"/>
                    <a:pt x="724" y="21"/>
                  </a:cubicBezTo>
                  <a:cubicBezTo>
                    <a:pt x="716" y="46"/>
                    <a:pt x="716" y="46"/>
                    <a:pt x="716" y="46"/>
                  </a:cubicBezTo>
                  <a:cubicBezTo>
                    <a:pt x="715" y="49"/>
                    <a:pt x="715" y="52"/>
                    <a:pt x="714" y="54"/>
                  </a:cubicBezTo>
                  <a:cubicBezTo>
                    <a:pt x="714" y="54"/>
                    <a:pt x="714" y="54"/>
                    <a:pt x="714" y="54"/>
                  </a:cubicBezTo>
                  <a:cubicBezTo>
                    <a:pt x="713" y="52"/>
                    <a:pt x="712" y="48"/>
                    <a:pt x="711" y="46"/>
                  </a:cubicBezTo>
                  <a:cubicBezTo>
                    <a:pt x="703" y="21"/>
                    <a:pt x="703" y="21"/>
                    <a:pt x="703" y="21"/>
                  </a:cubicBezTo>
                  <a:lnTo>
                    <a:pt x="695" y="21"/>
                  </a:lnTo>
                  <a:close/>
                  <a:moveTo>
                    <a:pt x="674" y="13"/>
                  </a:moveTo>
                  <a:cubicBezTo>
                    <a:pt x="674" y="21"/>
                    <a:pt x="674" y="21"/>
                    <a:pt x="674" y="21"/>
                  </a:cubicBezTo>
                  <a:cubicBezTo>
                    <a:pt x="668" y="21"/>
                    <a:pt x="668" y="21"/>
                    <a:pt x="668" y="21"/>
                  </a:cubicBezTo>
                  <a:cubicBezTo>
                    <a:pt x="668" y="27"/>
                    <a:pt x="668" y="27"/>
                    <a:pt x="668" y="27"/>
                  </a:cubicBezTo>
                  <a:cubicBezTo>
                    <a:pt x="674" y="27"/>
                    <a:pt x="674" y="27"/>
                    <a:pt x="674" y="27"/>
                  </a:cubicBezTo>
                  <a:cubicBezTo>
                    <a:pt x="674" y="50"/>
                    <a:pt x="674" y="50"/>
                    <a:pt x="674" y="50"/>
                  </a:cubicBezTo>
                  <a:cubicBezTo>
                    <a:pt x="674" y="54"/>
                    <a:pt x="675" y="58"/>
                    <a:pt x="677" y="61"/>
                  </a:cubicBezTo>
                  <a:cubicBezTo>
                    <a:pt x="679" y="63"/>
                    <a:pt x="681" y="64"/>
                    <a:pt x="685" y="64"/>
                  </a:cubicBezTo>
                  <a:cubicBezTo>
                    <a:pt x="688" y="64"/>
                    <a:pt x="690" y="63"/>
                    <a:pt x="691" y="63"/>
                  </a:cubicBezTo>
                  <a:cubicBezTo>
                    <a:pt x="691" y="57"/>
                    <a:pt x="691" y="57"/>
                    <a:pt x="691" y="57"/>
                  </a:cubicBezTo>
                  <a:cubicBezTo>
                    <a:pt x="690" y="57"/>
                    <a:pt x="689" y="57"/>
                    <a:pt x="687" y="57"/>
                  </a:cubicBezTo>
                  <a:cubicBezTo>
                    <a:pt x="683" y="57"/>
                    <a:pt x="681" y="54"/>
                    <a:pt x="681" y="49"/>
                  </a:cubicBezTo>
                  <a:cubicBezTo>
                    <a:pt x="681" y="27"/>
                    <a:pt x="681" y="27"/>
                    <a:pt x="681" y="27"/>
                  </a:cubicBezTo>
                  <a:cubicBezTo>
                    <a:pt x="691" y="27"/>
                    <a:pt x="691" y="27"/>
                    <a:pt x="691" y="27"/>
                  </a:cubicBezTo>
                  <a:cubicBezTo>
                    <a:pt x="691" y="21"/>
                    <a:pt x="691" y="21"/>
                    <a:pt x="691" y="21"/>
                  </a:cubicBezTo>
                  <a:cubicBezTo>
                    <a:pt x="681" y="21"/>
                    <a:pt x="681" y="21"/>
                    <a:pt x="681" y="21"/>
                  </a:cubicBezTo>
                  <a:cubicBezTo>
                    <a:pt x="681" y="11"/>
                    <a:pt x="681" y="11"/>
                    <a:pt x="681" y="11"/>
                  </a:cubicBezTo>
                  <a:lnTo>
                    <a:pt x="674" y="13"/>
                  </a:lnTo>
                  <a:close/>
                  <a:moveTo>
                    <a:pt x="658" y="4"/>
                  </a:moveTo>
                  <a:cubicBezTo>
                    <a:pt x="655" y="4"/>
                    <a:pt x="653" y="7"/>
                    <a:pt x="653" y="9"/>
                  </a:cubicBezTo>
                  <a:cubicBezTo>
                    <a:pt x="653" y="12"/>
                    <a:pt x="655" y="14"/>
                    <a:pt x="657" y="14"/>
                  </a:cubicBezTo>
                  <a:cubicBezTo>
                    <a:pt x="660" y="14"/>
                    <a:pt x="662" y="12"/>
                    <a:pt x="662" y="9"/>
                  </a:cubicBezTo>
                  <a:cubicBezTo>
                    <a:pt x="662" y="6"/>
                    <a:pt x="660" y="4"/>
                    <a:pt x="658" y="4"/>
                  </a:cubicBezTo>
                  <a:moveTo>
                    <a:pt x="661" y="21"/>
                  </a:moveTo>
                  <a:cubicBezTo>
                    <a:pt x="654" y="21"/>
                    <a:pt x="654" y="21"/>
                    <a:pt x="654" y="21"/>
                  </a:cubicBezTo>
                  <a:cubicBezTo>
                    <a:pt x="654" y="63"/>
                    <a:pt x="654" y="63"/>
                    <a:pt x="654" y="63"/>
                  </a:cubicBezTo>
                  <a:cubicBezTo>
                    <a:pt x="661" y="63"/>
                    <a:pt x="661" y="63"/>
                    <a:pt x="661" y="63"/>
                  </a:cubicBezTo>
                  <a:lnTo>
                    <a:pt x="661" y="21"/>
                  </a:lnTo>
                  <a:close/>
                  <a:moveTo>
                    <a:pt x="619" y="61"/>
                  </a:moveTo>
                  <a:cubicBezTo>
                    <a:pt x="622" y="63"/>
                    <a:pt x="626" y="64"/>
                    <a:pt x="630" y="64"/>
                  </a:cubicBezTo>
                  <a:cubicBezTo>
                    <a:pt x="640" y="64"/>
                    <a:pt x="645" y="59"/>
                    <a:pt x="645" y="51"/>
                  </a:cubicBezTo>
                  <a:cubicBezTo>
                    <a:pt x="645" y="45"/>
                    <a:pt x="641" y="41"/>
                    <a:pt x="635" y="39"/>
                  </a:cubicBezTo>
                  <a:cubicBezTo>
                    <a:pt x="630" y="36"/>
                    <a:pt x="627" y="35"/>
                    <a:pt x="627" y="31"/>
                  </a:cubicBezTo>
                  <a:cubicBezTo>
                    <a:pt x="627" y="28"/>
                    <a:pt x="630" y="26"/>
                    <a:pt x="634" y="26"/>
                  </a:cubicBezTo>
                  <a:cubicBezTo>
                    <a:pt x="637" y="26"/>
                    <a:pt x="640" y="27"/>
                    <a:pt x="642" y="28"/>
                  </a:cubicBezTo>
                  <a:cubicBezTo>
                    <a:pt x="643" y="23"/>
                    <a:pt x="643" y="23"/>
                    <a:pt x="643" y="23"/>
                  </a:cubicBezTo>
                  <a:cubicBezTo>
                    <a:pt x="641" y="21"/>
                    <a:pt x="638" y="20"/>
                    <a:pt x="634" y="20"/>
                  </a:cubicBezTo>
                  <a:cubicBezTo>
                    <a:pt x="626" y="20"/>
                    <a:pt x="621" y="26"/>
                    <a:pt x="621" y="32"/>
                  </a:cubicBezTo>
                  <a:cubicBezTo>
                    <a:pt x="621" y="37"/>
                    <a:pt x="624" y="41"/>
                    <a:pt x="631" y="44"/>
                  </a:cubicBezTo>
                  <a:cubicBezTo>
                    <a:pt x="636" y="46"/>
                    <a:pt x="638" y="48"/>
                    <a:pt x="638" y="52"/>
                  </a:cubicBezTo>
                  <a:cubicBezTo>
                    <a:pt x="638" y="55"/>
                    <a:pt x="636" y="58"/>
                    <a:pt x="631" y="58"/>
                  </a:cubicBezTo>
                  <a:cubicBezTo>
                    <a:pt x="627" y="58"/>
                    <a:pt x="623" y="56"/>
                    <a:pt x="621" y="55"/>
                  </a:cubicBezTo>
                  <a:lnTo>
                    <a:pt x="619" y="61"/>
                  </a:lnTo>
                  <a:close/>
                  <a:moveTo>
                    <a:pt x="596" y="63"/>
                  </a:moveTo>
                  <a:cubicBezTo>
                    <a:pt x="603" y="63"/>
                    <a:pt x="603" y="63"/>
                    <a:pt x="603" y="63"/>
                  </a:cubicBezTo>
                  <a:cubicBezTo>
                    <a:pt x="603" y="40"/>
                    <a:pt x="603" y="40"/>
                    <a:pt x="603" y="40"/>
                  </a:cubicBezTo>
                  <a:cubicBezTo>
                    <a:pt x="603" y="39"/>
                    <a:pt x="603" y="38"/>
                    <a:pt x="603" y="37"/>
                  </a:cubicBezTo>
                  <a:cubicBezTo>
                    <a:pt x="604" y="31"/>
                    <a:pt x="608" y="27"/>
                    <a:pt x="613" y="27"/>
                  </a:cubicBezTo>
                  <a:cubicBezTo>
                    <a:pt x="614" y="27"/>
                    <a:pt x="614" y="27"/>
                    <a:pt x="615" y="27"/>
                  </a:cubicBezTo>
                  <a:cubicBezTo>
                    <a:pt x="615" y="20"/>
                    <a:pt x="615" y="20"/>
                    <a:pt x="615" y="20"/>
                  </a:cubicBezTo>
                  <a:cubicBezTo>
                    <a:pt x="614" y="20"/>
                    <a:pt x="614" y="20"/>
                    <a:pt x="613" y="20"/>
                  </a:cubicBezTo>
                  <a:cubicBezTo>
                    <a:pt x="608" y="20"/>
                    <a:pt x="604" y="24"/>
                    <a:pt x="602" y="29"/>
                  </a:cubicBezTo>
                  <a:cubicBezTo>
                    <a:pt x="602" y="29"/>
                    <a:pt x="602" y="29"/>
                    <a:pt x="602" y="29"/>
                  </a:cubicBezTo>
                  <a:cubicBezTo>
                    <a:pt x="602" y="21"/>
                    <a:pt x="602" y="21"/>
                    <a:pt x="602" y="21"/>
                  </a:cubicBezTo>
                  <a:cubicBezTo>
                    <a:pt x="596" y="21"/>
                    <a:pt x="596" y="21"/>
                    <a:pt x="596" y="21"/>
                  </a:cubicBezTo>
                  <a:cubicBezTo>
                    <a:pt x="596" y="25"/>
                    <a:pt x="596" y="29"/>
                    <a:pt x="596" y="34"/>
                  </a:cubicBezTo>
                  <a:lnTo>
                    <a:pt x="596" y="63"/>
                  </a:lnTo>
                  <a:close/>
                  <a:moveTo>
                    <a:pt x="560" y="38"/>
                  </a:moveTo>
                  <a:cubicBezTo>
                    <a:pt x="560" y="33"/>
                    <a:pt x="563" y="26"/>
                    <a:pt x="570" y="26"/>
                  </a:cubicBezTo>
                  <a:cubicBezTo>
                    <a:pt x="578" y="26"/>
                    <a:pt x="580" y="33"/>
                    <a:pt x="580" y="38"/>
                  </a:cubicBezTo>
                  <a:lnTo>
                    <a:pt x="560" y="38"/>
                  </a:lnTo>
                  <a:close/>
                  <a:moveTo>
                    <a:pt x="587" y="43"/>
                  </a:moveTo>
                  <a:cubicBezTo>
                    <a:pt x="587" y="42"/>
                    <a:pt x="587" y="41"/>
                    <a:pt x="587" y="40"/>
                  </a:cubicBezTo>
                  <a:cubicBezTo>
                    <a:pt x="587" y="32"/>
                    <a:pt x="584" y="20"/>
                    <a:pt x="571" y="20"/>
                  </a:cubicBezTo>
                  <a:cubicBezTo>
                    <a:pt x="560" y="20"/>
                    <a:pt x="553" y="30"/>
                    <a:pt x="553" y="43"/>
                  </a:cubicBezTo>
                  <a:cubicBezTo>
                    <a:pt x="553" y="55"/>
                    <a:pt x="560" y="64"/>
                    <a:pt x="572" y="64"/>
                  </a:cubicBezTo>
                  <a:cubicBezTo>
                    <a:pt x="578" y="64"/>
                    <a:pt x="582" y="62"/>
                    <a:pt x="585" y="61"/>
                  </a:cubicBezTo>
                  <a:cubicBezTo>
                    <a:pt x="584" y="56"/>
                    <a:pt x="584" y="56"/>
                    <a:pt x="584" y="56"/>
                  </a:cubicBezTo>
                  <a:cubicBezTo>
                    <a:pt x="581" y="57"/>
                    <a:pt x="578" y="58"/>
                    <a:pt x="573" y="58"/>
                  </a:cubicBezTo>
                  <a:cubicBezTo>
                    <a:pt x="566" y="58"/>
                    <a:pt x="560" y="54"/>
                    <a:pt x="560" y="43"/>
                  </a:cubicBezTo>
                  <a:lnTo>
                    <a:pt x="587" y="43"/>
                  </a:lnTo>
                  <a:close/>
                  <a:moveTo>
                    <a:pt x="513" y="21"/>
                  </a:moveTo>
                  <a:cubicBezTo>
                    <a:pt x="528" y="63"/>
                    <a:pt x="528" y="63"/>
                    <a:pt x="528" y="63"/>
                  </a:cubicBezTo>
                  <a:cubicBezTo>
                    <a:pt x="534" y="63"/>
                    <a:pt x="534" y="63"/>
                    <a:pt x="534" y="63"/>
                  </a:cubicBezTo>
                  <a:cubicBezTo>
                    <a:pt x="550" y="21"/>
                    <a:pt x="550" y="21"/>
                    <a:pt x="550" y="21"/>
                  </a:cubicBezTo>
                  <a:cubicBezTo>
                    <a:pt x="542" y="21"/>
                    <a:pt x="542" y="21"/>
                    <a:pt x="542" y="21"/>
                  </a:cubicBezTo>
                  <a:cubicBezTo>
                    <a:pt x="535" y="44"/>
                    <a:pt x="535" y="44"/>
                    <a:pt x="535" y="44"/>
                  </a:cubicBezTo>
                  <a:cubicBezTo>
                    <a:pt x="533" y="48"/>
                    <a:pt x="532" y="52"/>
                    <a:pt x="531" y="55"/>
                  </a:cubicBezTo>
                  <a:cubicBezTo>
                    <a:pt x="531" y="55"/>
                    <a:pt x="531" y="55"/>
                    <a:pt x="531" y="55"/>
                  </a:cubicBezTo>
                  <a:cubicBezTo>
                    <a:pt x="530" y="52"/>
                    <a:pt x="529" y="48"/>
                    <a:pt x="528" y="44"/>
                  </a:cubicBezTo>
                  <a:cubicBezTo>
                    <a:pt x="520" y="21"/>
                    <a:pt x="520" y="21"/>
                    <a:pt x="520" y="21"/>
                  </a:cubicBezTo>
                  <a:lnTo>
                    <a:pt x="513" y="21"/>
                  </a:lnTo>
                  <a:close/>
                  <a:moveTo>
                    <a:pt x="502" y="4"/>
                  </a:moveTo>
                  <a:cubicBezTo>
                    <a:pt x="500" y="4"/>
                    <a:pt x="498" y="7"/>
                    <a:pt x="498" y="9"/>
                  </a:cubicBezTo>
                  <a:cubicBezTo>
                    <a:pt x="498" y="12"/>
                    <a:pt x="500" y="14"/>
                    <a:pt x="502" y="14"/>
                  </a:cubicBezTo>
                  <a:cubicBezTo>
                    <a:pt x="505" y="14"/>
                    <a:pt x="507" y="12"/>
                    <a:pt x="507" y="9"/>
                  </a:cubicBezTo>
                  <a:cubicBezTo>
                    <a:pt x="507" y="6"/>
                    <a:pt x="505" y="4"/>
                    <a:pt x="502" y="4"/>
                  </a:cubicBezTo>
                  <a:moveTo>
                    <a:pt x="506" y="21"/>
                  </a:moveTo>
                  <a:cubicBezTo>
                    <a:pt x="499" y="21"/>
                    <a:pt x="499" y="21"/>
                    <a:pt x="499" y="21"/>
                  </a:cubicBezTo>
                  <a:cubicBezTo>
                    <a:pt x="499" y="63"/>
                    <a:pt x="499" y="63"/>
                    <a:pt x="499" y="63"/>
                  </a:cubicBezTo>
                  <a:cubicBezTo>
                    <a:pt x="506" y="63"/>
                    <a:pt x="506" y="63"/>
                    <a:pt x="506" y="63"/>
                  </a:cubicBezTo>
                  <a:lnTo>
                    <a:pt x="506" y="21"/>
                  </a:lnTo>
                  <a:close/>
                  <a:moveTo>
                    <a:pt x="454" y="63"/>
                  </a:moveTo>
                  <a:cubicBezTo>
                    <a:pt x="461" y="63"/>
                    <a:pt x="461" y="63"/>
                    <a:pt x="461" y="63"/>
                  </a:cubicBezTo>
                  <a:cubicBezTo>
                    <a:pt x="461" y="38"/>
                    <a:pt x="461" y="38"/>
                    <a:pt x="461" y="38"/>
                  </a:cubicBezTo>
                  <a:cubicBezTo>
                    <a:pt x="461" y="36"/>
                    <a:pt x="462" y="35"/>
                    <a:pt x="462" y="34"/>
                  </a:cubicBezTo>
                  <a:cubicBezTo>
                    <a:pt x="463" y="30"/>
                    <a:pt x="467" y="26"/>
                    <a:pt x="471" y="26"/>
                  </a:cubicBezTo>
                  <a:cubicBezTo>
                    <a:pt x="478" y="26"/>
                    <a:pt x="480" y="32"/>
                    <a:pt x="480" y="39"/>
                  </a:cubicBezTo>
                  <a:cubicBezTo>
                    <a:pt x="480" y="63"/>
                    <a:pt x="480" y="63"/>
                    <a:pt x="480" y="63"/>
                  </a:cubicBezTo>
                  <a:cubicBezTo>
                    <a:pt x="487" y="63"/>
                    <a:pt x="487" y="63"/>
                    <a:pt x="487" y="63"/>
                  </a:cubicBezTo>
                  <a:cubicBezTo>
                    <a:pt x="487" y="38"/>
                    <a:pt x="487" y="38"/>
                    <a:pt x="487" y="38"/>
                  </a:cubicBezTo>
                  <a:cubicBezTo>
                    <a:pt x="487" y="24"/>
                    <a:pt x="479" y="20"/>
                    <a:pt x="474" y="20"/>
                  </a:cubicBezTo>
                  <a:cubicBezTo>
                    <a:pt x="467" y="20"/>
                    <a:pt x="463" y="24"/>
                    <a:pt x="461" y="28"/>
                  </a:cubicBezTo>
                  <a:cubicBezTo>
                    <a:pt x="461" y="28"/>
                    <a:pt x="461" y="28"/>
                    <a:pt x="461" y="28"/>
                  </a:cubicBezTo>
                  <a:cubicBezTo>
                    <a:pt x="460" y="21"/>
                    <a:pt x="460" y="21"/>
                    <a:pt x="460" y="21"/>
                  </a:cubicBezTo>
                  <a:cubicBezTo>
                    <a:pt x="454" y="21"/>
                    <a:pt x="454" y="21"/>
                    <a:pt x="454" y="21"/>
                  </a:cubicBezTo>
                  <a:cubicBezTo>
                    <a:pt x="454" y="24"/>
                    <a:pt x="454" y="28"/>
                    <a:pt x="454" y="32"/>
                  </a:cubicBezTo>
                  <a:lnTo>
                    <a:pt x="454" y="63"/>
                  </a:lnTo>
                  <a:close/>
                  <a:moveTo>
                    <a:pt x="402" y="5"/>
                  </a:moveTo>
                  <a:cubicBezTo>
                    <a:pt x="402" y="39"/>
                    <a:pt x="402" y="39"/>
                    <a:pt x="402" y="39"/>
                  </a:cubicBezTo>
                  <a:cubicBezTo>
                    <a:pt x="402" y="57"/>
                    <a:pt x="411" y="64"/>
                    <a:pt x="422" y="64"/>
                  </a:cubicBezTo>
                  <a:cubicBezTo>
                    <a:pt x="434" y="64"/>
                    <a:pt x="442" y="56"/>
                    <a:pt x="442" y="39"/>
                  </a:cubicBezTo>
                  <a:cubicBezTo>
                    <a:pt x="442" y="5"/>
                    <a:pt x="442" y="5"/>
                    <a:pt x="442" y="5"/>
                  </a:cubicBezTo>
                  <a:cubicBezTo>
                    <a:pt x="435" y="5"/>
                    <a:pt x="435" y="5"/>
                    <a:pt x="435" y="5"/>
                  </a:cubicBezTo>
                  <a:cubicBezTo>
                    <a:pt x="435" y="39"/>
                    <a:pt x="435" y="39"/>
                    <a:pt x="435" y="39"/>
                  </a:cubicBezTo>
                  <a:cubicBezTo>
                    <a:pt x="435" y="52"/>
                    <a:pt x="430" y="58"/>
                    <a:pt x="422" y="58"/>
                  </a:cubicBezTo>
                  <a:cubicBezTo>
                    <a:pt x="415" y="58"/>
                    <a:pt x="409" y="52"/>
                    <a:pt x="409" y="39"/>
                  </a:cubicBezTo>
                  <a:cubicBezTo>
                    <a:pt x="409" y="5"/>
                    <a:pt x="409" y="5"/>
                    <a:pt x="409" y="5"/>
                  </a:cubicBezTo>
                  <a:lnTo>
                    <a:pt x="402" y="5"/>
                  </a:lnTo>
                  <a:close/>
                  <a:moveTo>
                    <a:pt x="341" y="63"/>
                  </a:moveTo>
                  <a:cubicBezTo>
                    <a:pt x="348" y="63"/>
                    <a:pt x="348" y="63"/>
                    <a:pt x="348" y="63"/>
                  </a:cubicBezTo>
                  <a:cubicBezTo>
                    <a:pt x="348" y="38"/>
                    <a:pt x="348" y="38"/>
                    <a:pt x="348" y="38"/>
                  </a:cubicBezTo>
                  <a:cubicBezTo>
                    <a:pt x="348" y="36"/>
                    <a:pt x="348" y="35"/>
                    <a:pt x="348" y="34"/>
                  </a:cubicBezTo>
                  <a:cubicBezTo>
                    <a:pt x="349" y="30"/>
                    <a:pt x="353" y="26"/>
                    <a:pt x="358" y="26"/>
                  </a:cubicBezTo>
                  <a:cubicBezTo>
                    <a:pt x="364" y="26"/>
                    <a:pt x="367" y="32"/>
                    <a:pt x="367" y="39"/>
                  </a:cubicBezTo>
                  <a:cubicBezTo>
                    <a:pt x="367" y="63"/>
                    <a:pt x="367" y="63"/>
                    <a:pt x="367" y="63"/>
                  </a:cubicBezTo>
                  <a:cubicBezTo>
                    <a:pt x="374" y="63"/>
                    <a:pt x="374" y="63"/>
                    <a:pt x="374" y="63"/>
                  </a:cubicBezTo>
                  <a:cubicBezTo>
                    <a:pt x="374" y="38"/>
                    <a:pt x="374" y="38"/>
                    <a:pt x="374" y="38"/>
                  </a:cubicBezTo>
                  <a:cubicBezTo>
                    <a:pt x="374" y="24"/>
                    <a:pt x="365" y="20"/>
                    <a:pt x="360" y="20"/>
                  </a:cubicBezTo>
                  <a:cubicBezTo>
                    <a:pt x="354" y="20"/>
                    <a:pt x="349" y="24"/>
                    <a:pt x="347" y="28"/>
                  </a:cubicBezTo>
                  <a:cubicBezTo>
                    <a:pt x="347" y="28"/>
                    <a:pt x="347" y="28"/>
                    <a:pt x="347" y="28"/>
                  </a:cubicBezTo>
                  <a:cubicBezTo>
                    <a:pt x="347" y="21"/>
                    <a:pt x="347" y="21"/>
                    <a:pt x="347" y="21"/>
                  </a:cubicBezTo>
                  <a:cubicBezTo>
                    <a:pt x="340" y="21"/>
                    <a:pt x="340" y="21"/>
                    <a:pt x="340" y="21"/>
                  </a:cubicBezTo>
                  <a:cubicBezTo>
                    <a:pt x="341" y="24"/>
                    <a:pt x="341" y="28"/>
                    <a:pt x="341" y="32"/>
                  </a:cubicBezTo>
                  <a:lnTo>
                    <a:pt x="341" y="63"/>
                  </a:lnTo>
                  <a:close/>
                  <a:moveTo>
                    <a:pt x="313" y="26"/>
                  </a:moveTo>
                  <a:cubicBezTo>
                    <a:pt x="321" y="26"/>
                    <a:pt x="324" y="35"/>
                    <a:pt x="324" y="42"/>
                  </a:cubicBezTo>
                  <a:cubicBezTo>
                    <a:pt x="324" y="51"/>
                    <a:pt x="319" y="58"/>
                    <a:pt x="313" y="58"/>
                  </a:cubicBezTo>
                  <a:cubicBezTo>
                    <a:pt x="306" y="58"/>
                    <a:pt x="301" y="51"/>
                    <a:pt x="301" y="42"/>
                  </a:cubicBezTo>
                  <a:cubicBezTo>
                    <a:pt x="301" y="34"/>
                    <a:pt x="304" y="26"/>
                    <a:pt x="313" y="26"/>
                  </a:cubicBezTo>
                  <a:moveTo>
                    <a:pt x="313" y="20"/>
                  </a:moveTo>
                  <a:cubicBezTo>
                    <a:pt x="302" y="20"/>
                    <a:pt x="294" y="28"/>
                    <a:pt x="294" y="42"/>
                  </a:cubicBezTo>
                  <a:cubicBezTo>
                    <a:pt x="294" y="55"/>
                    <a:pt x="302" y="64"/>
                    <a:pt x="312" y="64"/>
                  </a:cubicBezTo>
                  <a:cubicBezTo>
                    <a:pt x="322" y="64"/>
                    <a:pt x="332" y="57"/>
                    <a:pt x="332" y="42"/>
                  </a:cubicBezTo>
                  <a:cubicBezTo>
                    <a:pt x="332" y="29"/>
                    <a:pt x="324" y="20"/>
                    <a:pt x="313" y="20"/>
                  </a:cubicBezTo>
                  <a:moveTo>
                    <a:pt x="281" y="4"/>
                  </a:moveTo>
                  <a:cubicBezTo>
                    <a:pt x="279" y="4"/>
                    <a:pt x="277" y="7"/>
                    <a:pt x="277" y="9"/>
                  </a:cubicBezTo>
                  <a:cubicBezTo>
                    <a:pt x="277" y="12"/>
                    <a:pt x="278" y="14"/>
                    <a:pt x="281" y="14"/>
                  </a:cubicBezTo>
                  <a:cubicBezTo>
                    <a:pt x="284" y="14"/>
                    <a:pt x="286" y="12"/>
                    <a:pt x="286" y="9"/>
                  </a:cubicBezTo>
                  <a:cubicBezTo>
                    <a:pt x="286" y="6"/>
                    <a:pt x="284" y="4"/>
                    <a:pt x="281" y="4"/>
                  </a:cubicBezTo>
                  <a:moveTo>
                    <a:pt x="285" y="21"/>
                  </a:moveTo>
                  <a:cubicBezTo>
                    <a:pt x="278" y="21"/>
                    <a:pt x="278" y="21"/>
                    <a:pt x="278" y="21"/>
                  </a:cubicBezTo>
                  <a:cubicBezTo>
                    <a:pt x="278" y="63"/>
                    <a:pt x="278" y="63"/>
                    <a:pt x="278" y="63"/>
                  </a:cubicBezTo>
                  <a:cubicBezTo>
                    <a:pt x="285" y="63"/>
                    <a:pt x="285" y="63"/>
                    <a:pt x="285" y="63"/>
                  </a:cubicBezTo>
                  <a:lnTo>
                    <a:pt x="285" y="21"/>
                  </a:lnTo>
                  <a:close/>
                  <a:moveTo>
                    <a:pt x="251" y="63"/>
                  </a:moveTo>
                  <a:cubicBezTo>
                    <a:pt x="258" y="63"/>
                    <a:pt x="258" y="63"/>
                    <a:pt x="258" y="63"/>
                  </a:cubicBezTo>
                  <a:cubicBezTo>
                    <a:pt x="258" y="40"/>
                    <a:pt x="258" y="40"/>
                    <a:pt x="258" y="40"/>
                  </a:cubicBezTo>
                  <a:cubicBezTo>
                    <a:pt x="258" y="39"/>
                    <a:pt x="258" y="38"/>
                    <a:pt x="258" y="37"/>
                  </a:cubicBezTo>
                  <a:cubicBezTo>
                    <a:pt x="259" y="31"/>
                    <a:pt x="263" y="27"/>
                    <a:pt x="268" y="27"/>
                  </a:cubicBezTo>
                  <a:cubicBezTo>
                    <a:pt x="269" y="27"/>
                    <a:pt x="270" y="27"/>
                    <a:pt x="270" y="27"/>
                  </a:cubicBezTo>
                  <a:cubicBezTo>
                    <a:pt x="270" y="20"/>
                    <a:pt x="270" y="20"/>
                    <a:pt x="270" y="20"/>
                  </a:cubicBezTo>
                  <a:cubicBezTo>
                    <a:pt x="270" y="20"/>
                    <a:pt x="269" y="20"/>
                    <a:pt x="268" y="20"/>
                  </a:cubicBezTo>
                  <a:cubicBezTo>
                    <a:pt x="264" y="20"/>
                    <a:pt x="259" y="24"/>
                    <a:pt x="257" y="29"/>
                  </a:cubicBezTo>
                  <a:cubicBezTo>
                    <a:pt x="257" y="29"/>
                    <a:pt x="257" y="29"/>
                    <a:pt x="257" y="29"/>
                  </a:cubicBezTo>
                  <a:cubicBezTo>
                    <a:pt x="257" y="21"/>
                    <a:pt x="257" y="21"/>
                    <a:pt x="257" y="21"/>
                  </a:cubicBezTo>
                  <a:cubicBezTo>
                    <a:pt x="251" y="21"/>
                    <a:pt x="251" y="21"/>
                    <a:pt x="251" y="21"/>
                  </a:cubicBezTo>
                  <a:cubicBezTo>
                    <a:pt x="251" y="25"/>
                    <a:pt x="251" y="29"/>
                    <a:pt x="251" y="34"/>
                  </a:cubicBezTo>
                  <a:lnTo>
                    <a:pt x="251" y="63"/>
                  </a:lnTo>
                  <a:close/>
                  <a:moveTo>
                    <a:pt x="239" y="21"/>
                  </a:moveTo>
                  <a:cubicBezTo>
                    <a:pt x="232" y="21"/>
                    <a:pt x="232" y="21"/>
                    <a:pt x="232" y="21"/>
                  </a:cubicBezTo>
                  <a:cubicBezTo>
                    <a:pt x="232" y="47"/>
                    <a:pt x="232" y="47"/>
                    <a:pt x="232" y="47"/>
                  </a:cubicBezTo>
                  <a:cubicBezTo>
                    <a:pt x="232" y="48"/>
                    <a:pt x="232" y="49"/>
                    <a:pt x="232" y="50"/>
                  </a:cubicBezTo>
                  <a:cubicBezTo>
                    <a:pt x="230" y="54"/>
                    <a:pt x="227" y="57"/>
                    <a:pt x="222" y="57"/>
                  </a:cubicBezTo>
                  <a:cubicBezTo>
                    <a:pt x="216" y="57"/>
                    <a:pt x="214" y="52"/>
                    <a:pt x="214" y="44"/>
                  </a:cubicBezTo>
                  <a:cubicBezTo>
                    <a:pt x="214" y="21"/>
                    <a:pt x="214" y="21"/>
                    <a:pt x="214" y="21"/>
                  </a:cubicBezTo>
                  <a:cubicBezTo>
                    <a:pt x="206" y="21"/>
                    <a:pt x="206" y="21"/>
                    <a:pt x="206" y="21"/>
                  </a:cubicBezTo>
                  <a:cubicBezTo>
                    <a:pt x="206" y="45"/>
                    <a:pt x="206" y="45"/>
                    <a:pt x="206" y="45"/>
                  </a:cubicBezTo>
                  <a:cubicBezTo>
                    <a:pt x="206" y="60"/>
                    <a:pt x="214" y="64"/>
                    <a:pt x="220" y="64"/>
                  </a:cubicBezTo>
                  <a:cubicBezTo>
                    <a:pt x="227" y="64"/>
                    <a:pt x="231" y="59"/>
                    <a:pt x="233" y="56"/>
                  </a:cubicBezTo>
                  <a:cubicBezTo>
                    <a:pt x="233" y="56"/>
                    <a:pt x="233" y="56"/>
                    <a:pt x="233" y="56"/>
                  </a:cubicBezTo>
                  <a:cubicBezTo>
                    <a:pt x="233" y="63"/>
                    <a:pt x="233" y="63"/>
                    <a:pt x="233" y="63"/>
                  </a:cubicBezTo>
                  <a:cubicBezTo>
                    <a:pt x="240" y="63"/>
                    <a:pt x="240" y="63"/>
                    <a:pt x="240" y="63"/>
                  </a:cubicBezTo>
                  <a:cubicBezTo>
                    <a:pt x="239" y="60"/>
                    <a:pt x="239" y="56"/>
                    <a:pt x="239" y="51"/>
                  </a:cubicBezTo>
                  <a:lnTo>
                    <a:pt x="239" y="21"/>
                  </a:lnTo>
                  <a:close/>
                  <a:moveTo>
                    <a:pt x="196" y="32"/>
                  </a:moveTo>
                  <a:cubicBezTo>
                    <a:pt x="178" y="32"/>
                    <a:pt x="178" y="32"/>
                    <a:pt x="178" y="32"/>
                  </a:cubicBezTo>
                  <a:cubicBezTo>
                    <a:pt x="178" y="38"/>
                    <a:pt x="178" y="38"/>
                    <a:pt x="178" y="38"/>
                  </a:cubicBezTo>
                  <a:cubicBezTo>
                    <a:pt x="189" y="38"/>
                    <a:pt x="189" y="38"/>
                    <a:pt x="189" y="38"/>
                  </a:cubicBezTo>
                  <a:cubicBezTo>
                    <a:pt x="189" y="56"/>
                    <a:pt x="189" y="56"/>
                    <a:pt x="189" y="56"/>
                  </a:cubicBezTo>
                  <a:cubicBezTo>
                    <a:pt x="188" y="56"/>
                    <a:pt x="185" y="57"/>
                    <a:pt x="180" y="57"/>
                  </a:cubicBezTo>
                  <a:cubicBezTo>
                    <a:pt x="167" y="57"/>
                    <a:pt x="159" y="48"/>
                    <a:pt x="159" y="34"/>
                  </a:cubicBezTo>
                  <a:cubicBezTo>
                    <a:pt x="159" y="19"/>
                    <a:pt x="168" y="10"/>
                    <a:pt x="181" y="10"/>
                  </a:cubicBezTo>
                  <a:cubicBezTo>
                    <a:pt x="186" y="10"/>
                    <a:pt x="190" y="11"/>
                    <a:pt x="193" y="13"/>
                  </a:cubicBezTo>
                  <a:cubicBezTo>
                    <a:pt x="195" y="7"/>
                    <a:pt x="195" y="7"/>
                    <a:pt x="195" y="7"/>
                  </a:cubicBezTo>
                  <a:cubicBezTo>
                    <a:pt x="192" y="5"/>
                    <a:pt x="187" y="4"/>
                    <a:pt x="181" y="4"/>
                  </a:cubicBezTo>
                  <a:cubicBezTo>
                    <a:pt x="163" y="4"/>
                    <a:pt x="152" y="17"/>
                    <a:pt x="152" y="34"/>
                  </a:cubicBezTo>
                  <a:cubicBezTo>
                    <a:pt x="152" y="43"/>
                    <a:pt x="155" y="51"/>
                    <a:pt x="159" y="56"/>
                  </a:cubicBezTo>
                  <a:cubicBezTo>
                    <a:pt x="165" y="61"/>
                    <a:pt x="171" y="63"/>
                    <a:pt x="180" y="63"/>
                  </a:cubicBezTo>
                  <a:cubicBezTo>
                    <a:pt x="187" y="63"/>
                    <a:pt x="193" y="62"/>
                    <a:pt x="196" y="60"/>
                  </a:cubicBezTo>
                  <a:lnTo>
                    <a:pt x="196" y="32"/>
                  </a:lnTo>
                  <a:close/>
                  <a:moveTo>
                    <a:pt x="126" y="42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5" y="37"/>
                    <a:pt x="145" y="37"/>
                    <a:pt x="145" y="37"/>
                  </a:cubicBezTo>
                  <a:cubicBezTo>
                    <a:pt x="126" y="37"/>
                    <a:pt x="126" y="37"/>
                    <a:pt x="126" y="37"/>
                  </a:cubicBezTo>
                  <a:lnTo>
                    <a:pt x="126" y="42"/>
                  </a:lnTo>
                  <a:close/>
                  <a:moveTo>
                    <a:pt x="84" y="63"/>
                  </a:moveTo>
                  <a:cubicBezTo>
                    <a:pt x="91" y="63"/>
                    <a:pt x="91" y="63"/>
                    <a:pt x="91" y="63"/>
                  </a:cubicBezTo>
                  <a:cubicBezTo>
                    <a:pt x="91" y="38"/>
                    <a:pt x="91" y="38"/>
                    <a:pt x="91" y="38"/>
                  </a:cubicBezTo>
                  <a:cubicBezTo>
                    <a:pt x="91" y="36"/>
                    <a:pt x="92" y="35"/>
                    <a:pt x="92" y="34"/>
                  </a:cubicBezTo>
                  <a:cubicBezTo>
                    <a:pt x="93" y="30"/>
                    <a:pt x="97" y="26"/>
                    <a:pt x="101" y="26"/>
                  </a:cubicBezTo>
                  <a:cubicBezTo>
                    <a:pt x="108" y="26"/>
                    <a:pt x="110" y="32"/>
                    <a:pt x="110" y="39"/>
                  </a:cubicBezTo>
                  <a:cubicBezTo>
                    <a:pt x="110" y="63"/>
                    <a:pt x="110" y="63"/>
                    <a:pt x="110" y="63"/>
                  </a:cubicBezTo>
                  <a:cubicBezTo>
                    <a:pt x="117" y="63"/>
                    <a:pt x="117" y="63"/>
                    <a:pt x="117" y="63"/>
                  </a:cubicBezTo>
                  <a:cubicBezTo>
                    <a:pt x="117" y="38"/>
                    <a:pt x="117" y="38"/>
                    <a:pt x="117" y="38"/>
                  </a:cubicBezTo>
                  <a:cubicBezTo>
                    <a:pt x="117" y="24"/>
                    <a:pt x="109" y="20"/>
                    <a:pt x="104" y="20"/>
                  </a:cubicBezTo>
                  <a:cubicBezTo>
                    <a:pt x="97" y="20"/>
                    <a:pt x="93" y="24"/>
                    <a:pt x="91" y="28"/>
                  </a:cubicBezTo>
                  <a:cubicBezTo>
                    <a:pt x="91" y="28"/>
                    <a:pt x="91" y="28"/>
                    <a:pt x="91" y="28"/>
                  </a:cubicBezTo>
                  <a:cubicBezTo>
                    <a:pt x="90" y="21"/>
                    <a:pt x="90" y="21"/>
                    <a:pt x="90" y="21"/>
                  </a:cubicBezTo>
                  <a:cubicBezTo>
                    <a:pt x="84" y="21"/>
                    <a:pt x="84" y="21"/>
                    <a:pt x="84" y="21"/>
                  </a:cubicBezTo>
                  <a:cubicBezTo>
                    <a:pt x="84" y="24"/>
                    <a:pt x="84" y="28"/>
                    <a:pt x="84" y="32"/>
                  </a:cubicBezTo>
                  <a:lnTo>
                    <a:pt x="84" y="63"/>
                  </a:lnTo>
                  <a:close/>
                  <a:moveTo>
                    <a:pt x="48" y="38"/>
                  </a:moveTo>
                  <a:cubicBezTo>
                    <a:pt x="49" y="33"/>
                    <a:pt x="52" y="26"/>
                    <a:pt x="59" y="26"/>
                  </a:cubicBezTo>
                  <a:cubicBezTo>
                    <a:pt x="67" y="26"/>
                    <a:pt x="69" y="33"/>
                    <a:pt x="69" y="38"/>
                  </a:cubicBezTo>
                  <a:lnTo>
                    <a:pt x="48" y="38"/>
                  </a:lnTo>
                  <a:close/>
                  <a:moveTo>
                    <a:pt x="75" y="43"/>
                  </a:moveTo>
                  <a:cubicBezTo>
                    <a:pt x="76" y="42"/>
                    <a:pt x="76" y="41"/>
                    <a:pt x="76" y="40"/>
                  </a:cubicBezTo>
                  <a:cubicBezTo>
                    <a:pt x="76" y="32"/>
                    <a:pt x="72" y="20"/>
                    <a:pt x="60" y="20"/>
                  </a:cubicBezTo>
                  <a:cubicBezTo>
                    <a:pt x="48" y="20"/>
                    <a:pt x="41" y="30"/>
                    <a:pt x="41" y="43"/>
                  </a:cubicBezTo>
                  <a:cubicBezTo>
                    <a:pt x="41" y="55"/>
                    <a:pt x="48" y="64"/>
                    <a:pt x="60" y="64"/>
                  </a:cubicBezTo>
                  <a:cubicBezTo>
                    <a:pt x="67" y="64"/>
                    <a:pt x="71" y="62"/>
                    <a:pt x="73" y="61"/>
                  </a:cubicBezTo>
                  <a:cubicBezTo>
                    <a:pt x="72" y="56"/>
                    <a:pt x="72" y="56"/>
                    <a:pt x="72" y="56"/>
                  </a:cubicBezTo>
                  <a:cubicBezTo>
                    <a:pt x="70" y="57"/>
                    <a:pt x="66" y="58"/>
                    <a:pt x="61" y="58"/>
                  </a:cubicBezTo>
                  <a:cubicBezTo>
                    <a:pt x="54" y="58"/>
                    <a:pt x="48" y="54"/>
                    <a:pt x="48" y="43"/>
                  </a:cubicBezTo>
                  <a:lnTo>
                    <a:pt x="75" y="43"/>
                  </a:lnTo>
                  <a:close/>
                  <a:moveTo>
                    <a:pt x="7" y="35"/>
                  </a:moveTo>
                  <a:cubicBezTo>
                    <a:pt x="13" y="35"/>
                    <a:pt x="13" y="35"/>
                    <a:pt x="13" y="35"/>
                  </a:cubicBezTo>
                  <a:cubicBezTo>
                    <a:pt x="21" y="35"/>
                    <a:pt x="27" y="38"/>
                    <a:pt x="27" y="46"/>
                  </a:cubicBezTo>
                  <a:cubicBezTo>
                    <a:pt x="27" y="55"/>
                    <a:pt x="21" y="57"/>
                    <a:pt x="13" y="57"/>
                  </a:cubicBezTo>
                  <a:cubicBezTo>
                    <a:pt x="11" y="57"/>
                    <a:pt x="9" y="57"/>
                    <a:pt x="7" y="57"/>
                  </a:cubicBezTo>
                  <a:lnTo>
                    <a:pt x="7" y="35"/>
                  </a:lnTo>
                  <a:close/>
                  <a:moveTo>
                    <a:pt x="7" y="10"/>
                  </a:moveTo>
                  <a:cubicBezTo>
                    <a:pt x="9" y="10"/>
                    <a:pt x="10" y="10"/>
                    <a:pt x="14" y="10"/>
                  </a:cubicBezTo>
                  <a:cubicBezTo>
                    <a:pt x="21" y="10"/>
                    <a:pt x="25" y="13"/>
                    <a:pt x="25" y="19"/>
                  </a:cubicBezTo>
                  <a:cubicBezTo>
                    <a:pt x="25" y="25"/>
                    <a:pt x="21" y="29"/>
                    <a:pt x="14" y="29"/>
                  </a:cubicBezTo>
                  <a:cubicBezTo>
                    <a:pt x="7" y="29"/>
                    <a:pt x="7" y="29"/>
                    <a:pt x="7" y="29"/>
                  </a:cubicBezTo>
                  <a:lnTo>
                    <a:pt x="7" y="10"/>
                  </a:lnTo>
                  <a:close/>
                  <a:moveTo>
                    <a:pt x="0" y="63"/>
                  </a:moveTo>
                  <a:cubicBezTo>
                    <a:pt x="3" y="63"/>
                    <a:pt x="6" y="63"/>
                    <a:pt x="11" y="63"/>
                  </a:cubicBezTo>
                  <a:cubicBezTo>
                    <a:pt x="20" y="63"/>
                    <a:pt x="26" y="62"/>
                    <a:pt x="30" y="58"/>
                  </a:cubicBezTo>
                  <a:cubicBezTo>
                    <a:pt x="33" y="55"/>
                    <a:pt x="35" y="51"/>
                    <a:pt x="35" y="46"/>
                  </a:cubicBezTo>
                  <a:cubicBezTo>
                    <a:pt x="35" y="38"/>
                    <a:pt x="29" y="33"/>
                    <a:pt x="23" y="32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9" y="29"/>
                    <a:pt x="33" y="24"/>
                    <a:pt x="33" y="19"/>
                  </a:cubicBezTo>
                  <a:cubicBezTo>
                    <a:pt x="33" y="14"/>
                    <a:pt x="31" y="11"/>
                    <a:pt x="28" y="8"/>
                  </a:cubicBezTo>
                  <a:cubicBezTo>
                    <a:pt x="25" y="5"/>
                    <a:pt x="20" y="4"/>
                    <a:pt x="13" y="4"/>
                  </a:cubicBezTo>
                  <a:cubicBezTo>
                    <a:pt x="8" y="4"/>
                    <a:pt x="3" y="5"/>
                    <a:pt x="0" y="5"/>
                  </a:cubicBezTo>
                  <a:lnTo>
                    <a:pt x="0" y="63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40C0A694-7DDC-4549-ABA8-FFB7F64A522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273800"/>
              <a:ext cx="2012950" cy="168275"/>
            </a:xfrm>
            <a:custGeom>
              <a:avLst/>
              <a:gdLst>
                <a:gd name="T0" fmla="*/ 1166 w 1179"/>
                <a:gd name="T1" fmla="*/ 17 h 97"/>
                <a:gd name="T2" fmla="*/ 1121 w 1179"/>
                <a:gd name="T3" fmla="*/ 42 h 97"/>
                <a:gd name="T4" fmla="*/ 1170 w 1179"/>
                <a:gd name="T5" fmla="*/ 72 h 97"/>
                <a:gd name="T6" fmla="*/ 1090 w 1179"/>
                <a:gd name="T7" fmla="*/ 0 h 97"/>
                <a:gd name="T8" fmla="*/ 1094 w 1179"/>
                <a:gd name="T9" fmla="*/ 72 h 97"/>
                <a:gd name="T10" fmla="*/ 1046 w 1179"/>
                <a:gd name="T11" fmla="*/ 1 h 97"/>
                <a:gd name="T12" fmla="*/ 1045 w 1179"/>
                <a:gd name="T13" fmla="*/ 64 h 97"/>
                <a:gd name="T14" fmla="*/ 1018 w 1179"/>
                <a:gd name="T15" fmla="*/ 0 h 97"/>
                <a:gd name="T16" fmla="*/ 1022 w 1179"/>
                <a:gd name="T17" fmla="*/ 16 h 97"/>
                <a:gd name="T18" fmla="*/ 998 w 1179"/>
                <a:gd name="T19" fmla="*/ 58 h 97"/>
                <a:gd name="T20" fmla="*/ 954 w 1179"/>
                <a:gd name="T21" fmla="*/ 10 h 97"/>
                <a:gd name="T22" fmla="*/ 951 w 1179"/>
                <a:gd name="T23" fmla="*/ 72 h 97"/>
                <a:gd name="T24" fmla="*/ 891 w 1179"/>
                <a:gd name="T25" fmla="*/ 2 h 97"/>
                <a:gd name="T26" fmla="*/ 938 w 1179"/>
                <a:gd name="T27" fmla="*/ 72 h 97"/>
                <a:gd name="T28" fmla="*/ 835 w 1179"/>
                <a:gd name="T29" fmla="*/ 11 h 97"/>
                <a:gd name="T30" fmla="*/ 873 w 1179"/>
                <a:gd name="T31" fmla="*/ 8 h 97"/>
                <a:gd name="T32" fmla="*/ 820 w 1179"/>
                <a:gd name="T33" fmla="*/ 40 h 97"/>
                <a:gd name="T34" fmla="*/ 799 w 1179"/>
                <a:gd name="T35" fmla="*/ 3 h 97"/>
                <a:gd name="T36" fmla="*/ 787 w 1179"/>
                <a:gd name="T37" fmla="*/ 7 h 97"/>
                <a:gd name="T38" fmla="*/ 756 w 1179"/>
                <a:gd name="T39" fmla="*/ 0 h 97"/>
                <a:gd name="T40" fmla="*/ 761 w 1179"/>
                <a:gd name="T41" fmla="*/ 59 h 97"/>
                <a:gd name="T42" fmla="*/ 746 w 1179"/>
                <a:gd name="T43" fmla="*/ 73 h 97"/>
                <a:gd name="T44" fmla="*/ 666 w 1179"/>
                <a:gd name="T45" fmla="*/ 0 h 97"/>
                <a:gd name="T46" fmla="*/ 638 w 1179"/>
                <a:gd name="T47" fmla="*/ 66 h 97"/>
                <a:gd name="T48" fmla="*/ 658 w 1179"/>
                <a:gd name="T49" fmla="*/ 50 h 97"/>
                <a:gd name="T50" fmla="*/ 693 w 1179"/>
                <a:gd name="T51" fmla="*/ 72 h 97"/>
                <a:gd name="T52" fmla="*/ 591 w 1179"/>
                <a:gd name="T53" fmla="*/ 31 h 97"/>
                <a:gd name="T54" fmla="*/ 559 w 1179"/>
                <a:gd name="T55" fmla="*/ 8 h 97"/>
                <a:gd name="T56" fmla="*/ 599 w 1179"/>
                <a:gd name="T57" fmla="*/ 72 h 97"/>
                <a:gd name="T58" fmla="*/ 511 w 1179"/>
                <a:gd name="T59" fmla="*/ 1 h 97"/>
                <a:gd name="T60" fmla="*/ 529 w 1179"/>
                <a:gd name="T61" fmla="*/ 97 h 97"/>
                <a:gd name="T62" fmla="*/ 503 w 1179"/>
                <a:gd name="T63" fmla="*/ 33 h 97"/>
                <a:gd name="T64" fmla="*/ 427 w 1179"/>
                <a:gd name="T65" fmla="*/ 8 h 97"/>
                <a:gd name="T66" fmla="*/ 444 w 1179"/>
                <a:gd name="T67" fmla="*/ 49 h 97"/>
                <a:gd name="T68" fmla="*/ 427 w 1179"/>
                <a:gd name="T69" fmla="*/ 73 h 97"/>
                <a:gd name="T70" fmla="*/ 459 w 1179"/>
                <a:gd name="T71" fmla="*/ 71 h 97"/>
                <a:gd name="T72" fmla="*/ 392 w 1179"/>
                <a:gd name="T73" fmla="*/ 1 h 97"/>
                <a:gd name="T74" fmla="*/ 410 w 1179"/>
                <a:gd name="T75" fmla="*/ 72 h 97"/>
                <a:gd name="T76" fmla="*/ 333 w 1179"/>
                <a:gd name="T77" fmla="*/ 10 h 97"/>
                <a:gd name="T78" fmla="*/ 380 w 1179"/>
                <a:gd name="T79" fmla="*/ 31 h 97"/>
                <a:gd name="T80" fmla="*/ 304 w 1179"/>
                <a:gd name="T81" fmla="*/ 8 h 97"/>
                <a:gd name="T82" fmla="*/ 322 w 1179"/>
                <a:gd name="T83" fmla="*/ 15 h 97"/>
                <a:gd name="T84" fmla="*/ 275 w 1179"/>
                <a:gd name="T85" fmla="*/ 8 h 97"/>
                <a:gd name="T86" fmla="*/ 293 w 1179"/>
                <a:gd name="T87" fmla="*/ 15 h 97"/>
                <a:gd name="T88" fmla="*/ 245 w 1179"/>
                <a:gd name="T89" fmla="*/ 8 h 97"/>
                <a:gd name="T90" fmla="*/ 263 w 1179"/>
                <a:gd name="T91" fmla="*/ 15 h 97"/>
                <a:gd name="T92" fmla="*/ 171 w 1179"/>
                <a:gd name="T93" fmla="*/ 0 h 97"/>
                <a:gd name="T94" fmla="*/ 192 w 1179"/>
                <a:gd name="T95" fmla="*/ 58 h 97"/>
                <a:gd name="T96" fmla="*/ 140 w 1179"/>
                <a:gd name="T97" fmla="*/ 23 h 97"/>
                <a:gd name="T98" fmla="*/ 118 w 1179"/>
                <a:gd name="T99" fmla="*/ 8 h 97"/>
                <a:gd name="T100" fmla="*/ 140 w 1179"/>
                <a:gd name="T101" fmla="*/ 23 h 97"/>
                <a:gd name="T102" fmla="*/ 67 w 1179"/>
                <a:gd name="T103" fmla="*/ 8 h 97"/>
                <a:gd name="T104" fmla="*/ 84 w 1179"/>
                <a:gd name="T105" fmla="*/ 49 h 97"/>
                <a:gd name="T106" fmla="*/ 67 w 1179"/>
                <a:gd name="T107" fmla="*/ 73 h 97"/>
                <a:gd name="T108" fmla="*/ 99 w 1179"/>
                <a:gd name="T109" fmla="*/ 71 h 97"/>
                <a:gd name="T110" fmla="*/ 38 w 1179"/>
                <a:gd name="T111" fmla="*/ 7 h 97"/>
                <a:gd name="T112" fmla="*/ 38 w 1179"/>
                <a:gd name="T113" fmla="*/ 33 h 97"/>
                <a:gd name="T114" fmla="*/ 56 w 1179"/>
                <a:gd name="T115" fmla="*/ 64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179" h="97">
                  <a:moveTo>
                    <a:pt x="1179" y="71"/>
                  </a:moveTo>
                  <a:cubicBezTo>
                    <a:pt x="1175" y="63"/>
                    <a:pt x="1169" y="54"/>
                    <a:pt x="1162" y="45"/>
                  </a:cubicBezTo>
                  <a:cubicBezTo>
                    <a:pt x="1171" y="34"/>
                    <a:pt x="1176" y="23"/>
                    <a:pt x="1176" y="11"/>
                  </a:cubicBezTo>
                  <a:cubicBezTo>
                    <a:pt x="1176" y="0"/>
                    <a:pt x="1176" y="0"/>
                    <a:pt x="1176" y="0"/>
                  </a:cubicBezTo>
                  <a:cubicBezTo>
                    <a:pt x="1166" y="0"/>
                    <a:pt x="1166" y="0"/>
                    <a:pt x="1166" y="0"/>
                  </a:cubicBezTo>
                  <a:cubicBezTo>
                    <a:pt x="1166" y="17"/>
                    <a:pt x="1166" y="17"/>
                    <a:pt x="1166" y="17"/>
                  </a:cubicBezTo>
                  <a:cubicBezTo>
                    <a:pt x="1166" y="25"/>
                    <a:pt x="1164" y="33"/>
                    <a:pt x="1159" y="41"/>
                  </a:cubicBezTo>
                  <a:cubicBezTo>
                    <a:pt x="1144" y="22"/>
                    <a:pt x="1134" y="9"/>
                    <a:pt x="1126" y="0"/>
                  </a:cubicBezTo>
                  <a:cubicBezTo>
                    <a:pt x="1116" y="0"/>
                    <a:pt x="1116" y="0"/>
                    <a:pt x="1116" y="0"/>
                  </a:cubicBezTo>
                  <a:cubicBezTo>
                    <a:pt x="1116" y="2"/>
                    <a:pt x="1116" y="2"/>
                    <a:pt x="1116" y="2"/>
                  </a:cubicBezTo>
                  <a:cubicBezTo>
                    <a:pt x="1124" y="11"/>
                    <a:pt x="1130" y="18"/>
                    <a:pt x="1132" y="21"/>
                  </a:cubicBezTo>
                  <a:cubicBezTo>
                    <a:pt x="1126" y="29"/>
                    <a:pt x="1123" y="36"/>
                    <a:pt x="1121" y="42"/>
                  </a:cubicBezTo>
                  <a:cubicBezTo>
                    <a:pt x="1119" y="46"/>
                    <a:pt x="1119" y="53"/>
                    <a:pt x="1119" y="61"/>
                  </a:cubicBezTo>
                  <a:cubicBezTo>
                    <a:pt x="1119" y="72"/>
                    <a:pt x="1119" y="72"/>
                    <a:pt x="1119" y="72"/>
                  </a:cubicBezTo>
                  <a:cubicBezTo>
                    <a:pt x="1128" y="72"/>
                    <a:pt x="1128" y="72"/>
                    <a:pt x="1128" y="72"/>
                  </a:cubicBezTo>
                  <a:cubicBezTo>
                    <a:pt x="1128" y="57"/>
                    <a:pt x="1128" y="57"/>
                    <a:pt x="1128" y="57"/>
                  </a:cubicBezTo>
                  <a:cubicBezTo>
                    <a:pt x="1128" y="43"/>
                    <a:pt x="1131" y="33"/>
                    <a:pt x="1136" y="25"/>
                  </a:cubicBezTo>
                  <a:cubicBezTo>
                    <a:pt x="1150" y="42"/>
                    <a:pt x="1161" y="58"/>
                    <a:pt x="1170" y="72"/>
                  </a:cubicBezTo>
                  <a:cubicBezTo>
                    <a:pt x="1179" y="72"/>
                    <a:pt x="1179" y="72"/>
                    <a:pt x="1179" y="72"/>
                  </a:cubicBezTo>
                  <a:lnTo>
                    <a:pt x="1179" y="71"/>
                  </a:lnTo>
                  <a:close/>
                  <a:moveTo>
                    <a:pt x="1103" y="15"/>
                  </a:moveTo>
                  <a:cubicBezTo>
                    <a:pt x="1103" y="10"/>
                    <a:pt x="1102" y="6"/>
                    <a:pt x="1099" y="3"/>
                  </a:cubicBezTo>
                  <a:cubicBezTo>
                    <a:pt x="1096" y="1"/>
                    <a:pt x="1094" y="0"/>
                    <a:pt x="1090" y="0"/>
                  </a:cubicBezTo>
                  <a:cubicBezTo>
                    <a:pt x="1090" y="0"/>
                    <a:pt x="1090" y="0"/>
                    <a:pt x="1090" y="0"/>
                  </a:cubicBezTo>
                  <a:cubicBezTo>
                    <a:pt x="1088" y="0"/>
                    <a:pt x="1086" y="0"/>
                    <a:pt x="1085" y="1"/>
                  </a:cubicBezTo>
                  <a:cubicBezTo>
                    <a:pt x="1085" y="8"/>
                    <a:pt x="1085" y="8"/>
                    <a:pt x="1085" y="8"/>
                  </a:cubicBezTo>
                  <a:cubicBezTo>
                    <a:pt x="1085" y="8"/>
                    <a:pt x="1085" y="8"/>
                    <a:pt x="1086" y="7"/>
                  </a:cubicBezTo>
                  <a:cubicBezTo>
                    <a:pt x="1087" y="7"/>
                    <a:pt x="1087" y="7"/>
                    <a:pt x="1087" y="7"/>
                  </a:cubicBezTo>
                  <a:cubicBezTo>
                    <a:pt x="1092" y="7"/>
                    <a:pt x="1094" y="10"/>
                    <a:pt x="1094" y="16"/>
                  </a:cubicBezTo>
                  <a:cubicBezTo>
                    <a:pt x="1094" y="72"/>
                    <a:pt x="1094" y="72"/>
                    <a:pt x="1094" y="72"/>
                  </a:cubicBezTo>
                  <a:cubicBezTo>
                    <a:pt x="1103" y="72"/>
                    <a:pt x="1103" y="72"/>
                    <a:pt x="1103" y="72"/>
                  </a:cubicBezTo>
                  <a:lnTo>
                    <a:pt x="1103" y="15"/>
                  </a:lnTo>
                  <a:close/>
                  <a:moveTo>
                    <a:pt x="1074" y="23"/>
                  </a:moveTo>
                  <a:cubicBezTo>
                    <a:pt x="1074" y="15"/>
                    <a:pt x="1071" y="9"/>
                    <a:pt x="1067" y="5"/>
                  </a:cubicBezTo>
                  <a:cubicBezTo>
                    <a:pt x="1063" y="2"/>
                    <a:pt x="1059" y="0"/>
                    <a:pt x="1053" y="0"/>
                  </a:cubicBezTo>
                  <a:cubicBezTo>
                    <a:pt x="1050" y="0"/>
                    <a:pt x="1048" y="1"/>
                    <a:pt x="1046" y="1"/>
                  </a:cubicBezTo>
                  <a:cubicBezTo>
                    <a:pt x="1046" y="9"/>
                    <a:pt x="1046" y="9"/>
                    <a:pt x="1046" y="9"/>
                  </a:cubicBezTo>
                  <a:cubicBezTo>
                    <a:pt x="1047" y="9"/>
                    <a:pt x="1047" y="9"/>
                    <a:pt x="1047" y="9"/>
                  </a:cubicBezTo>
                  <a:cubicBezTo>
                    <a:pt x="1048" y="8"/>
                    <a:pt x="1050" y="8"/>
                    <a:pt x="1052" y="8"/>
                  </a:cubicBezTo>
                  <a:cubicBezTo>
                    <a:pt x="1060" y="8"/>
                    <a:pt x="1065" y="13"/>
                    <a:pt x="1065" y="24"/>
                  </a:cubicBezTo>
                  <a:cubicBezTo>
                    <a:pt x="1065" y="64"/>
                    <a:pt x="1065" y="64"/>
                    <a:pt x="1065" y="64"/>
                  </a:cubicBezTo>
                  <a:cubicBezTo>
                    <a:pt x="1045" y="64"/>
                    <a:pt x="1045" y="64"/>
                    <a:pt x="1045" y="64"/>
                  </a:cubicBezTo>
                  <a:cubicBezTo>
                    <a:pt x="1045" y="72"/>
                    <a:pt x="1045" y="72"/>
                    <a:pt x="1045" y="72"/>
                  </a:cubicBezTo>
                  <a:cubicBezTo>
                    <a:pt x="1074" y="72"/>
                    <a:pt x="1074" y="72"/>
                    <a:pt x="1074" y="72"/>
                  </a:cubicBezTo>
                  <a:lnTo>
                    <a:pt x="1074" y="23"/>
                  </a:lnTo>
                  <a:close/>
                  <a:moveTo>
                    <a:pt x="1031" y="15"/>
                  </a:moveTo>
                  <a:cubicBezTo>
                    <a:pt x="1031" y="10"/>
                    <a:pt x="1029" y="6"/>
                    <a:pt x="1026" y="3"/>
                  </a:cubicBezTo>
                  <a:cubicBezTo>
                    <a:pt x="1024" y="1"/>
                    <a:pt x="1021" y="0"/>
                    <a:pt x="1018" y="0"/>
                  </a:cubicBezTo>
                  <a:cubicBezTo>
                    <a:pt x="1018" y="0"/>
                    <a:pt x="1018" y="0"/>
                    <a:pt x="1018" y="0"/>
                  </a:cubicBezTo>
                  <a:cubicBezTo>
                    <a:pt x="1015" y="0"/>
                    <a:pt x="1014" y="0"/>
                    <a:pt x="1013" y="1"/>
                  </a:cubicBezTo>
                  <a:cubicBezTo>
                    <a:pt x="1013" y="8"/>
                    <a:pt x="1013" y="8"/>
                    <a:pt x="1013" y="8"/>
                  </a:cubicBezTo>
                  <a:cubicBezTo>
                    <a:pt x="1013" y="8"/>
                    <a:pt x="1013" y="8"/>
                    <a:pt x="1014" y="7"/>
                  </a:cubicBezTo>
                  <a:cubicBezTo>
                    <a:pt x="1014" y="7"/>
                    <a:pt x="1014" y="7"/>
                    <a:pt x="1014" y="7"/>
                  </a:cubicBezTo>
                  <a:cubicBezTo>
                    <a:pt x="1019" y="7"/>
                    <a:pt x="1022" y="10"/>
                    <a:pt x="1022" y="16"/>
                  </a:cubicBezTo>
                  <a:cubicBezTo>
                    <a:pt x="1022" y="40"/>
                    <a:pt x="1022" y="40"/>
                    <a:pt x="1022" y="40"/>
                  </a:cubicBezTo>
                  <a:cubicBezTo>
                    <a:pt x="1031" y="40"/>
                    <a:pt x="1031" y="40"/>
                    <a:pt x="1031" y="40"/>
                  </a:cubicBezTo>
                  <a:lnTo>
                    <a:pt x="1031" y="15"/>
                  </a:lnTo>
                  <a:close/>
                  <a:moveTo>
                    <a:pt x="1007" y="64"/>
                  </a:moveTo>
                  <a:cubicBezTo>
                    <a:pt x="1002" y="64"/>
                    <a:pt x="1002" y="64"/>
                    <a:pt x="1002" y="64"/>
                  </a:cubicBezTo>
                  <a:cubicBezTo>
                    <a:pt x="1000" y="64"/>
                    <a:pt x="998" y="62"/>
                    <a:pt x="998" y="58"/>
                  </a:cubicBezTo>
                  <a:cubicBezTo>
                    <a:pt x="998" y="31"/>
                    <a:pt x="998" y="31"/>
                    <a:pt x="998" y="31"/>
                  </a:cubicBezTo>
                  <a:cubicBezTo>
                    <a:pt x="998" y="21"/>
                    <a:pt x="995" y="13"/>
                    <a:pt x="989" y="7"/>
                  </a:cubicBezTo>
                  <a:cubicBezTo>
                    <a:pt x="983" y="2"/>
                    <a:pt x="977" y="0"/>
                    <a:pt x="968" y="0"/>
                  </a:cubicBezTo>
                  <a:cubicBezTo>
                    <a:pt x="962" y="0"/>
                    <a:pt x="957" y="1"/>
                    <a:pt x="953" y="2"/>
                  </a:cubicBezTo>
                  <a:cubicBezTo>
                    <a:pt x="953" y="10"/>
                    <a:pt x="953" y="10"/>
                    <a:pt x="953" y="10"/>
                  </a:cubicBezTo>
                  <a:cubicBezTo>
                    <a:pt x="954" y="10"/>
                    <a:pt x="954" y="10"/>
                    <a:pt x="954" y="10"/>
                  </a:cubicBezTo>
                  <a:cubicBezTo>
                    <a:pt x="957" y="9"/>
                    <a:pt x="962" y="8"/>
                    <a:pt x="966" y="8"/>
                  </a:cubicBezTo>
                  <a:cubicBezTo>
                    <a:pt x="982" y="8"/>
                    <a:pt x="989" y="16"/>
                    <a:pt x="989" y="33"/>
                  </a:cubicBezTo>
                  <a:cubicBezTo>
                    <a:pt x="989" y="58"/>
                    <a:pt x="989" y="58"/>
                    <a:pt x="989" y="58"/>
                  </a:cubicBezTo>
                  <a:cubicBezTo>
                    <a:pt x="989" y="61"/>
                    <a:pt x="990" y="63"/>
                    <a:pt x="991" y="64"/>
                  </a:cubicBezTo>
                  <a:cubicBezTo>
                    <a:pt x="951" y="64"/>
                    <a:pt x="951" y="64"/>
                    <a:pt x="951" y="64"/>
                  </a:cubicBezTo>
                  <a:cubicBezTo>
                    <a:pt x="951" y="72"/>
                    <a:pt x="951" y="72"/>
                    <a:pt x="951" y="72"/>
                  </a:cubicBezTo>
                  <a:cubicBezTo>
                    <a:pt x="1007" y="72"/>
                    <a:pt x="1007" y="72"/>
                    <a:pt x="1007" y="72"/>
                  </a:cubicBezTo>
                  <a:lnTo>
                    <a:pt x="1007" y="64"/>
                  </a:lnTo>
                  <a:close/>
                  <a:moveTo>
                    <a:pt x="938" y="31"/>
                  </a:moveTo>
                  <a:cubicBezTo>
                    <a:pt x="938" y="20"/>
                    <a:pt x="934" y="12"/>
                    <a:pt x="927" y="7"/>
                  </a:cubicBezTo>
                  <a:cubicBezTo>
                    <a:pt x="922" y="2"/>
                    <a:pt x="915" y="0"/>
                    <a:pt x="906" y="0"/>
                  </a:cubicBezTo>
                  <a:cubicBezTo>
                    <a:pt x="900" y="0"/>
                    <a:pt x="895" y="0"/>
                    <a:pt x="891" y="2"/>
                  </a:cubicBezTo>
                  <a:cubicBezTo>
                    <a:pt x="891" y="10"/>
                    <a:pt x="891" y="10"/>
                    <a:pt x="891" y="10"/>
                  </a:cubicBezTo>
                  <a:cubicBezTo>
                    <a:pt x="892" y="10"/>
                    <a:pt x="892" y="10"/>
                    <a:pt x="892" y="10"/>
                  </a:cubicBezTo>
                  <a:cubicBezTo>
                    <a:pt x="895" y="8"/>
                    <a:pt x="899" y="8"/>
                    <a:pt x="904" y="8"/>
                  </a:cubicBezTo>
                  <a:cubicBezTo>
                    <a:pt x="921" y="8"/>
                    <a:pt x="929" y="16"/>
                    <a:pt x="929" y="33"/>
                  </a:cubicBezTo>
                  <a:cubicBezTo>
                    <a:pt x="929" y="72"/>
                    <a:pt x="929" y="72"/>
                    <a:pt x="929" y="72"/>
                  </a:cubicBezTo>
                  <a:cubicBezTo>
                    <a:pt x="938" y="72"/>
                    <a:pt x="938" y="72"/>
                    <a:pt x="938" y="72"/>
                  </a:cubicBezTo>
                  <a:lnTo>
                    <a:pt x="938" y="31"/>
                  </a:lnTo>
                  <a:close/>
                  <a:moveTo>
                    <a:pt x="867" y="58"/>
                  </a:moveTo>
                  <a:cubicBezTo>
                    <a:pt x="863" y="64"/>
                    <a:pt x="857" y="66"/>
                    <a:pt x="850" y="66"/>
                  </a:cubicBezTo>
                  <a:cubicBezTo>
                    <a:pt x="836" y="66"/>
                    <a:pt x="829" y="57"/>
                    <a:pt x="829" y="40"/>
                  </a:cubicBezTo>
                  <a:cubicBezTo>
                    <a:pt x="829" y="31"/>
                    <a:pt x="830" y="24"/>
                    <a:pt x="831" y="19"/>
                  </a:cubicBezTo>
                  <a:cubicBezTo>
                    <a:pt x="832" y="16"/>
                    <a:pt x="833" y="13"/>
                    <a:pt x="835" y="11"/>
                  </a:cubicBezTo>
                  <a:cubicBezTo>
                    <a:pt x="837" y="9"/>
                    <a:pt x="838" y="8"/>
                    <a:pt x="840" y="8"/>
                  </a:cubicBezTo>
                  <a:cubicBezTo>
                    <a:pt x="850" y="8"/>
                    <a:pt x="850" y="8"/>
                    <a:pt x="850" y="8"/>
                  </a:cubicBezTo>
                  <a:cubicBezTo>
                    <a:pt x="857" y="8"/>
                    <a:pt x="863" y="10"/>
                    <a:pt x="866" y="14"/>
                  </a:cubicBezTo>
                  <a:cubicBezTo>
                    <a:pt x="871" y="19"/>
                    <a:pt x="873" y="26"/>
                    <a:pt x="873" y="37"/>
                  </a:cubicBezTo>
                  <a:cubicBezTo>
                    <a:pt x="873" y="46"/>
                    <a:pt x="871" y="53"/>
                    <a:pt x="867" y="58"/>
                  </a:cubicBezTo>
                  <a:moveTo>
                    <a:pt x="873" y="8"/>
                  </a:moveTo>
                  <a:cubicBezTo>
                    <a:pt x="868" y="3"/>
                    <a:pt x="861" y="0"/>
                    <a:pt x="852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8"/>
                    <a:pt x="818" y="8"/>
                    <a:pt x="818" y="8"/>
                  </a:cubicBezTo>
                  <a:cubicBezTo>
                    <a:pt x="830" y="8"/>
                    <a:pt x="830" y="8"/>
                    <a:pt x="830" y="8"/>
                  </a:cubicBezTo>
                  <a:cubicBezTo>
                    <a:pt x="825" y="13"/>
                    <a:pt x="822" y="20"/>
                    <a:pt x="820" y="29"/>
                  </a:cubicBezTo>
                  <a:cubicBezTo>
                    <a:pt x="820" y="31"/>
                    <a:pt x="820" y="35"/>
                    <a:pt x="820" y="40"/>
                  </a:cubicBezTo>
                  <a:cubicBezTo>
                    <a:pt x="820" y="63"/>
                    <a:pt x="830" y="74"/>
                    <a:pt x="850" y="74"/>
                  </a:cubicBezTo>
                  <a:cubicBezTo>
                    <a:pt x="859" y="74"/>
                    <a:pt x="866" y="70"/>
                    <a:pt x="872" y="64"/>
                  </a:cubicBezTo>
                  <a:cubicBezTo>
                    <a:pt x="879" y="57"/>
                    <a:pt x="882" y="48"/>
                    <a:pt x="882" y="36"/>
                  </a:cubicBezTo>
                  <a:cubicBezTo>
                    <a:pt x="882" y="23"/>
                    <a:pt x="879" y="14"/>
                    <a:pt x="873" y="8"/>
                  </a:cubicBezTo>
                  <a:moveTo>
                    <a:pt x="803" y="15"/>
                  </a:moveTo>
                  <a:cubicBezTo>
                    <a:pt x="803" y="10"/>
                    <a:pt x="801" y="6"/>
                    <a:pt x="799" y="3"/>
                  </a:cubicBezTo>
                  <a:cubicBezTo>
                    <a:pt x="796" y="1"/>
                    <a:pt x="794" y="0"/>
                    <a:pt x="790" y="0"/>
                  </a:cubicBezTo>
                  <a:cubicBezTo>
                    <a:pt x="790" y="0"/>
                    <a:pt x="790" y="0"/>
                    <a:pt x="790" y="0"/>
                  </a:cubicBezTo>
                  <a:cubicBezTo>
                    <a:pt x="787" y="0"/>
                    <a:pt x="786" y="0"/>
                    <a:pt x="785" y="1"/>
                  </a:cubicBezTo>
                  <a:cubicBezTo>
                    <a:pt x="785" y="8"/>
                    <a:pt x="785" y="8"/>
                    <a:pt x="785" y="8"/>
                  </a:cubicBezTo>
                  <a:cubicBezTo>
                    <a:pt x="785" y="8"/>
                    <a:pt x="785" y="8"/>
                    <a:pt x="786" y="7"/>
                  </a:cubicBezTo>
                  <a:cubicBezTo>
                    <a:pt x="787" y="7"/>
                    <a:pt x="787" y="7"/>
                    <a:pt x="787" y="7"/>
                  </a:cubicBezTo>
                  <a:cubicBezTo>
                    <a:pt x="791" y="7"/>
                    <a:pt x="794" y="10"/>
                    <a:pt x="794" y="16"/>
                  </a:cubicBezTo>
                  <a:cubicBezTo>
                    <a:pt x="794" y="40"/>
                    <a:pt x="794" y="40"/>
                    <a:pt x="794" y="40"/>
                  </a:cubicBezTo>
                  <a:cubicBezTo>
                    <a:pt x="803" y="40"/>
                    <a:pt x="803" y="40"/>
                    <a:pt x="803" y="40"/>
                  </a:cubicBezTo>
                  <a:lnTo>
                    <a:pt x="803" y="15"/>
                  </a:lnTo>
                  <a:close/>
                  <a:moveTo>
                    <a:pt x="771" y="9"/>
                  </a:moveTo>
                  <a:cubicBezTo>
                    <a:pt x="767" y="3"/>
                    <a:pt x="762" y="0"/>
                    <a:pt x="756" y="0"/>
                  </a:cubicBezTo>
                  <a:cubicBezTo>
                    <a:pt x="749" y="0"/>
                    <a:pt x="745" y="3"/>
                    <a:pt x="742" y="9"/>
                  </a:cubicBezTo>
                  <a:cubicBezTo>
                    <a:pt x="742" y="18"/>
                    <a:pt x="742" y="18"/>
                    <a:pt x="742" y="18"/>
                  </a:cubicBezTo>
                  <a:cubicBezTo>
                    <a:pt x="743" y="18"/>
                    <a:pt x="743" y="18"/>
                    <a:pt x="743" y="18"/>
                  </a:cubicBezTo>
                  <a:cubicBezTo>
                    <a:pt x="747" y="11"/>
                    <a:pt x="751" y="8"/>
                    <a:pt x="755" y="8"/>
                  </a:cubicBezTo>
                  <a:cubicBezTo>
                    <a:pt x="763" y="8"/>
                    <a:pt x="767" y="17"/>
                    <a:pt x="767" y="35"/>
                  </a:cubicBezTo>
                  <a:cubicBezTo>
                    <a:pt x="767" y="45"/>
                    <a:pt x="765" y="53"/>
                    <a:pt x="761" y="59"/>
                  </a:cubicBezTo>
                  <a:cubicBezTo>
                    <a:pt x="757" y="63"/>
                    <a:pt x="752" y="66"/>
                    <a:pt x="746" y="66"/>
                  </a:cubicBezTo>
                  <a:cubicBezTo>
                    <a:pt x="733" y="66"/>
                    <a:pt x="727" y="57"/>
                    <a:pt x="727" y="39"/>
                  </a:cubicBezTo>
                  <a:cubicBezTo>
                    <a:pt x="727" y="0"/>
                    <a:pt x="727" y="0"/>
                    <a:pt x="727" y="0"/>
                  </a:cubicBezTo>
                  <a:cubicBezTo>
                    <a:pt x="718" y="0"/>
                    <a:pt x="718" y="0"/>
                    <a:pt x="718" y="0"/>
                  </a:cubicBezTo>
                  <a:cubicBezTo>
                    <a:pt x="718" y="38"/>
                    <a:pt x="718" y="38"/>
                    <a:pt x="718" y="38"/>
                  </a:cubicBezTo>
                  <a:cubicBezTo>
                    <a:pt x="718" y="62"/>
                    <a:pt x="727" y="73"/>
                    <a:pt x="746" y="73"/>
                  </a:cubicBezTo>
                  <a:cubicBezTo>
                    <a:pt x="755" y="73"/>
                    <a:pt x="762" y="70"/>
                    <a:pt x="768" y="63"/>
                  </a:cubicBezTo>
                  <a:cubicBezTo>
                    <a:pt x="774" y="56"/>
                    <a:pt x="777" y="46"/>
                    <a:pt x="777" y="34"/>
                  </a:cubicBezTo>
                  <a:cubicBezTo>
                    <a:pt x="777" y="23"/>
                    <a:pt x="775" y="14"/>
                    <a:pt x="771" y="9"/>
                  </a:cubicBezTo>
                  <a:moveTo>
                    <a:pt x="702" y="31"/>
                  </a:moveTo>
                  <a:cubicBezTo>
                    <a:pt x="702" y="19"/>
                    <a:pt x="698" y="11"/>
                    <a:pt x="691" y="6"/>
                  </a:cubicBezTo>
                  <a:cubicBezTo>
                    <a:pt x="686" y="2"/>
                    <a:pt x="677" y="0"/>
                    <a:pt x="666" y="0"/>
                  </a:cubicBezTo>
                  <a:cubicBezTo>
                    <a:pt x="656" y="0"/>
                    <a:pt x="647" y="1"/>
                    <a:pt x="639" y="2"/>
                  </a:cubicBezTo>
                  <a:cubicBezTo>
                    <a:pt x="639" y="10"/>
                    <a:pt x="639" y="10"/>
                    <a:pt x="639" y="10"/>
                  </a:cubicBezTo>
                  <a:cubicBezTo>
                    <a:pt x="644" y="9"/>
                    <a:pt x="648" y="8"/>
                    <a:pt x="652" y="8"/>
                  </a:cubicBezTo>
                  <a:cubicBezTo>
                    <a:pt x="650" y="12"/>
                    <a:pt x="649" y="17"/>
                    <a:pt x="649" y="21"/>
                  </a:cubicBezTo>
                  <a:cubicBezTo>
                    <a:pt x="649" y="51"/>
                    <a:pt x="649" y="51"/>
                    <a:pt x="649" y="51"/>
                  </a:cubicBezTo>
                  <a:cubicBezTo>
                    <a:pt x="649" y="61"/>
                    <a:pt x="645" y="66"/>
                    <a:pt x="638" y="66"/>
                  </a:cubicBezTo>
                  <a:cubicBezTo>
                    <a:pt x="637" y="66"/>
                    <a:pt x="636" y="65"/>
                    <a:pt x="635" y="64"/>
                  </a:cubicBezTo>
                  <a:cubicBezTo>
                    <a:pt x="634" y="65"/>
                    <a:pt x="634" y="65"/>
                    <a:pt x="634" y="65"/>
                  </a:cubicBezTo>
                  <a:cubicBezTo>
                    <a:pt x="634" y="70"/>
                    <a:pt x="634" y="70"/>
                    <a:pt x="634" y="70"/>
                  </a:cubicBezTo>
                  <a:cubicBezTo>
                    <a:pt x="635" y="72"/>
                    <a:pt x="637" y="73"/>
                    <a:pt x="640" y="73"/>
                  </a:cubicBezTo>
                  <a:cubicBezTo>
                    <a:pt x="645" y="73"/>
                    <a:pt x="649" y="71"/>
                    <a:pt x="652" y="67"/>
                  </a:cubicBezTo>
                  <a:cubicBezTo>
                    <a:pt x="656" y="63"/>
                    <a:pt x="658" y="58"/>
                    <a:pt x="658" y="50"/>
                  </a:cubicBezTo>
                  <a:cubicBezTo>
                    <a:pt x="658" y="10"/>
                    <a:pt x="658" y="10"/>
                    <a:pt x="658" y="10"/>
                  </a:cubicBezTo>
                  <a:cubicBezTo>
                    <a:pt x="658" y="9"/>
                    <a:pt x="658" y="8"/>
                    <a:pt x="659" y="8"/>
                  </a:cubicBezTo>
                  <a:cubicBezTo>
                    <a:pt x="662" y="7"/>
                    <a:pt x="664" y="7"/>
                    <a:pt x="665" y="7"/>
                  </a:cubicBezTo>
                  <a:cubicBezTo>
                    <a:pt x="674" y="7"/>
                    <a:pt x="681" y="9"/>
                    <a:pt x="685" y="12"/>
                  </a:cubicBezTo>
                  <a:cubicBezTo>
                    <a:pt x="690" y="15"/>
                    <a:pt x="693" y="22"/>
                    <a:pt x="693" y="31"/>
                  </a:cubicBezTo>
                  <a:cubicBezTo>
                    <a:pt x="693" y="72"/>
                    <a:pt x="693" y="72"/>
                    <a:pt x="693" y="72"/>
                  </a:cubicBezTo>
                  <a:cubicBezTo>
                    <a:pt x="702" y="72"/>
                    <a:pt x="702" y="72"/>
                    <a:pt x="702" y="72"/>
                  </a:cubicBezTo>
                  <a:lnTo>
                    <a:pt x="702" y="31"/>
                  </a:lnTo>
                  <a:close/>
                  <a:moveTo>
                    <a:pt x="599" y="64"/>
                  </a:moveTo>
                  <a:cubicBezTo>
                    <a:pt x="594" y="64"/>
                    <a:pt x="594" y="64"/>
                    <a:pt x="594" y="64"/>
                  </a:cubicBezTo>
                  <a:cubicBezTo>
                    <a:pt x="592" y="64"/>
                    <a:pt x="591" y="62"/>
                    <a:pt x="591" y="58"/>
                  </a:cubicBezTo>
                  <a:cubicBezTo>
                    <a:pt x="591" y="31"/>
                    <a:pt x="591" y="31"/>
                    <a:pt x="591" y="31"/>
                  </a:cubicBezTo>
                  <a:cubicBezTo>
                    <a:pt x="591" y="21"/>
                    <a:pt x="587" y="13"/>
                    <a:pt x="581" y="7"/>
                  </a:cubicBezTo>
                  <a:cubicBezTo>
                    <a:pt x="576" y="2"/>
                    <a:pt x="569" y="0"/>
                    <a:pt x="560" y="0"/>
                  </a:cubicBezTo>
                  <a:cubicBezTo>
                    <a:pt x="555" y="0"/>
                    <a:pt x="550" y="1"/>
                    <a:pt x="545" y="2"/>
                  </a:cubicBezTo>
                  <a:cubicBezTo>
                    <a:pt x="545" y="10"/>
                    <a:pt x="545" y="10"/>
                    <a:pt x="545" y="10"/>
                  </a:cubicBezTo>
                  <a:cubicBezTo>
                    <a:pt x="546" y="10"/>
                    <a:pt x="546" y="10"/>
                    <a:pt x="546" y="10"/>
                  </a:cubicBezTo>
                  <a:cubicBezTo>
                    <a:pt x="550" y="9"/>
                    <a:pt x="554" y="8"/>
                    <a:pt x="559" y="8"/>
                  </a:cubicBezTo>
                  <a:cubicBezTo>
                    <a:pt x="574" y="8"/>
                    <a:pt x="582" y="16"/>
                    <a:pt x="582" y="33"/>
                  </a:cubicBezTo>
                  <a:cubicBezTo>
                    <a:pt x="582" y="58"/>
                    <a:pt x="582" y="58"/>
                    <a:pt x="582" y="58"/>
                  </a:cubicBezTo>
                  <a:cubicBezTo>
                    <a:pt x="582" y="61"/>
                    <a:pt x="582" y="63"/>
                    <a:pt x="583" y="64"/>
                  </a:cubicBezTo>
                  <a:cubicBezTo>
                    <a:pt x="543" y="64"/>
                    <a:pt x="543" y="64"/>
                    <a:pt x="543" y="64"/>
                  </a:cubicBezTo>
                  <a:cubicBezTo>
                    <a:pt x="543" y="72"/>
                    <a:pt x="543" y="72"/>
                    <a:pt x="543" y="72"/>
                  </a:cubicBezTo>
                  <a:cubicBezTo>
                    <a:pt x="599" y="72"/>
                    <a:pt x="599" y="72"/>
                    <a:pt x="599" y="72"/>
                  </a:cubicBezTo>
                  <a:lnTo>
                    <a:pt x="599" y="64"/>
                  </a:lnTo>
                  <a:close/>
                  <a:moveTo>
                    <a:pt x="529" y="15"/>
                  </a:moveTo>
                  <a:cubicBezTo>
                    <a:pt x="529" y="10"/>
                    <a:pt x="528" y="6"/>
                    <a:pt x="525" y="3"/>
                  </a:cubicBezTo>
                  <a:cubicBezTo>
                    <a:pt x="523" y="1"/>
                    <a:pt x="520" y="0"/>
                    <a:pt x="517" y="0"/>
                  </a:cubicBezTo>
                  <a:cubicBezTo>
                    <a:pt x="516" y="0"/>
                    <a:pt x="516" y="0"/>
                    <a:pt x="516" y="0"/>
                  </a:cubicBezTo>
                  <a:cubicBezTo>
                    <a:pt x="514" y="0"/>
                    <a:pt x="512" y="0"/>
                    <a:pt x="511" y="1"/>
                  </a:cubicBezTo>
                  <a:cubicBezTo>
                    <a:pt x="511" y="8"/>
                    <a:pt x="511" y="8"/>
                    <a:pt x="511" y="8"/>
                  </a:cubicBezTo>
                  <a:cubicBezTo>
                    <a:pt x="512" y="8"/>
                    <a:pt x="512" y="8"/>
                    <a:pt x="512" y="7"/>
                  </a:cubicBezTo>
                  <a:cubicBezTo>
                    <a:pt x="513" y="7"/>
                    <a:pt x="513" y="7"/>
                    <a:pt x="513" y="7"/>
                  </a:cubicBezTo>
                  <a:cubicBezTo>
                    <a:pt x="518" y="7"/>
                    <a:pt x="520" y="10"/>
                    <a:pt x="520" y="16"/>
                  </a:cubicBezTo>
                  <a:cubicBezTo>
                    <a:pt x="520" y="97"/>
                    <a:pt x="520" y="97"/>
                    <a:pt x="520" y="97"/>
                  </a:cubicBezTo>
                  <a:cubicBezTo>
                    <a:pt x="529" y="97"/>
                    <a:pt x="529" y="97"/>
                    <a:pt x="529" y="97"/>
                  </a:cubicBezTo>
                  <a:lnTo>
                    <a:pt x="529" y="15"/>
                  </a:lnTo>
                  <a:close/>
                  <a:moveTo>
                    <a:pt x="503" y="33"/>
                  </a:moveTo>
                  <a:cubicBezTo>
                    <a:pt x="470" y="33"/>
                    <a:pt x="470" y="33"/>
                    <a:pt x="470" y="33"/>
                  </a:cubicBezTo>
                  <a:cubicBezTo>
                    <a:pt x="470" y="40"/>
                    <a:pt x="470" y="40"/>
                    <a:pt x="470" y="40"/>
                  </a:cubicBezTo>
                  <a:cubicBezTo>
                    <a:pt x="503" y="40"/>
                    <a:pt x="503" y="40"/>
                    <a:pt x="503" y="40"/>
                  </a:cubicBezTo>
                  <a:lnTo>
                    <a:pt x="503" y="33"/>
                  </a:lnTo>
                  <a:close/>
                  <a:moveTo>
                    <a:pt x="456" y="46"/>
                  </a:moveTo>
                  <a:cubicBezTo>
                    <a:pt x="456" y="26"/>
                    <a:pt x="456" y="26"/>
                    <a:pt x="456" y="26"/>
                  </a:cubicBezTo>
                  <a:cubicBezTo>
                    <a:pt x="456" y="18"/>
                    <a:pt x="454" y="11"/>
                    <a:pt x="450" y="6"/>
                  </a:cubicBezTo>
                  <a:cubicBezTo>
                    <a:pt x="446" y="2"/>
                    <a:pt x="440" y="0"/>
                    <a:pt x="434" y="0"/>
                  </a:cubicBezTo>
                  <a:cubicBezTo>
                    <a:pt x="431" y="0"/>
                    <a:pt x="429" y="0"/>
                    <a:pt x="427" y="1"/>
                  </a:cubicBezTo>
                  <a:cubicBezTo>
                    <a:pt x="427" y="8"/>
                    <a:pt x="427" y="8"/>
                    <a:pt x="427" y="8"/>
                  </a:cubicBezTo>
                  <a:cubicBezTo>
                    <a:pt x="428" y="8"/>
                    <a:pt x="428" y="8"/>
                    <a:pt x="428" y="8"/>
                  </a:cubicBezTo>
                  <a:cubicBezTo>
                    <a:pt x="429" y="8"/>
                    <a:pt x="430" y="8"/>
                    <a:pt x="432" y="8"/>
                  </a:cubicBezTo>
                  <a:cubicBezTo>
                    <a:pt x="437" y="8"/>
                    <a:pt x="441" y="9"/>
                    <a:pt x="444" y="13"/>
                  </a:cubicBezTo>
                  <a:cubicBezTo>
                    <a:pt x="446" y="16"/>
                    <a:pt x="448" y="21"/>
                    <a:pt x="448" y="28"/>
                  </a:cubicBezTo>
                  <a:cubicBezTo>
                    <a:pt x="448" y="29"/>
                    <a:pt x="448" y="29"/>
                    <a:pt x="448" y="29"/>
                  </a:cubicBezTo>
                  <a:cubicBezTo>
                    <a:pt x="448" y="36"/>
                    <a:pt x="446" y="43"/>
                    <a:pt x="444" y="49"/>
                  </a:cubicBezTo>
                  <a:cubicBezTo>
                    <a:pt x="442" y="54"/>
                    <a:pt x="439" y="58"/>
                    <a:pt x="436" y="61"/>
                  </a:cubicBezTo>
                  <a:cubicBezTo>
                    <a:pt x="433" y="63"/>
                    <a:pt x="430" y="65"/>
                    <a:pt x="428" y="65"/>
                  </a:cubicBezTo>
                  <a:cubicBezTo>
                    <a:pt x="426" y="65"/>
                    <a:pt x="424" y="64"/>
                    <a:pt x="422" y="63"/>
                  </a:cubicBezTo>
                  <a:cubicBezTo>
                    <a:pt x="421" y="63"/>
                    <a:pt x="421" y="63"/>
                    <a:pt x="421" y="63"/>
                  </a:cubicBezTo>
                  <a:cubicBezTo>
                    <a:pt x="421" y="71"/>
                    <a:pt x="421" y="71"/>
                    <a:pt x="421" y="71"/>
                  </a:cubicBezTo>
                  <a:cubicBezTo>
                    <a:pt x="423" y="73"/>
                    <a:pt x="425" y="73"/>
                    <a:pt x="427" y="73"/>
                  </a:cubicBezTo>
                  <a:cubicBezTo>
                    <a:pt x="436" y="73"/>
                    <a:pt x="442" y="67"/>
                    <a:pt x="447" y="53"/>
                  </a:cubicBezTo>
                  <a:cubicBezTo>
                    <a:pt x="447" y="53"/>
                    <a:pt x="447" y="52"/>
                    <a:pt x="448" y="52"/>
                  </a:cubicBezTo>
                  <a:cubicBezTo>
                    <a:pt x="448" y="52"/>
                    <a:pt x="448" y="53"/>
                    <a:pt x="449" y="53"/>
                  </a:cubicBezTo>
                  <a:cubicBezTo>
                    <a:pt x="449" y="61"/>
                    <a:pt x="450" y="68"/>
                    <a:pt x="451" y="72"/>
                  </a:cubicBezTo>
                  <a:cubicBezTo>
                    <a:pt x="459" y="72"/>
                    <a:pt x="459" y="72"/>
                    <a:pt x="459" y="72"/>
                  </a:cubicBezTo>
                  <a:cubicBezTo>
                    <a:pt x="459" y="71"/>
                    <a:pt x="459" y="71"/>
                    <a:pt x="459" y="71"/>
                  </a:cubicBezTo>
                  <a:cubicBezTo>
                    <a:pt x="457" y="63"/>
                    <a:pt x="456" y="55"/>
                    <a:pt x="456" y="46"/>
                  </a:cubicBezTo>
                  <a:moveTo>
                    <a:pt x="410" y="15"/>
                  </a:moveTo>
                  <a:cubicBezTo>
                    <a:pt x="410" y="10"/>
                    <a:pt x="408" y="6"/>
                    <a:pt x="406" y="3"/>
                  </a:cubicBezTo>
                  <a:cubicBezTo>
                    <a:pt x="403" y="1"/>
                    <a:pt x="400" y="0"/>
                    <a:pt x="397" y="0"/>
                  </a:cubicBezTo>
                  <a:cubicBezTo>
                    <a:pt x="397" y="0"/>
                    <a:pt x="397" y="0"/>
                    <a:pt x="397" y="0"/>
                  </a:cubicBezTo>
                  <a:cubicBezTo>
                    <a:pt x="394" y="0"/>
                    <a:pt x="393" y="0"/>
                    <a:pt x="392" y="1"/>
                  </a:cubicBezTo>
                  <a:cubicBezTo>
                    <a:pt x="392" y="8"/>
                    <a:pt x="392" y="8"/>
                    <a:pt x="392" y="8"/>
                  </a:cubicBezTo>
                  <a:cubicBezTo>
                    <a:pt x="392" y="8"/>
                    <a:pt x="392" y="8"/>
                    <a:pt x="393" y="7"/>
                  </a:cubicBezTo>
                  <a:cubicBezTo>
                    <a:pt x="394" y="7"/>
                    <a:pt x="394" y="7"/>
                    <a:pt x="394" y="7"/>
                  </a:cubicBezTo>
                  <a:cubicBezTo>
                    <a:pt x="398" y="7"/>
                    <a:pt x="401" y="10"/>
                    <a:pt x="401" y="16"/>
                  </a:cubicBezTo>
                  <a:cubicBezTo>
                    <a:pt x="401" y="72"/>
                    <a:pt x="401" y="72"/>
                    <a:pt x="401" y="72"/>
                  </a:cubicBezTo>
                  <a:cubicBezTo>
                    <a:pt x="410" y="72"/>
                    <a:pt x="410" y="72"/>
                    <a:pt x="410" y="72"/>
                  </a:cubicBezTo>
                  <a:lnTo>
                    <a:pt x="410" y="15"/>
                  </a:lnTo>
                  <a:close/>
                  <a:moveTo>
                    <a:pt x="380" y="31"/>
                  </a:moveTo>
                  <a:cubicBezTo>
                    <a:pt x="380" y="20"/>
                    <a:pt x="377" y="12"/>
                    <a:pt x="370" y="7"/>
                  </a:cubicBezTo>
                  <a:cubicBezTo>
                    <a:pt x="364" y="2"/>
                    <a:pt x="357" y="0"/>
                    <a:pt x="348" y="0"/>
                  </a:cubicBezTo>
                  <a:cubicBezTo>
                    <a:pt x="342" y="0"/>
                    <a:pt x="337" y="0"/>
                    <a:pt x="333" y="2"/>
                  </a:cubicBezTo>
                  <a:cubicBezTo>
                    <a:pt x="333" y="10"/>
                    <a:pt x="333" y="10"/>
                    <a:pt x="333" y="10"/>
                  </a:cubicBezTo>
                  <a:cubicBezTo>
                    <a:pt x="334" y="10"/>
                    <a:pt x="334" y="10"/>
                    <a:pt x="334" y="10"/>
                  </a:cubicBezTo>
                  <a:cubicBezTo>
                    <a:pt x="337" y="8"/>
                    <a:pt x="342" y="8"/>
                    <a:pt x="347" y="8"/>
                  </a:cubicBezTo>
                  <a:cubicBezTo>
                    <a:pt x="363" y="8"/>
                    <a:pt x="371" y="16"/>
                    <a:pt x="371" y="33"/>
                  </a:cubicBezTo>
                  <a:cubicBezTo>
                    <a:pt x="371" y="72"/>
                    <a:pt x="371" y="72"/>
                    <a:pt x="371" y="72"/>
                  </a:cubicBezTo>
                  <a:cubicBezTo>
                    <a:pt x="380" y="72"/>
                    <a:pt x="380" y="72"/>
                    <a:pt x="380" y="72"/>
                  </a:cubicBezTo>
                  <a:lnTo>
                    <a:pt x="380" y="31"/>
                  </a:lnTo>
                  <a:close/>
                  <a:moveTo>
                    <a:pt x="322" y="15"/>
                  </a:moveTo>
                  <a:cubicBezTo>
                    <a:pt x="322" y="10"/>
                    <a:pt x="321" y="6"/>
                    <a:pt x="318" y="3"/>
                  </a:cubicBezTo>
                  <a:cubicBezTo>
                    <a:pt x="316" y="1"/>
                    <a:pt x="313" y="0"/>
                    <a:pt x="310" y="0"/>
                  </a:cubicBezTo>
                  <a:cubicBezTo>
                    <a:pt x="309" y="0"/>
                    <a:pt x="309" y="0"/>
                    <a:pt x="309" y="0"/>
                  </a:cubicBezTo>
                  <a:cubicBezTo>
                    <a:pt x="307" y="0"/>
                    <a:pt x="305" y="0"/>
                    <a:pt x="304" y="1"/>
                  </a:cubicBezTo>
                  <a:cubicBezTo>
                    <a:pt x="304" y="8"/>
                    <a:pt x="304" y="8"/>
                    <a:pt x="304" y="8"/>
                  </a:cubicBezTo>
                  <a:cubicBezTo>
                    <a:pt x="305" y="8"/>
                    <a:pt x="305" y="8"/>
                    <a:pt x="305" y="7"/>
                  </a:cubicBezTo>
                  <a:cubicBezTo>
                    <a:pt x="306" y="7"/>
                    <a:pt x="306" y="7"/>
                    <a:pt x="306" y="7"/>
                  </a:cubicBezTo>
                  <a:cubicBezTo>
                    <a:pt x="311" y="7"/>
                    <a:pt x="313" y="10"/>
                    <a:pt x="313" y="16"/>
                  </a:cubicBezTo>
                  <a:cubicBezTo>
                    <a:pt x="313" y="40"/>
                    <a:pt x="313" y="40"/>
                    <a:pt x="313" y="40"/>
                  </a:cubicBezTo>
                  <a:cubicBezTo>
                    <a:pt x="322" y="40"/>
                    <a:pt x="322" y="40"/>
                    <a:pt x="322" y="40"/>
                  </a:cubicBezTo>
                  <a:lnTo>
                    <a:pt x="322" y="15"/>
                  </a:lnTo>
                  <a:close/>
                  <a:moveTo>
                    <a:pt x="293" y="15"/>
                  </a:moveTo>
                  <a:cubicBezTo>
                    <a:pt x="293" y="10"/>
                    <a:pt x="291" y="6"/>
                    <a:pt x="289" y="3"/>
                  </a:cubicBezTo>
                  <a:cubicBezTo>
                    <a:pt x="286" y="1"/>
                    <a:pt x="283" y="0"/>
                    <a:pt x="280" y="0"/>
                  </a:cubicBezTo>
                  <a:cubicBezTo>
                    <a:pt x="280" y="0"/>
                    <a:pt x="280" y="0"/>
                    <a:pt x="280" y="0"/>
                  </a:cubicBezTo>
                  <a:cubicBezTo>
                    <a:pt x="277" y="0"/>
                    <a:pt x="276" y="0"/>
                    <a:pt x="275" y="1"/>
                  </a:cubicBezTo>
                  <a:cubicBezTo>
                    <a:pt x="275" y="8"/>
                    <a:pt x="275" y="8"/>
                    <a:pt x="275" y="8"/>
                  </a:cubicBezTo>
                  <a:cubicBezTo>
                    <a:pt x="275" y="8"/>
                    <a:pt x="275" y="8"/>
                    <a:pt x="276" y="7"/>
                  </a:cubicBezTo>
                  <a:cubicBezTo>
                    <a:pt x="277" y="7"/>
                    <a:pt x="277" y="7"/>
                    <a:pt x="277" y="7"/>
                  </a:cubicBezTo>
                  <a:cubicBezTo>
                    <a:pt x="281" y="7"/>
                    <a:pt x="284" y="10"/>
                    <a:pt x="284" y="16"/>
                  </a:cubicBezTo>
                  <a:cubicBezTo>
                    <a:pt x="284" y="72"/>
                    <a:pt x="284" y="72"/>
                    <a:pt x="284" y="72"/>
                  </a:cubicBezTo>
                  <a:cubicBezTo>
                    <a:pt x="293" y="72"/>
                    <a:pt x="293" y="72"/>
                    <a:pt x="293" y="72"/>
                  </a:cubicBezTo>
                  <a:lnTo>
                    <a:pt x="293" y="15"/>
                  </a:lnTo>
                  <a:close/>
                  <a:moveTo>
                    <a:pt x="263" y="15"/>
                  </a:moveTo>
                  <a:cubicBezTo>
                    <a:pt x="263" y="10"/>
                    <a:pt x="261" y="6"/>
                    <a:pt x="258" y="3"/>
                  </a:cubicBezTo>
                  <a:cubicBezTo>
                    <a:pt x="256" y="1"/>
                    <a:pt x="253" y="0"/>
                    <a:pt x="250" y="0"/>
                  </a:cubicBezTo>
                  <a:cubicBezTo>
                    <a:pt x="250" y="0"/>
                    <a:pt x="250" y="0"/>
                    <a:pt x="250" y="0"/>
                  </a:cubicBezTo>
                  <a:cubicBezTo>
                    <a:pt x="247" y="0"/>
                    <a:pt x="246" y="0"/>
                    <a:pt x="245" y="1"/>
                  </a:cubicBezTo>
                  <a:cubicBezTo>
                    <a:pt x="245" y="8"/>
                    <a:pt x="245" y="8"/>
                    <a:pt x="245" y="8"/>
                  </a:cubicBezTo>
                  <a:cubicBezTo>
                    <a:pt x="245" y="8"/>
                    <a:pt x="245" y="8"/>
                    <a:pt x="246" y="7"/>
                  </a:cubicBezTo>
                  <a:cubicBezTo>
                    <a:pt x="246" y="7"/>
                    <a:pt x="246" y="7"/>
                    <a:pt x="246" y="7"/>
                  </a:cubicBezTo>
                  <a:cubicBezTo>
                    <a:pt x="251" y="7"/>
                    <a:pt x="254" y="10"/>
                    <a:pt x="254" y="16"/>
                  </a:cubicBezTo>
                  <a:cubicBezTo>
                    <a:pt x="254" y="97"/>
                    <a:pt x="254" y="97"/>
                    <a:pt x="254" y="97"/>
                  </a:cubicBezTo>
                  <a:cubicBezTo>
                    <a:pt x="263" y="97"/>
                    <a:pt x="263" y="97"/>
                    <a:pt x="263" y="97"/>
                  </a:cubicBezTo>
                  <a:lnTo>
                    <a:pt x="263" y="15"/>
                  </a:lnTo>
                  <a:close/>
                  <a:moveTo>
                    <a:pt x="210" y="64"/>
                  </a:moveTo>
                  <a:cubicBezTo>
                    <a:pt x="205" y="64"/>
                    <a:pt x="205" y="64"/>
                    <a:pt x="205" y="64"/>
                  </a:cubicBezTo>
                  <a:cubicBezTo>
                    <a:pt x="202" y="64"/>
                    <a:pt x="201" y="62"/>
                    <a:pt x="201" y="58"/>
                  </a:cubicBezTo>
                  <a:cubicBezTo>
                    <a:pt x="201" y="31"/>
                    <a:pt x="201" y="31"/>
                    <a:pt x="201" y="31"/>
                  </a:cubicBezTo>
                  <a:cubicBezTo>
                    <a:pt x="201" y="21"/>
                    <a:pt x="198" y="13"/>
                    <a:pt x="191" y="7"/>
                  </a:cubicBezTo>
                  <a:cubicBezTo>
                    <a:pt x="186" y="2"/>
                    <a:pt x="179" y="0"/>
                    <a:pt x="171" y="0"/>
                  </a:cubicBezTo>
                  <a:cubicBezTo>
                    <a:pt x="165" y="0"/>
                    <a:pt x="160" y="1"/>
                    <a:pt x="156" y="2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60" y="9"/>
                    <a:pt x="164" y="8"/>
                    <a:pt x="169" y="8"/>
                  </a:cubicBezTo>
                  <a:cubicBezTo>
                    <a:pt x="184" y="8"/>
                    <a:pt x="192" y="16"/>
                    <a:pt x="192" y="33"/>
                  </a:cubicBezTo>
                  <a:cubicBezTo>
                    <a:pt x="192" y="58"/>
                    <a:pt x="192" y="58"/>
                    <a:pt x="192" y="58"/>
                  </a:cubicBezTo>
                  <a:cubicBezTo>
                    <a:pt x="192" y="61"/>
                    <a:pt x="192" y="63"/>
                    <a:pt x="193" y="64"/>
                  </a:cubicBezTo>
                  <a:cubicBezTo>
                    <a:pt x="153" y="64"/>
                    <a:pt x="153" y="64"/>
                    <a:pt x="153" y="64"/>
                  </a:cubicBezTo>
                  <a:cubicBezTo>
                    <a:pt x="153" y="72"/>
                    <a:pt x="153" y="72"/>
                    <a:pt x="153" y="72"/>
                  </a:cubicBezTo>
                  <a:cubicBezTo>
                    <a:pt x="210" y="72"/>
                    <a:pt x="210" y="72"/>
                    <a:pt x="210" y="72"/>
                  </a:cubicBezTo>
                  <a:lnTo>
                    <a:pt x="210" y="64"/>
                  </a:lnTo>
                  <a:close/>
                  <a:moveTo>
                    <a:pt x="140" y="23"/>
                  </a:moveTo>
                  <a:cubicBezTo>
                    <a:pt x="140" y="15"/>
                    <a:pt x="138" y="9"/>
                    <a:pt x="134" y="5"/>
                  </a:cubicBezTo>
                  <a:cubicBezTo>
                    <a:pt x="130" y="2"/>
                    <a:pt x="125" y="0"/>
                    <a:pt x="120" y="0"/>
                  </a:cubicBezTo>
                  <a:cubicBezTo>
                    <a:pt x="117" y="0"/>
                    <a:pt x="114" y="1"/>
                    <a:pt x="113" y="1"/>
                  </a:cubicBezTo>
                  <a:cubicBezTo>
                    <a:pt x="113" y="9"/>
                    <a:pt x="113" y="9"/>
                    <a:pt x="113" y="9"/>
                  </a:cubicBezTo>
                  <a:cubicBezTo>
                    <a:pt x="114" y="9"/>
                    <a:pt x="114" y="9"/>
                    <a:pt x="114" y="9"/>
                  </a:cubicBezTo>
                  <a:cubicBezTo>
                    <a:pt x="115" y="8"/>
                    <a:pt x="117" y="8"/>
                    <a:pt x="118" y="8"/>
                  </a:cubicBezTo>
                  <a:cubicBezTo>
                    <a:pt x="127" y="8"/>
                    <a:pt x="131" y="13"/>
                    <a:pt x="131" y="24"/>
                  </a:cubicBezTo>
                  <a:cubicBezTo>
                    <a:pt x="131" y="64"/>
                    <a:pt x="131" y="64"/>
                    <a:pt x="131" y="64"/>
                  </a:cubicBezTo>
                  <a:cubicBezTo>
                    <a:pt x="111" y="64"/>
                    <a:pt x="111" y="64"/>
                    <a:pt x="111" y="64"/>
                  </a:cubicBezTo>
                  <a:cubicBezTo>
                    <a:pt x="111" y="72"/>
                    <a:pt x="111" y="72"/>
                    <a:pt x="111" y="72"/>
                  </a:cubicBezTo>
                  <a:cubicBezTo>
                    <a:pt x="140" y="72"/>
                    <a:pt x="140" y="72"/>
                    <a:pt x="140" y="72"/>
                  </a:cubicBezTo>
                  <a:lnTo>
                    <a:pt x="140" y="23"/>
                  </a:lnTo>
                  <a:close/>
                  <a:moveTo>
                    <a:pt x="96" y="46"/>
                  </a:moveTo>
                  <a:cubicBezTo>
                    <a:pt x="96" y="26"/>
                    <a:pt x="96" y="26"/>
                    <a:pt x="96" y="26"/>
                  </a:cubicBezTo>
                  <a:cubicBezTo>
                    <a:pt x="96" y="18"/>
                    <a:pt x="94" y="11"/>
                    <a:pt x="90" y="6"/>
                  </a:cubicBezTo>
                  <a:cubicBezTo>
                    <a:pt x="86" y="2"/>
                    <a:pt x="81" y="0"/>
                    <a:pt x="74" y="0"/>
                  </a:cubicBezTo>
                  <a:cubicBezTo>
                    <a:pt x="71" y="0"/>
                    <a:pt x="69" y="0"/>
                    <a:pt x="67" y="1"/>
                  </a:cubicBezTo>
                  <a:cubicBezTo>
                    <a:pt x="67" y="8"/>
                    <a:pt x="67" y="8"/>
                    <a:pt x="67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9" y="8"/>
                    <a:pt x="71" y="8"/>
                    <a:pt x="73" y="8"/>
                  </a:cubicBezTo>
                  <a:cubicBezTo>
                    <a:pt x="77" y="8"/>
                    <a:pt x="81" y="9"/>
                    <a:pt x="84" y="13"/>
                  </a:cubicBezTo>
                  <a:cubicBezTo>
                    <a:pt x="86" y="16"/>
                    <a:pt x="88" y="21"/>
                    <a:pt x="88" y="28"/>
                  </a:cubicBezTo>
                  <a:cubicBezTo>
                    <a:pt x="88" y="29"/>
                    <a:pt x="88" y="29"/>
                    <a:pt x="88" y="29"/>
                  </a:cubicBezTo>
                  <a:cubicBezTo>
                    <a:pt x="88" y="36"/>
                    <a:pt x="87" y="43"/>
                    <a:pt x="84" y="49"/>
                  </a:cubicBezTo>
                  <a:cubicBezTo>
                    <a:pt x="82" y="54"/>
                    <a:pt x="79" y="58"/>
                    <a:pt x="76" y="61"/>
                  </a:cubicBezTo>
                  <a:cubicBezTo>
                    <a:pt x="73" y="63"/>
                    <a:pt x="70" y="65"/>
                    <a:pt x="68" y="65"/>
                  </a:cubicBezTo>
                  <a:cubicBezTo>
                    <a:pt x="66" y="65"/>
                    <a:pt x="64" y="64"/>
                    <a:pt x="62" y="63"/>
                  </a:cubicBezTo>
                  <a:cubicBezTo>
                    <a:pt x="61" y="63"/>
                    <a:pt x="61" y="63"/>
                    <a:pt x="61" y="63"/>
                  </a:cubicBezTo>
                  <a:cubicBezTo>
                    <a:pt x="61" y="71"/>
                    <a:pt x="61" y="71"/>
                    <a:pt x="61" y="71"/>
                  </a:cubicBezTo>
                  <a:cubicBezTo>
                    <a:pt x="63" y="73"/>
                    <a:pt x="65" y="73"/>
                    <a:pt x="67" y="73"/>
                  </a:cubicBezTo>
                  <a:cubicBezTo>
                    <a:pt x="76" y="73"/>
                    <a:pt x="82" y="67"/>
                    <a:pt x="87" y="53"/>
                  </a:cubicBezTo>
                  <a:cubicBezTo>
                    <a:pt x="87" y="53"/>
                    <a:pt x="87" y="52"/>
                    <a:pt x="88" y="52"/>
                  </a:cubicBezTo>
                  <a:cubicBezTo>
                    <a:pt x="88" y="52"/>
                    <a:pt x="89" y="53"/>
                    <a:pt x="89" y="53"/>
                  </a:cubicBezTo>
                  <a:cubicBezTo>
                    <a:pt x="89" y="61"/>
                    <a:pt x="90" y="68"/>
                    <a:pt x="91" y="72"/>
                  </a:cubicBezTo>
                  <a:cubicBezTo>
                    <a:pt x="99" y="72"/>
                    <a:pt x="99" y="72"/>
                    <a:pt x="99" y="72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97" y="63"/>
                    <a:pt x="96" y="55"/>
                    <a:pt x="96" y="46"/>
                  </a:cubicBezTo>
                  <a:moveTo>
                    <a:pt x="56" y="64"/>
                  </a:moveTo>
                  <a:cubicBezTo>
                    <a:pt x="51" y="64"/>
                    <a:pt x="51" y="64"/>
                    <a:pt x="51" y="64"/>
                  </a:cubicBezTo>
                  <a:cubicBezTo>
                    <a:pt x="48" y="64"/>
                    <a:pt x="47" y="62"/>
                    <a:pt x="47" y="58"/>
                  </a:cubicBezTo>
                  <a:cubicBezTo>
                    <a:pt x="47" y="31"/>
                    <a:pt x="47" y="31"/>
                    <a:pt x="47" y="31"/>
                  </a:cubicBezTo>
                  <a:cubicBezTo>
                    <a:pt x="47" y="21"/>
                    <a:pt x="44" y="13"/>
                    <a:pt x="38" y="7"/>
                  </a:cubicBezTo>
                  <a:cubicBezTo>
                    <a:pt x="32" y="2"/>
                    <a:pt x="25" y="0"/>
                    <a:pt x="17" y="0"/>
                  </a:cubicBezTo>
                  <a:cubicBezTo>
                    <a:pt x="11" y="0"/>
                    <a:pt x="6" y="1"/>
                    <a:pt x="2" y="2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6" y="9"/>
                    <a:pt x="10" y="8"/>
                    <a:pt x="15" y="8"/>
                  </a:cubicBezTo>
                  <a:cubicBezTo>
                    <a:pt x="31" y="8"/>
                    <a:pt x="38" y="16"/>
                    <a:pt x="38" y="33"/>
                  </a:cubicBezTo>
                  <a:cubicBezTo>
                    <a:pt x="38" y="58"/>
                    <a:pt x="38" y="58"/>
                    <a:pt x="38" y="58"/>
                  </a:cubicBezTo>
                  <a:cubicBezTo>
                    <a:pt x="38" y="61"/>
                    <a:pt x="39" y="63"/>
                    <a:pt x="40" y="64"/>
                  </a:cubicBezTo>
                  <a:cubicBezTo>
                    <a:pt x="0" y="64"/>
                    <a:pt x="0" y="64"/>
                    <a:pt x="0" y="64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56" y="72"/>
                    <a:pt x="56" y="72"/>
                    <a:pt x="56" y="72"/>
                  </a:cubicBezTo>
                  <a:lnTo>
                    <a:pt x="56" y="64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18A0BB4-D4F7-45E5-A460-A1416185A634}"/>
                </a:ext>
              </a:extLst>
            </p:cNvPr>
            <p:cNvGrpSpPr/>
            <p:nvPr userDrawn="1"/>
          </p:nvGrpSpPr>
          <p:grpSpPr>
            <a:xfrm>
              <a:off x="2530476" y="6227763"/>
              <a:ext cx="412750" cy="417513"/>
              <a:chOff x="2530476" y="6227763"/>
              <a:chExt cx="412750" cy="417513"/>
            </a:xfrm>
          </p:grpSpPr>
          <p:sp>
            <p:nvSpPr>
              <p:cNvPr id="16" name="Oval 7">
                <a:extLst>
                  <a:ext uri="{FF2B5EF4-FFF2-40B4-BE49-F238E27FC236}">
                    <a16:creationId xmlns:a16="http://schemas.microsoft.com/office/drawing/2014/main" id="{65AC7294-6058-41B2-B083-BAA3A15BBDC3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2530476" y="6227763"/>
                <a:ext cx="412750" cy="4175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7" name="Freeform 8">
                <a:extLst>
                  <a:ext uri="{FF2B5EF4-FFF2-40B4-BE49-F238E27FC236}">
                    <a16:creationId xmlns:a16="http://schemas.microsoft.com/office/drawing/2014/main" id="{C81E98A1-595D-46E8-84A6-4344C75B1999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752726" y="6480175"/>
                <a:ext cx="65088" cy="96838"/>
              </a:xfrm>
              <a:custGeom>
                <a:avLst/>
                <a:gdLst>
                  <a:gd name="T0" fmla="*/ 38 w 38"/>
                  <a:gd name="T1" fmla="*/ 56 h 56"/>
                  <a:gd name="T2" fmla="*/ 32 w 38"/>
                  <a:gd name="T3" fmla="*/ 7 h 56"/>
                  <a:gd name="T4" fmla="*/ 18 w 38"/>
                  <a:gd name="T5" fmla="*/ 0 h 56"/>
                  <a:gd name="T6" fmla="*/ 11 w 38"/>
                  <a:gd name="T7" fmla="*/ 56 h 56"/>
                  <a:gd name="T8" fmla="*/ 38 w 38"/>
                  <a:gd name="T9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56">
                    <a:moveTo>
                      <a:pt x="38" y="56"/>
                    </a:moveTo>
                    <a:cubicBezTo>
                      <a:pt x="18" y="45"/>
                      <a:pt x="20" y="24"/>
                      <a:pt x="32" y="7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" y="12"/>
                      <a:pt x="0" y="41"/>
                      <a:pt x="11" y="56"/>
                    </a:cubicBezTo>
                    <a:lnTo>
                      <a:pt x="38" y="5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8" name="Freeform 9">
                <a:extLst>
                  <a:ext uri="{FF2B5EF4-FFF2-40B4-BE49-F238E27FC236}">
                    <a16:creationId xmlns:a16="http://schemas.microsoft.com/office/drawing/2014/main" id="{7897442F-696B-4801-8C86-48AD7AD054E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576513" y="6284913"/>
                <a:ext cx="238125" cy="292100"/>
              </a:xfrm>
              <a:custGeom>
                <a:avLst/>
                <a:gdLst>
                  <a:gd name="T0" fmla="*/ 81 w 140"/>
                  <a:gd name="T1" fmla="*/ 169 h 169"/>
                  <a:gd name="T2" fmla="*/ 107 w 140"/>
                  <a:gd name="T3" fmla="*/ 169 h 169"/>
                  <a:gd name="T4" fmla="*/ 107 w 140"/>
                  <a:gd name="T5" fmla="*/ 124 h 169"/>
                  <a:gd name="T6" fmla="*/ 139 w 140"/>
                  <a:gd name="T7" fmla="*/ 73 h 169"/>
                  <a:gd name="T8" fmla="*/ 83 w 140"/>
                  <a:gd name="T9" fmla="*/ 0 h 169"/>
                  <a:gd name="T10" fmla="*/ 80 w 140"/>
                  <a:gd name="T11" fmla="*/ 119 h 169"/>
                  <a:gd name="T12" fmla="*/ 85 w 140"/>
                  <a:gd name="T13" fmla="*/ 109 h 169"/>
                  <a:gd name="T14" fmla="*/ 90 w 140"/>
                  <a:gd name="T15" fmla="*/ 101 h 169"/>
                  <a:gd name="T16" fmla="*/ 91 w 140"/>
                  <a:gd name="T17" fmla="*/ 13 h 169"/>
                  <a:gd name="T18" fmla="*/ 119 w 140"/>
                  <a:gd name="T19" fmla="*/ 71 h 169"/>
                  <a:gd name="T20" fmla="*/ 91 w 140"/>
                  <a:gd name="T21" fmla="*/ 111 h 169"/>
                  <a:gd name="T22" fmla="*/ 81 w 140"/>
                  <a:gd name="T23" fmla="*/ 169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40" h="169">
                    <a:moveTo>
                      <a:pt x="81" y="169"/>
                    </a:moveTo>
                    <a:cubicBezTo>
                      <a:pt x="107" y="169"/>
                      <a:pt x="107" y="169"/>
                      <a:pt x="107" y="169"/>
                    </a:cubicBezTo>
                    <a:cubicBezTo>
                      <a:pt x="100" y="156"/>
                      <a:pt x="101" y="138"/>
                      <a:pt x="107" y="124"/>
                    </a:cubicBezTo>
                    <a:cubicBezTo>
                      <a:pt x="115" y="106"/>
                      <a:pt x="140" y="96"/>
                      <a:pt x="139" y="73"/>
                    </a:cubicBezTo>
                    <a:cubicBezTo>
                      <a:pt x="138" y="43"/>
                      <a:pt x="108" y="13"/>
                      <a:pt x="83" y="0"/>
                    </a:cubicBezTo>
                    <a:cubicBezTo>
                      <a:pt x="101" y="35"/>
                      <a:pt x="0" y="78"/>
                      <a:pt x="80" y="119"/>
                    </a:cubicBezTo>
                    <a:cubicBezTo>
                      <a:pt x="80" y="119"/>
                      <a:pt x="83" y="113"/>
                      <a:pt x="85" y="109"/>
                    </a:cubicBezTo>
                    <a:cubicBezTo>
                      <a:pt x="86" y="106"/>
                      <a:pt x="90" y="101"/>
                      <a:pt x="90" y="101"/>
                    </a:cubicBezTo>
                    <a:cubicBezTo>
                      <a:pt x="42" y="78"/>
                      <a:pt x="95" y="47"/>
                      <a:pt x="91" y="13"/>
                    </a:cubicBezTo>
                    <a:cubicBezTo>
                      <a:pt x="103" y="26"/>
                      <a:pt x="121" y="53"/>
                      <a:pt x="119" y="71"/>
                    </a:cubicBezTo>
                    <a:cubicBezTo>
                      <a:pt x="117" y="89"/>
                      <a:pt x="100" y="97"/>
                      <a:pt x="91" y="111"/>
                    </a:cubicBezTo>
                    <a:cubicBezTo>
                      <a:pt x="81" y="124"/>
                      <a:pt x="80" y="149"/>
                      <a:pt x="81" y="169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9" name="Freeform 10">
                <a:extLst>
                  <a:ext uri="{FF2B5EF4-FFF2-40B4-BE49-F238E27FC236}">
                    <a16:creationId xmlns:a16="http://schemas.microsoft.com/office/drawing/2014/main" id="{13024567-6DA0-40D2-B20E-C2357D24D1D2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652713" y="6473825"/>
                <a:ext cx="57150" cy="103188"/>
              </a:xfrm>
              <a:custGeom>
                <a:avLst/>
                <a:gdLst>
                  <a:gd name="T0" fmla="*/ 33 w 33"/>
                  <a:gd name="T1" fmla="*/ 15 h 59"/>
                  <a:gd name="T2" fmla="*/ 23 w 33"/>
                  <a:gd name="T3" fmla="*/ 9 h 59"/>
                  <a:gd name="T4" fmla="*/ 10 w 33"/>
                  <a:gd name="T5" fmla="*/ 0 h 59"/>
                  <a:gd name="T6" fmla="*/ 0 w 33"/>
                  <a:gd name="T7" fmla="*/ 59 h 59"/>
                  <a:gd name="T8" fmla="*/ 30 w 33"/>
                  <a:gd name="T9" fmla="*/ 59 h 59"/>
                  <a:gd name="T10" fmla="*/ 33 w 33"/>
                  <a:gd name="T11" fmla="*/ 15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59">
                    <a:moveTo>
                      <a:pt x="33" y="15"/>
                    </a:moveTo>
                    <a:cubicBezTo>
                      <a:pt x="33" y="15"/>
                      <a:pt x="27" y="12"/>
                      <a:pt x="23" y="9"/>
                    </a:cubicBezTo>
                    <a:cubicBezTo>
                      <a:pt x="18" y="6"/>
                      <a:pt x="10" y="0"/>
                      <a:pt x="10" y="0"/>
                    </a:cubicBezTo>
                    <a:cubicBezTo>
                      <a:pt x="16" y="20"/>
                      <a:pt x="16" y="45"/>
                      <a:pt x="0" y="59"/>
                    </a:cubicBezTo>
                    <a:cubicBezTo>
                      <a:pt x="30" y="59"/>
                      <a:pt x="30" y="59"/>
                      <a:pt x="30" y="59"/>
                    </a:cubicBezTo>
                    <a:cubicBezTo>
                      <a:pt x="30" y="42"/>
                      <a:pt x="30" y="29"/>
                      <a:pt x="33" y="15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94707" y="1396207"/>
            <a:ext cx="5354900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4707" y="3875882"/>
            <a:ext cx="5354900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87577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2CCC03DB-F540-4E1A-BC4B-A2124079AAD3}"/>
              </a:ext>
            </a:extLst>
          </p:cNvPr>
          <p:cNvSpPr/>
          <p:nvPr userDrawn="1"/>
        </p:nvSpPr>
        <p:spPr>
          <a:xfrm flipH="1">
            <a:off x="9734310" y="168568"/>
            <a:ext cx="2457689" cy="5121133"/>
          </a:xfrm>
          <a:custGeom>
            <a:avLst/>
            <a:gdLst>
              <a:gd name="connsiteX0" fmla="*/ 0 w 2457689"/>
              <a:gd name="connsiteY0" fmla="*/ 0 h 5121133"/>
              <a:gd name="connsiteX1" fmla="*/ 2457689 w 2457689"/>
              <a:gd name="connsiteY1" fmla="*/ 1418947 h 5121133"/>
              <a:gd name="connsiteX2" fmla="*/ 2457689 w 2457689"/>
              <a:gd name="connsiteY2" fmla="*/ 5121133 h 5121133"/>
              <a:gd name="connsiteX3" fmla="*/ 0 w 2457689"/>
              <a:gd name="connsiteY3" fmla="*/ 3702186 h 5121133"/>
              <a:gd name="connsiteX4" fmla="*/ 0 w 2457689"/>
              <a:gd name="connsiteY4" fmla="*/ 0 h 5121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7689" h="5121133">
                <a:moveTo>
                  <a:pt x="0" y="0"/>
                </a:moveTo>
                <a:lnTo>
                  <a:pt x="2457689" y="1418947"/>
                </a:lnTo>
                <a:lnTo>
                  <a:pt x="2457689" y="5121133"/>
                </a:lnTo>
                <a:lnTo>
                  <a:pt x="0" y="370218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CFE1F7CC-E147-404A-A102-BE8B6E0C233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734309" y="1568299"/>
            <a:ext cx="2460441" cy="512076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2457385 w 4966001"/>
              <a:gd name="connsiteY0" fmla="*/ 5120762 h 5120762"/>
              <a:gd name="connsiteX1" fmla="*/ 302 w 4966001"/>
              <a:gd name="connsiteY1" fmla="*/ 3796152 h 5120762"/>
              <a:gd name="connsiteX2" fmla="*/ 2884 w 4966001"/>
              <a:gd name="connsiteY2" fmla="*/ 0 h 5120762"/>
              <a:gd name="connsiteX3" fmla="*/ 4966001 w 4966001"/>
              <a:gd name="connsiteY3" fmla="*/ 2848610 h 5120762"/>
              <a:gd name="connsiteX4" fmla="*/ 4964322 w 4966001"/>
              <a:gd name="connsiteY4" fmla="*/ 4983602 h 5120762"/>
              <a:gd name="connsiteX5" fmla="*/ 2457385 w 4966001"/>
              <a:gd name="connsiteY5" fmla="*/ 5120762 h 5120762"/>
              <a:gd name="connsiteX0" fmla="*/ 2457385 w 5018502"/>
              <a:gd name="connsiteY0" fmla="*/ 5120762 h 5120762"/>
              <a:gd name="connsiteX1" fmla="*/ 302 w 5018502"/>
              <a:gd name="connsiteY1" fmla="*/ 3796152 h 5120762"/>
              <a:gd name="connsiteX2" fmla="*/ 2884 w 5018502"/>
              <a:gd name="connsiteY2" fmla="*/ 0 h 5120762"/>
              <a:gd name="connsiteX3" fmla="*/ 4966001 w 5018502"/>
              <a:gd name="connsiteY3" fmla="*/ 2848610 h 5120762"/>
              <a:gd name="connsiteX4" fmla="*/ 2457385 w 5018502"/>
              <a:gd name="connsiteY4" fmla="*/ 5120762 h 5120762"/>
              <a:gd name="connsiteX0" fmla="*/ 2457385 w 2943293"/>
              <a:gd name="connsiteY0" fmla="*/ 5120762 h 5120762"/>
              <a:gd name="connsiteX1" fmla="*/ 302 w 2943293"/>
              <a:gd name="connsiteY1" fmla="*/ 3796152 h 5120762"/>
              <a:gd name="connsiteX2" fmla="*/ 2884 w 2943293"/>
              <a:gd name="connsiteY2" fmla="*/ 0 h 5120762"/>
              <a:gd name="connsiteX3" fmla="*/ 2481881 w 2943293"/>
              <a:gd name="connsiteY3" fmla="*/ 3239770 h 5120762"/>
              <a:gd name="connsiteX4" fmla="*/ 2457385 w 2943293"/>
              <a:gd name="connsiteY4" fmla="*/ 5120762 h 5120762"/>
              <a:gd name="connsiteX0" fmla="*/ 2457385 w 2939298"/>
              <a:gd name="connsiteY0" fmla="*/ 5120762 h 5120762"/>
              <a:gd name="connsiteX1" fmla="*/ 302 w 2939298"/>
              <a:gd name="connsiteY1" fmla="*/ 3796152 h 5120762"/>
              <a:gd name="connsiteX2" fmla="*/ 2884 w 2939298"/>
              <a:gd name="connsiteY2" fmla="*/ 0 h 5120762"/>
              <a:gd name="connsiteX3" fmla="*/ 2471721 w 2939298"/>
              <a:gd name="connsiteY3" fmla="*/ 1410970 h 5120762"/>
              <a:gd name="connsiteX4" fmla="*/ 2457385 w 2939298"/>
              <a:gd name="connsiteY4" fmla="*/ 5120762 h 5120762"/>
              <a:gd name="connsiteX0" fmla="*/ 2457385 w 2940987"/>
              <a:gd name="connsiteY0" fmla="*/ 5120762 h 5120762"/>
              <a:gd name="connsiteX1" fmla="*/ 302 w 2940987"/>
              <a:gd name="connsiteY1" fmla="*/ 3796152 h 5120762"/>
              <a:gd name="connsiteX2" fmla="*/ 2884 w 2940987"/>
              <a:gd name="connsiteY2" fmla="*/ 0 h 5120762"/>
              <a:gd name="connsiteX3" fmla="*/ 2471721 w 2940987"/>
              <a:gd name="connsiteY3" fmla="*/ 1410970 h 5120762"/>
              <a:gd name="connsiteX4" fmla="*/ 2457385 w 2940987"/>
              <a:gd name="connsiteY4" fmla="*/ 5120762 h 5120762"/>
              <a:gd name="connsiteX0" fmla="*/ 2457385 w 2642606"/>
              <a:gd name="connsiteY0" fmla="*/ 5120762 h 5120762"/>
              <a:gd name="connsiteX1" fmla="*/ 302 w 2642606"/>
              <a:gd name="connsiteY1" fmla="*/ 3796152 h 5120762"/>
              <a:gd name="connsiteX2" fmla="*/ 2884 w 2642606"/>
              <a:gd name="connsiteY2" fmla="*/ 0 h 5120762"/>
              <a:gd name="connsiteX3" fmla="*/ 2471721 w 2642606"/>
              <a:gd name="connsiteY3" fmla="*/ 1410970 h 5120762"/>
              <a:gd name="connsiteX4" fmla="*/ 2457385 w 2642606"/>
              <a:gd name="connsiteY4" fmla="*/ 5120762 h 5120762"/>
              <a:gd name="connsiteX0" fmla="*/ 2457385 w 2807365"/>
              <a:gd name="connsiteY0" fmla="*/ 5120762 h 5137422"/>
              <a:gd name="connsiteX1" fmla="*/ 302 w 2807365"/>
              <a:gd name="connsiteY1" fmla="*/ 3796152 h 5137422"/>
              <a:gd name="connsiteX2" fmla="*/ 2884 w 2807365"/>
              <a:gd name="connsiteY2" fmla="*/ 0 h 5137422"/>
              <a:gd name="connsiteX3" fmla="*/ 2471721 w 2807365"/>
              <a:gd name="connsiteY3" fmla="*/ 1410970 h 5137422"/>
              <a:gd name="connsiteX4" fmla="*/ 2457385 w 2807365"/>
              <a:gd name="connsiteY4" fmla="*/ 5120762 h 5137422"/>
              <a:gd name="connsiteX0" fmla="*/ 2457385 w 2651440"/>
              <a:gd name="connsiteY0" fmla="*/ 5120762 h 5120762"/>
              <a:gd name="connsiteX1" fmla="*/ 302 w 2651440"/>
              <a:gd name="connsiteY1" fmla="*/ 3796152 h 5120762"/>
              <a:gd name="connsiteX2" fmla="*/ 2884 w 2651440"/>
              <a:gd name="connsiteY2" fmla="*/ 0 h 5120762"/>
              <a:gd name="connsiteX3" fmla="*/ 2471721 w 2651440"/>
              <a:gd name="connsiteY3" fmla="*/ 1410970 h 5120762"/>
              <a:gd name="connsiteX4" fmla="*/ 2457385 w 2651440"/>
              <a:gd name="connsiteY4" fmla="*/ 5120762 h 5120762"/>
              <a:gd name="connsiteX0" fmla="*/ 2457385 w 2486859"/>
              <a:gd name="connsiteY0" fmla="*/ 5120762 h 5120762"/>
              <a:gd name="connsiteX1" fmla="*/ 302 w 2486859"/>
              <a:gd name="connsiteY1" fmla="*/ 3796152 h 5120762"/>
              <a:gd name="connsiteX2" fmla="*/ 2884 w 2486859"/>
              <a:gd name="connsiteY2" fmla="*/ 0 h 5120762"/>
              <a:gd name="connsiteX3" fmla="*/ 2471721 w 2486859"/>
              <a:gd name="connsiteY3" fmla="*/ 1410970 h 5120762"/>
              <a:gd name="connsiteX4" fmla="*/ 2457385 w 2486859"/>
              <a:gd name="connsiteY4" fmla="*/ 5120762 h 5120762"/>
              <a:gd name="connsiteX0" fmla="*/ 2457385 w 2462497"/>
              <a:gd name="connsiteY0" fmla="*/ 5120762 h 5120762"/>
              <a:gd name="connsiteX1" fmla="*/ 302 w 2462497"/>
              <a:gd name="connsiteY1" fmla="*/ 3796152 h 5120762"/>
              <a:gd name="connsiteX2" fmla="*/ 2884 w 2462497"/>
              <a:gd name="connsiteY2" fmla="*/ 0 h 5120762"/>
              <a:gd name="connsiteX3" fmla="*/ 2431716 w 2462497"/>
              <a:gd name="connsiteY3" fmla="*/ 1424305 h 5120762"/>
              <a:gd name="connsiteX4" fmla="*/ 2457385 w 2462497"/>
              <a:gd name="connsiteY4" fmla="*/ 5120762 h 5120762"/>
              <a:gd name="connsiteX0" fmla="*/ 2457385 w 2482398"/>
              <a:gd name="connsiteY0" fmla="*/ 5120762 h 5120762"/>
              <a:gd name="connsiteX1" fmla="*/ 302 w 2482398"/>
              <a:gd name="connsiteY1" fmla="*/ 3796152 h 5120762"/>
              <a:gd name="connsiteX2" fmla="*/ 2884 w 2482398"/>
              <a:gd name="connsiteY2" fmla="*/ 0 h 5120762"/>
              <a:gd name="connsiteX3" fmla="*/ 2466006 w 2482398"/>
              <a:gd name="connsiteY3" fmla="*/ 1424305 h 5120762"/>
              <a:gd name="connsiteX4" fmla="*/ 2457385 w 2482398"/>
              <a:gd name="connsiteY4" fmla="*/ 5120762 h 5120762"/>
              <a:gd name="connsiteX0" fmla="*/ 2457385 w 2466006"/>
              <a:gd name="connsiteY0" fmla="*/ 5120762 h 5120762"/>
              <a:gd name="connsiteX1" fmla="*/ 302 w 2466006"/>
              <a:gd name="connsiteY1" fmla="*/ 3796152 h 5120762"/>
              <a:gd name="connsiteX2" fmla="*/ 2884 w 2466006"/>
              <a:gd name="connsiteY2" fmla="*/ 0 h 5120762"/>
              <a:gd name="connsiteX3" fmla="*/ 2466006 w 2466006"/>
              <a:gd name="connsiteY3" fmla="*/ 1424305 h 5120762"/>
              <a:gd name="connsiteX4" fmla="*/ 2457385 w 2466006"/>
              <a:gd name="connsiteY4" fmla="*/ 5120762 h 5120762"/>
              <a:gd name="connsiteX0" fmla="*/ 2457385 w 2460441"/>
              <a:gd name="connsiteY0" fmla="*/ 5120762 h 5120762"/>
              <a:gd name="connsiteX1" fmla="*/ 302 w 2460441"/>
              <a:gd name="connsiteY1" fmla="*/ 3796152 h 5120762"/>
              <a:gd name="connsiteX2" fmla="*/ 2884 w 2460441"/>
              <a:gd name="connsiteY2" fmla="*/ 0 h 5120762"/>
              <a:gd name="connsiteX3" fmla="*/ 2458386 w 2460441"/>
              <a:gd name="connsiteY3" fmla="*/ 1422400 h 5120762"/>
              <a:gd name="connsiteX4" fmla="*/ 2457385 w 2460441"/>
              <a:gd name="connsiteY4" fmla="*/ 5120762 h 5120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0441" h="5120762">
                <a:moveTo>
                  <a:pt x="2457385" y="5120762"/>
                </a:moveTo>
                <a:lnTo>
                  <a:pt x="302" y="3796152"/>
                </a:lnTo>
                <a:cubicBezTo>
                  <a:pt x="-1377" y="2119288"/>
                  <a:pt x="4563" y="1676864"/>
                  <a:pt x="2884" y="0"/>
                </a:cubicBezTo>
                <a:lnTo>
                  <a:pt x="2458386" y="1422400"/>
                </a:lnTo>
                <a:cubicBezTo>
                  <a:pt x="2456625" y="1682770"/>
                  <a:pt x="2464553" y="3265866"/>
                  <a:pt x="2457385" y="5120762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F69DD9-002C-42F1-B0B1-7629DDD68405}"/>
              </a:ext>
            </a:extLst>
          </p:cNvPr>
          <p:cNvSpPr/>
          <p:nvPr userDrawn="1"/>
        </p:nvSpPr>
        <p:spPr>
          <a:xfrm flipH="1">
            <a:off x="0" y="1568299"/>
            <a:ext cx="9618562" cy="3721402"/>
          </a:xfrm>
          <a:prstGeom prst="rect">
            <a:avLst/>
          </a:pr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398231" y="2255519"/>
            <a:ext cx="8778240" cy="1300281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98231" y="3647876"/>
            <a:ext cx="8778240" cy="741244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BE3AF9-876E-401C-9274-DDCF1FC18A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31" y="710434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366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6F05D4D6-EB0C-4D59-A0E2-0EEAD63E2DF5}"/>
              </a:ext>
            </a:extLst>
          </p:cNvPr>
          <p:cNvSpPr/>
          <p:nvPr userDrawn="1"/>
        </p:nvSpPr>
        <p:spPr>
          <a:xfrm>
            <a:off x="3420061" y="0"/>
            <a:ext cx="8771939" cy="5648938"/>
          </a:xfrm>
          <a:custGeom>
            <a:avLst/>
            <a:gdLst>
              <a:gd name="connsiteX0" fmla="*/ 4690757 w 8748789"/>
              <a:gd name="connsiteY0" fmla="*/ 0 h 5648938"/>
              <a:gd name="connsiteX1" fmla="*/ 8748789 w 8748789"/>
              <a:gd name="connsiteY1" fmla="*/ 0 h 5648938"/>
              <a:gd name="connsiteX2" fmla="*/ 8748789 w 8748789"/>
              <a:gd name="connsiteY2" fmla="*/ 5648938 h 5648938"/>
              <a:gd name="connsiteX3" fmla="*/ 0 w 8748789"/>
              <a:gd name="connsiteY3" fmla="*/ 3981544 h 5648938"/>
              <a:gd name="connsiteX4" fmla="*/ 0 w 8748789"/>
              <a:gd name="connsiteY4" fmla="*/ 2108767 h 5648938"/>
              <a:gd name="connsiteX5" fmla="*/ 4690757 w 8748789"/>
              <a:gd name="connsiteY5" fmla="*/ 0 h 5648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5648938">
                <a:moveTo>
                  <a:pt x="4690757" y="0"/>
                </a:moveTo>
                <a:lnTo>
                  <a:pt x="8748789" y="0"/>
                </a:lnTo>
                <a:lnTo>
                  <a:pt x="8748789" y="5648938"/>
                </a:lnTo>
                <a:lnTo>
                  <a:pt x="0" y="3981544"/>
                </a:lnTo>
                <a:lnTo>
                  <a:pt x="0" y="2108767"/>
                </a:lnTo>
                <a:lnTo>
                  <a:pt x="4690757" y="0"/>
                </a:lnTo>
                <a:close/>
              </a:path>
            </a:pathLst>
          </a:cu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85A0582-D957-4640-9E50-421086BD91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4761" y="200025"/>
            <a:ext cx="3441700" cy="4670425"/>
          </a:xfrm>
          <a:custGeom>
            <a:avLst/>
            <a:gdLst>
              <a:gd name="connsiteX0" fmla="*/ 0 w 3419475"/>
              <a:gd name="connsiteY0" fmla="*/ 1870075 h 3740150"/>
              <a:gd name="connsiteX1" fmla="*/ 1709738 w 3419475"/>
              <a:gd name="connsiteY1" fmla="*/ 0 h 3740150"/>
              <a:gd name="connsiteX2" fmla="*/ 3419475 w 3419475"/>
              <a:gd name="connsiteY2" fmla="*/ 1870075 h 3740150"/>
              <a:gd name="connsiteX3" fmla="*/ 1709738 w 3419475"/>
              <a:gd name="connsiteY3" fmla="*/ 3740150 h 3740150"/>
              <a:gd name="connsiteX4" fmla="*/ 0 w 3419475"/>
              <a:gd name="connsiteY4" fmla="*/ 1870075 h 3740150"/>
              <a:gd name="connsiteX0" fmla="*/ 0 w 3419475"/>
              <a:gd name="connsiteY0" fmla="*/ 4657725 h 4657725"/>
              <a:gd name="connsiteX1" fmla="*/ 1709738 w 3419475"/>
              <a:gd name="connsiteY1" fmla="*/ 0 h 4657725"/>
              <a:gd name="connsiteX2" fmla="*/ 3419475 w 3419475"/>
              <a:gd name="connsiteY2" fmla="*/ 1870075 h 4657725"/>
              <a:gd name="connsiteX3" fmla="*/ 1709738 w 3419475"/>
              <a:gd name="connsiteY3" fmla="*/ 3740150 h 4657725"/>
              <a:gd name="connsiteX4" fmla="*/ 0 w 3419475"/>
              <a:gd name="connsiteY4" fmla="*/ 4657725 h 4657725"/>
              <a:gd name="connsiteX0" fmla="*/ 4762 w 3424237"/>
              <a:gd name="connsiteY0" fmla="*/ 4740275 h 4740275"/>
              <a:gd name="connsiteX1" fmla="*/ 0 w 3424237"/>
              <a:gd name="connsiteY1" fmla="*/ 0 h 4740275"/>
              <a:gd name="connsiteX2" fmla="*/ 3424237 w 3424237"/>
              <a:gd name="connsiteY2" fmla="*/ 1952625 h 4740275"/>
              <a:gd name="connsiteX3" fmla="*/ 1714500 w 3424237"/>
              <a:gd name="connsiteY3" fmla="*/ 3822700 h 4740275"/>
              <a:gd name="connsiteX4" fmla="*/ 4762 w 3424237"/>
              <a:gd name="connsiteY4" fmla="*/ 4740275 h 4740275"/>
              <a:gd name="connsiteX0" fmla="*/ 4762 w 3441700"/>
              <a:gd name="connsiteY0" fmla="*/ 4740275 h 4740275"/>
              <a:gd name="connsiteX1" fmla="*/ 0 w 3441700"/>
              <a:gd name="connsiteY1" fmla="*/ 0 h 4740275"/>
              <a:gd name="connsiteX2" fmla="*/ 3424237 w 3441700"/>
              <a:gd name="connsiteY2" fmla="*/ 1952625 h 4740275"/>
              <a:gd name="connsiteX3" fmla="*/ 3441700 w 3441700"/>
              <a:gd name="connsiteY3" fmla="*/ 3848100 h 4740275"/>
              <a:gd name="connsiteX4" fmla="*/ 4762 w 3441700"/>
              <a:gd name="connsiteY4" fmla="*/ 4740275 h 4740275"/>
              <a:gd name="connsiteX0" fmla="*/ 4762 w 3441700"/>
              <a:gd name="connsiteY0" fmla="*/ 4740275 h 4740275"/>
              <a:gd name="connsiteX1" fmla="*/ 0 w 3441700"/>
              <a:gd name="connsiteY1" fmla="*/ 0 h 4740275"/>
              <a:gd name="connsiteX2" fmla="*/ 3424237 w 3441700"/>
              <a:gd name="connsiteY2" fmla="*/ 1997075 h 4740275"/>
              <a:gd name="connsiteX3" fmla="*/ 3441700 w 3441700"/>
              <a:gd name="connsiteY3" fmla="*/ 3848100 h 4740275"/>
              <a:gd name="connsiteX4" fmla="*/ 4762 w 3441700"/>
              <a:gd name="connsiteY4" fmla="*/ 4740275 h 4740275"/>
              <a:gd name="connsiteX0" fmla="*/ 4762 w 3441700"/>
              <a:gd name="connsiteY0" fmla="*/ 4670425 h 4670425"/>
              <a:gd name="connsiteX1" fmla="*/ 0 w 3441700"/>
              <a:gd name="connsiteY1" fmla="*/ 0 h 4670425"/>
              <a:gd name="connsiteX2" fmla="*/ 3424237 w 3441700"/>
              <a:gd name="connsiteY2" fmla="*/ 1927225 h 4670425"/>
              <a:gd name="connsiteX3" fmla="*/ 3441700 w 3441700"/>
              <a:gd name="connsiteY3" fmla="*/ 3778250 h 4670425"/>
              <a:gd name="connsiteX4" fmla="*/ 4762 w 3441700"/>
              <a:gd name="connsiteY4" fmla="*/ 4670425 h 4670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1700" h="4670425">
                <a:moveTo>
                  <a:pt x="4762" y="4670425"/>
                </a:moveTo>
                <a:cubicBezTo>
                  <a:pt x="3175" y="3090333"/>
                  <a:pt x="1587" y="1580092"/>
                  <a:pt x="0" y="0"/>
                </a:cubicBezTo>
                <a:lnTo>
                  <a:pt x="3424237" y="1927225"/>
                </a:lnTo>
                <a:lnTo>
                  <a:pt x="3441700" y="3778250"/>
                </a:lnTo>
                <a:lnTo>
                  <a:pt x="4762" y="4670425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261B74E-7A13-49E3-8746-8B38AEC92648}"/>
              </a:ext>
            </a:extLst>
          </p:cNvPr>
          <p:cNvSpPr/>
          <p:nvPr userDrawn="1"/>
        </p:nvSpPr>
        <p:spPr>
          <a:xfrm>
            <a:off x="0" y="4051279"/>
            <a:ext cx="3420059" cy="2320166"/>
          </a:xfrm>
          <a:custGeom>
            <a:avLst/>
            <a:gdLst>
              <a:gd name="connsiteX0" fmla="*/ 3420059 w 3420059"/>
              <a:gd name="connsiteY0" fmla="*/ 0 h 2320166"/>
              <a:gd name="connsiteX1" fmla="*/ 3420059 w 3420059"/>
              <a:gd name="connsiteY1" fmla="*/ 652471 h 2320166"/>
              <a:gd name="connsiteX2" fmla="*/ 0 w 3420059"/>
              <a:gd name="connsiteY2" fmla="*/ 2320166 h 2320166"/>
              <a:gd name="connsiteX3" fmla="*/ 0 w 3420059"/>
              <a:gd name="connsiteY3" fmla="*/ 968871 h 2320166"/>
              <a:gd name="connsiteX4" fmla="*/ 3420059 w 3420059"/>
              <a:gd name="connsiteY4" fmla="*/ 0 h 2320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2320166">
                <a:moveTo>
                  <a:pt x="3420059" y="0"/>
                </a:moveTo>
                <a:lnTo>
                  <a:pt x="3420059" y="652471"/>
                </a:lnTo>
                <a:lnTo>
                  <a:pt x="0" y="2320166"/>
                </a:lnTo>
                <a:lnTo>
                  <a:pt x="0" y="968871"/>
                </a:lnTo>
                <a:lnTo>
                  <a:pt x="3420059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6BB36B2F-64BC-4136-9BF7-40926A03CDED}"/>
              </a:ext>
            </a:extLst>
          </p:cNvPr>
          <p:cNvSpPr/>
          <p:nvPr userDrawn="1"/>
        </p:nvSpPr>
        <p:spPr>
          <a:xfrm>
            <a:off x="3420061" y="4051278"/>
            <a:ext cx="8771939" cy="2806722"/>
          </a:xfrm>
          <a:custGeom>
            <a:avLst/>
            <a:gdLst>
              <a:gd name="connsiteX0" fmla="*/ 0 w 8748789"/>
              <a:gd name="connsiteY0" fmla="*/ 0 h 2806722"/>
              <a:gd name="connsiteX1" fmla="*/ 8748789 w 8748789"/>
              <a:gd name="connsiteY1" fmla="*/ 1646811 h 2806722"/>
              <a:gd name="connsiteX2" fmla="*/ 8748789 w 8748789"/>
              <a:gd name="connsiteY2" fmla="*/ 2806722 h 2806722"/>
              <a:gd name="connsiteX3" fmla="*/ 6691228 w 8748789"/>
              <a:gd name="connsiteY3" fmla="*/ 2806722 h 2806722"/>
              <a:gd name="connsiteX4" fmla="*/ 0 w 8748789"/>
              <a:gd name="connsiteY4" fmla="*/ 652471 h 2806722"/>
              <a:gd name="connsiteX5" fmla="*/ 0 w 8748789"/>
              <a:gd name="connsiteY5" fmla="*/ 0 h 2806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2806722">
                <a:moveTo>
                  <a:pt x="0" y="0"/>
                </a:moveTo>
                <a:lnTo>
                  <a:pt x="8748789" y="1646811"/>
                </a:lnTo>
                <a:lnTo>
                  <a:pt x="8748789" y="2806722"/>
                </a:lnTo>
                <a:lnTo>
                  <a:pt x="6691228" y="2806722"/>
                </a:lnTo>
                <a:lnTo>
                  <a:pt x="0" y="65247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77430" y="1888245"/>
            <a:ext cx="7481170" cy="1300281"/>
          </a:xfrm>
          <a:ln>
            <a:noFill/>
          </a:ln>
        </p:spPr>
        <p:txBody>
          <a:bodyPr anchor="b">
            <a:normAutofit/>
          </a:bodyPr>
          <a:lstStyle>
            <a:lvl1pPr algn="l" rtl="1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77430" y="3280602"/>
            <a:ext cx="7481170" cy="741244"/>
          </a:xfrm>
          <a:ln>
            <a:noFill/>
          </a:ln>
        </p:spPr>
        <p:txBody>
          <a:bodyPr/>
          <a:lstStyle>
            <a:lvl1pPr marL="0" indent="0" algn="l" rtl="1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6DCC8E-61F1-4226-B60E-957F44656C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926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16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7DFEB65-6E2E-4E1D-B667-95795F86DC2D}"/>
              </a:ext>
            </a:extLst>
          </p:cNvPr>
          <p:cNvSpPr/>
          <p:nvPr userDrawn="1"/>
        </p:nvSpPr>
        <p:spPr>
          <a:xfrm>
            <a:off x="0" y="212830"/>
            <a:ext cx="3420059" cy="4645723"/>
          </a:xfrm>
          <a:custGeom>
            <a:avLst/>
            <a:gdLst>
              <a:gd name="connsiteX0" fmla="*/ 0 w 3420059"/>
              <a:gd name="connsiteY0" fmla="*/ 0 h 4645723"/>
              <a:gd name="connsiteX1" fmla="*/ 3420059 w 3420059"/>
              <a:gd name="connsiteY1" fmla="*/ 1895938 h 4645723"/>
              <a:gd name="connsiteX2" fmla="*/ 3420059 w 3420059"/>
              <a:gd name="connsiteY2" fmla="*/ 3768715 h 4645723"/>
              <a:gd name="connsiteX3" fmla="*/ 0 w 3420059"/>
              <a:gd name="connsiteY3" fmla="*/ 4645723 h 4645723"/>
              <a:gd name="connsiteX4" fmla="*/ 0 w 3420059"/>
              <a:gd name="connsiteY4" fmla="*/ 0 h 4645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4645723">
                <a:moveTo>
                  <a:pt x="0" y="0"/>
                </a:moveTo>
                <a:lnTo>
                  <a:pt x="3420059" y="1895938"/>
                </a:lnTo>
                <a:lnTo>
                  <a:pt x="3420059" y="3768715"/>
                </a:lnTo>
                <a:lnTo>
                  <a:pt x="0" y="464572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906BA1DD-8552-4ACF-A870-DE84D6FE596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23532" y="4958"/>
            <a:ext cx="8779058" cy="565289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2076385 w 4964322"/>
              <a:gd name="connsiteY0" fmla="*/ 7100692 h 7100692"/>
              <a:gd name="connsiteX1" fmla="*/ 302 w 4964322"/>
              <a:gd name="connsiteY1" fmla="*/ 5913242 h 7100692"/>
              <a:gd name="connsiteX2" fmla="*/ 2884 w 4964322"/>
              <a:gd name="connsiteY2" fmla="*/ 2117090 h 7100692"/>
              <a:gd name="connsiteX3" fmla="*/ 4489751 w 4964322"/>
              <a:gd name="connsiteY3" fmla="*/ 0 h 7100692"/>
              <a:gd name="connsiteX4" fmla="*/ 4964322 w 4964322"/>
              <a:gd name="connsiteY4" fmla="*/ 7100692 h 7100692"/>
              <a:gd name="connsiteX5" fmla="*/ 2076385 w 4964322"/>
              <a:gd name="connsiteY5" fmla="*/ 7100692 h 7100692"/>
              <a:gd name="connsiteX0" fmla="*/ 2076385 w 8781942"/>
              <a:gd name="connsiteY0" fmla="*/ 7299796 h 7299796"/>
              <a:gd name="connsiteX1" fmla="*/ 302 w 8781942"/>
              <a:gd name="connsiteY1" fmla="*/ 6112346 h 7299796"/>
              <a:gd name="connsiteX2" fmla="*/ 2884 w 8781942"/>
              <a:gd name="connsiteY2" fmla="*/ 2316194 h 7299796"/>
              <a:gd name="connsiteX3" fmla="*/ 4489751 w 8781942"/>
              <a:gd name="connsiteY3" fmla="*/ 199104 h 7299796"/>
              <a:gd name="connsiteX4" fmla="*/ 8781942 w 8781942"/>
              <a:gd name="connsiteY4" fmla="*/ 205576 h 7299796"/>
              <a:gd name="connsiteX5" fmla="*/ 2076385 w 8781942"/>
              <a:gd name="connsiteY5" fmla="*/ 7299796 h 7299796"/>
              <a:gd name="connsiteX0" fmla="*/ 2076385 w 8781942"/>
              <a:gd name="connsiteY0" fmla="*/ 7414504 h 7414504"/>
              <a:gd name="connsiteX1" fmla="*/ 302 w 8781942"/>
              <a:gd name="connsiteY1" fmla="*/ 6227054 h 7414504"/>
              <a:gd name="connsiteX2" fmla="*/ 2884 w 8781942"/>
              <a:gd name="connsiteY2" fmla="*/ 2430902 h 7414504"/>
              <a:gd name="connsiteX3" fmla="*/ 4489751 w 8781942"/>
              <a:gd name="connsiteY3" fmla="*/ 313812 h 7414504"/>
              <a:gd name="connsiteX4" fmla="*/ 8781942 w 8781942"/>
              <a:gd name="connsiteY4" fmla="*/ 320284 h 7414504"/>
              <a:gd name="connsiteX5" fmla="*/ 2076385 w 8781942"/>
              <a:gd name="connsiteY5" fmla="*/ 7414504 h 7414504"/>
              <a:gd name="connsiteX0" fmla="*/ 2076385 w 8781942"/>
              <a:gd name="connsiteY0" fmla="*/ 7100692 h 7100692"/>
              <a:gd name="connsiteX1" fmla="*/ 302 w 8781942"/>
              <a:gd name="connsiteY1" fmla="*/ 5913242 h 7100692"/>
              <a:gd name="connsiteX2" fmla="*/ 2884 w 8781942"/>
              <a:gd name="connsiteY2" fmla="*/ 2117090 h 7100692"/>
              <a:gd name="connsiteX3" fmla="*/ 4489751 w 8781942"/>
              <a:gd name="connsiteY3" fmla="*/ 0 h 7100692"/>
              <a:gd name="connsiteX4" fmla="*/ 8781942 w 8781942"/>
              <a:gd name="connsiteY4" fmla="*/ 6472 h 7100692"/>
              <a:gd name="connsiteX5" fmla="*/ 2076385 w 8781942"/>
              <a:gd name="connsiteY5" fmla="*/ 7100692 h 7100692"/>
              <a:gd name="connsiteX0" fmla="*/ 8751505 w 8781942"/>
              <a:gd name="connsiteY0" fmla="*/ 5614792 h 5913242"/>
              <a:gd name="connsiteX1" fmla="*/ 302 w 8781942"/>
              <a:gd name="connsiteY1" fmla="*/ 5913242 h 5913242"/>
              <a:gd name="connsiteX2" fmla="*/ 2884 w 8781942"/>
              <a:gd name="connsiteY2" fmla="*/ 2117090 h 5913242"/>
              <a:gd name="connsiteX3" fmla="*/ 4489751 w 8781942"/>
              <a:gd name="connsiteY3" fmla="*/ 0 h 5913242"/>
              <a:gd name="connsiteX4" fmla="*/ 8781942 w 8781942"/>
              <a:gd name="connsiteY4" fmla="*/ 6472 h 5913242"/>
              <a:gd name="connsiteX5" fmla="*/ 8751505 w 8781942"/>
              <a:gd name="connsiteY5" fmla="*/ 5614792 h 5913242"/>
              <a:gd name="connsiteX0" fmla="*/ 8748621 w 8779058"/>
              <a:gd name="connsiteY0" fmla="*/ 5614792 h 5614792"/>
              <a:gd name="connsiteX1" fmla="*/ 149818 w 8779058"/>
              <a:gd name="connsiteY1" fmla="*/ 3246242 h 5614792"/>
              <a:gd name="connsiteX2" fmla="*/ 0 w 8779058"/>
              <a:gd name="connsiteY2" fmla="*/ 2117090 h 5614792"/>
              <a:gd name="connsiteX3" fmla="*/ 4486867 w 8779058"/>
              <a:gd name="connsiteY3" fmla="*/ 0 h 5614792"/>
              <a:gd name="connsiteX4" fmla="*/ 8779058 w 8779058"/>
              <a:gd name="connsiteY4" fmla="*/ 6472 h 5614792"/>
              <a:gd name="connsiteX5" fmla="*/ 8748621 w 8779058"/>
              <a:gd name="connsiteY5" fmla="*/ 5614792 h 5614792"/>
              <a:gd name="connsiteX0" fmla="*/ 8748621 w 8779058"/>
              <a:gd name="connsiteY0" fmla="*/ 5614792 h 5614792"/>
              <a:gd name="connsiteX1" fmla="*/ 12658 w 8779058"/>
              <a:gd name="connsiteY1" fmla="*/ 3985382 h 5614792"/>
              <a:gd name="connsiteX2" fmla="*/ 0 w 8779058"/>
              <a:gd name="connsiteY2" fmla="*/ 2117090 h 5614792"/>
              <a:gd name="connsiteX3" fmla="*/ 4486867 w 8779058"/>
              <a:gd name="connsiteY3" fmla="*/ 0 h 5614792"/>
              <a:gd name="connsiteX4" fmla="*/ 8779058 w 8779058"/>
              <a:gd name="connsiteY4" fmla="*/ 6472 h 5614792"/>
              <a:gd name="connsiteX5" fmla="*/ 8748621 w 8779058"/>
              <a:gd name="connsiteY5" fmla="*/ 5614792 h 5614792"/>
              <a:gd name="connsiteX0" fmla="*/ 8763861 w 8779058"/>
              <a:gd name="connsiteY0" fmla="*/ 5652892 h 5652892"/>
              <a:gd name="connsiteX1" fmla="*/ 12658 w 8779058"/>
              <a:gd name="connsiteY1" fmla="*/ 3985382 h 5652892"/>
              <a:gd name="connsiteX2" fmla="*/ 0 w 8779058"/>
              <a:gd name="connsiteY2" fmla="*/ 2117090 h 5652892"/>
              <a:gd name="connsiteX3" fmla="*/ 4486867 w 8779058"/>
              <a:gd name="connsiteY3" fmla="*/ 0 h 5652892"/>
              <a:gd name="connsiteX4" fmla="*/ 8779058 w 8779058"/>
              <a:gd name="connsiteY4" fmla="*/ 6472 h 5652892"/>
              <a:gd name="connsiteX5" fmla="*/ 8763861 w 8779058"/>
              <a:gd name="connsiteY5" fmla="*/ 5652892 h 56528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79058" h="5652892">
                <a:moveTo>
                  <a:pt x="8763861" y="5652892"/>
                </a:moveTo>
                <a:lnTo>
                  <a:pt x="12658" y="3985382"/>
                </a:lnTo>
                <a:cubicBezTo>
                  <a:pt x="10979" y="2308518"/>
                  <a:pt x="1679" y="3793954"/>
                  <a:pt x="0" y="2117090"/>
                </a:cubicBezTo>
                <a:lnTo>
                  <a:pt x="4486867" y="0"/>
                </a:lnTo>
                <a:lnTo>
                  <a:pt x="8779058" y="6472"/>
                </a:lnTo>
                <a:cubicBezTo>
                  <a:pt x="8773992" y="1888612"/>
                  <a:pt x="8768927" y="3770752"/>
                  <a:pt x="8763861" y="5652892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261B74E-7A13-49E3-8746-8B38AEC92648}"/>
              </a:ext>
            </a:extLst>
          </p:cNvPr>
          <p:cNvSpPr/>
          <p:nvPr userDrawn="1"/>
        </p:nvSpPr>
        <p:spPr>
          <a:xfrm>
            <a:off x="0" y="4051279"/>
            <a:ext cx="3420059" cy="2320166"/>
          </a:xfrm>
          <a:custGeom>
            <a:avLst/>
            <a:gdLst>
              <a:gd name="connsiteX0" fmla="*/ 3420059 w 3420059"/>
              <a:gd name="connsiteY0" fmla="*/ 0 h 2320166"/>
              <a:gd name="connsiteX1" fmla="*/ 3420059 w 3420059"/>
              <a:gd name="connsiteY1" fmla="*/ 652471 h 2320166"/>
              <a:gd name="connsiteX2" fmla="*/ 0 w 3420059"/>
              <a:gd name="connsiteY2" fmla="*/ 2320166 h 2320166"/>
              <a:gd name="connsiteX3" fmla="*/ 0 w 3420059"/>
              <a:gd name="connsiteY3" fmla="*/ 968871 h 2320166"/>
              <a:gd name="connsiteX4" fmla="*/ 3420059 w 3420059"/>
              <a:gd name="connsiteY4" fmla="*/ 0 h 2320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2320166">
                <a:moveTo>
                  <a:pt x="3420059" y="0"/>
                </a:moveTo>
                <a:lnTo>
                  <a:pt x="3420059" y="652471"/>
                </a:lnTo>
                <a:lnTo>
                  <a:pt x="0" y="2320166"/>
                </a:lnTo>
                <a:lnTo>
                  <a:pt x="0" y="968871"/>
                </a:lnTo>
                <a:lnTo>
                  <a:pt x="3420059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6BB36B2F-64BC-4136-9BF7-40926A03CDED}"/>
              </a:ext>
            </a:extLst>
          </p:cNvPr>
          <p:cNvSpPr/>
          <p:nvPr userDrawn="1"/>
        </p:nvSpPr>
        <p:spPr>
          <a:xfrm>
            <a:off x="3420061" y="4051278"/>
            <a:ext cx="8771939" cy="2806722"/>
          </a:xfrm>
          <a:custGeom>
            <a:avLst/>
            <a:gdLst>
              <a:gd name="connsiteX0" fmla="*/ 0 w 8748789"/>
              <a:gd name="connsiteY0" fmla="*/ 0 h 2806722"/>
              <a:gd name="connsiteX1" fmla="*/ 8748789 w 8748789"/>
              <a:gd name="connsiteY1" fmla="*/ 1646811 h 2806722"/>
              <a:gd name="connsiteX2" fmla="*/ 8748789 w 8748789"/>
              <a:gd name="connsiteY2" fmla="*/ 2806722 h 2806722"/>
              <a:gd name="connsiteX3" fmla="*/ 6691228 w 8748789"/>
              <a:gd name="connsiteY3" fmla="*/ 2806722 h 2806722"/>
              <a:gd name="connsiteX4" fmla="*/ 0 w 8748789"/>
              <a:gd name="connsiteY4" fmla="*/ 652471 h 2806722"/>
              <a:gd name="connsiteX5" fmla="*/ 0 w 8748789"/>
              <a:gd name="connsiteY5" fmla="*/ 0 h 2806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2806722">
                <a:moveTo>
                  <a:pt x="0" y="0"/>
                </a:moveTo>
                <a:lnTo>
                  <a:pt x="8748789" y="1646811"/>
                </a:lnTo>
                <a:lnTo>
                  <a:pt x="8748789" y="2806722"/>
                </a:lnTo>
                <a:lnTo>
                  <a:pt x="6691228" y="2806722"/>
                </a:lnTo>
                <a:lnTo>
                  <a:pt x="0" y="65247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7418" y="1917677"/>
            <a:ext cx="3420060" cy="2133601"/>
          </a:xfrm>
          <a:ln>
            <a:noFill/>
          </a:ln>
        </p:spPr>
        <p:txBody>
          <a:bodyPr anchor="ctr">
            <a:normAutofit/>
          </a:bodyPr>
          <a:lstStyle>
            <a:lvl1pPr algn="l" rtl="0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0B576E-C92F-4D11-B808-A254F9618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62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125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74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F64ECA8-1154-4672-BB2B-99174CD5C17C}"/>
              </a:ext>
            </a:extLst>
          </p:cNvPr>
          <p:cNvSpPr/>
          <p:nvPr userDrawn="1"/>
        </p:nvSpPr>
        <p:spPr>
          <a:xfrm flipH="1">
            <a:off x="0" y="0"/>
            <a:ext cx="12192000" cy="6858000"/>
          </a:xfrm>
          <a:custGeom>
            <a:avLst/>
            <a:gdLst>
              <a:gd name="connsiteX0" fmla="*/ 5223846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4098880 h 6858000"/>
              <a:gd name="connsiteX3" fmla="*/ 7413064 w 12192000"/>
              <a:gd name="connsiteY3" fmla="*/ 6858000 h 6858000"/>
              <a:gd name="connsiteX4" fmla="*/ 0 w 12192000"/>
              <a:gd name="connsiteY4" fmla="*/ 6858000 h 6858000"/>
              <a:gd name="connsiteX5" fmla="*/ 0 w 12192000"/>
              <a:gd name="connsiteY5" fmla="*/ 3015989 h 6858000"/>
              <a:gd name="connsiteX6" fmla="*/ 5223846 w 12192000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58000">
                <a:moveTo>
                  <a:pt x="5223846" y="0"/>
                </a:moveTo>
                <a:lnTo>
                  <a:pt x="12192000" y="0"/>
                </a:lnTo>
                <a:lnTo>
                  <a:pt x="12192000" y="4098880"/>
                </a:lnTo>
                <a:lnTo>
                  <a:pt x="7413064" y="6858000"/>
                </a:lnTo>
                <a:lnTo>
                  <a:pt x="0" y="6858000"/>
                </a:lnTo>
                <a:lnTo>
                  <a:pt x="0" y="3015989"/>
                </a:lnTo>
                <a:lnTo>
                  <a:pt x="5223846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E93B1D-04FF-4AE0-8FCF-B84FF49C05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576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1EA2A55B-5DD4-4E36-BA2F-504C41D373A2}"/>
              </a:ext>
            </a:extLst>
          </p:cNvPr>
          <p:cNvSpPr/>
          <p:nvPr userDrawn="1"/>
        </p:nvSpPr>
        <p:spPr>
          <a:xfrm>
            <a:off x="-11428" y="0"/>
            <a:ext cx="822959" cy="239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9C5342F6-5698-42A0-9F8B-85DB62BA5C23}"/>
              </a:ext>
            </a:extLst>
          </p:cNvPr>
          <p:cNvSpPr/>
          <p:nvPr userDrawn="1"/>
        </p:nvSpPr>
        <p:spPr>
          <a:xfrm flipH="1">
            <a:off x="3" y="467282"/>
            <a:ext cx="12191999" cy="5740272"/>
          </a:xfrm>
          <a:custGeom>
            <a:avLst/>
            <a:gdLst>
              <a:gd name="connsiteX0" fmla="*/ 12191999 w 12191999"/>
              <a:gd name="connsiteY0" fmla="*/ 0 h 5740272"/>
              <a:gd name="connsiteX1" fmla="*/ 12191999 w 12191999"/>
              <a:gd name="connsiteY1" fmla="*/ 3048077 h 5740272"/>
              <a:gd name="connsiteX2" fmla="*/ 12191999 w 12191999"/>
              <a:gd name="connsiteY2" fmla="*/ 5465875 h 5740272"/>
              <a:gd name="connsiteX3" fmla="*/ 12191999 w 12191999"/>
              <a:gd name="connsiteY3" fmla="*/ 5740272 h 5740272"/>
              <a:gd name="connsiteX4" fmla="*/ 0 w 12191999"/>
              <a:gd name="connsiteY4" fmla="*/ 5740272 h 5740272"/>
              <a:gd name="connsiteX5" fmla="*/ 0 w 12191999"/>
              <a:gd name="connsiteY5" fmla="*/ 5465875 h 5740272"/>
              <a:gd name="connsiteX6" fmla="*/ 0 w 12191999"/>
              <a:gd name="connsiteY6" fmla="*/ 5465875 h 5740272"/>
              <a:gd name="connsiteX7" fmla="*/ 0 w 12191999"/>
              <a:gd name="connsiteY7" fmla="*/ 2025264 h 5740272"/>
              <a:gd name="connsiteX8" fmla="*/ 3597180 w 12191999"/>
              <a:gd name="connsiteY8" fmla="*/ 0 h 5740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1999" h="5740272">
                <a:moveTo>
                  <a:pt x="12191999" y="0"/>
                </a:moveTo>
                <a:lnTo>
                  <a:pt x="12191999" y="3048077"/>
                </a:lnTo>
                <a:lnTo>
                  <a:pt x="12191999" y="5465875"/>
                </a:lnTo>
                <a:lnTo>
                  <a:pt x="12191999" y="5740272"/>
                </a:lnTo>
                <a:lnTo>
                  <a:pt x="0" y="5740272"/>
                </a:lnTo>
                <a:lnTo>
                  <a:pt x="0" y="5465875"/>
                </a:lnTo>
                <a:lnTo>
                  <a:pt x="0" y="5465875"/>
                </a:lnTo>
                <a:lnTo>
                  <a:pt x="0" y="2025264"/>
                </a:lnTo>
                <a:lnTo>
                  <a:pt x="3597180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83133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C527EE7-8E22-4E9C-BAB8-D178339EBA15}"/>
              </a:ext>
            </a:extLst>
          </p:cNvPr>
          <p:cNvSpPr/>
          <p:nvPr userDrawn="1"/>
        </p:nvSpPr>
        <p:spPr>
          <a:xfrm flipH="1">
            <a:off x="9377259" y="1"/>
            <a:ext cx="2086880" cy="1907855"/>
          </a:xfrm>
          <a:custGeom>
            <a:avLst/>
            <a:gdLst>
              <a:gd name="connsiteX0" fmla="*/ 1477382 w 2086880"/>
              <a:gd name="connsiteY0" fmla="*/ 0 h 1907855"/>
              <a:gd name="connsiteX1" fmla="*/ 2086880 w 2086880"/>
              <a:gd name="connsiteY1" fmla="*/ 0 h 1907855"/>
              <a:gd name="connsiteX2" fmla="*/ 2086880 w 2086880"/>
              <a:gd name="connsiteY2" fmla="*/ 732912 h 1907855"/>
              <a:gd name="connsiteX3" fmla="*/ 0 w 2086880"/>
              <a:gd name="connsiteY3" fmla="*/ 1907855 h 1907855"/>
              <a:gd name="connsiteX4" fmla="*/ 0 w 2086880"/>
              <a:gd name="connsiteY4" fmla="*/ 831787 h 1907855"/>
              <a:gd name="connsiteX5" fmla="*/ 1477382 w 2086880"/>
              <a:gd name="connsiteY5" fmla="*/ 0 h 1907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86880" h="1907855">
                <a:moveTo>
                  <a:pt x="1477382" y="0"/>
                </a:moveTo>
                <a:lnTo>
                  <a:pt x="2086880" y="0"/>
                </a:lnTo>
                <a:lnTo>
                  <a:pt x="2086880" y="732912"/>
                </a:lnTo>
                <a:lnTo>
                  <a:pt x="0" y="1907855"/>
                </a:lnTo>
                <a:lnTo>
                  <a:pt x="0" y="831787"/>
                </a:lnTo>
                <a:lnTo>
                  <a:pt x="1477382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800100" y="862965"/>
            <a:ext cx="10725016" cy="773333"/>
          </a:xfrm>
        </p:spPr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 userDrawn="1">
            <p:ph idx="1"/>
          </p:nvPr>
        </p:nvSpPr>
        <p:spPr>
          <a:xfrm>
            <a:off x="800100" y="1823746"/>
            <a:ext cx="10725016" cy="4018254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11DAA04-AA50-488A-954C-979B9C2785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281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672590"/>
            <a:ext cx="10725016" cy="4499610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5780D81-FF11-42C2-99A2-166C01448A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0100" y="987646"/>
            <a:ext cx="10725150" cy="350202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53342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F64ECA8-1154-4672-BB2B-99174CD5C17C}"/>
              </a:ext>
            </a:extLst>
          </p:cNvPr>
          <p:cNvSpPr/>
          <p:nvPr userDrawn="1"/>
        </p:nvSpPr>
        <p:spPr>
          <a:xfrm flipH="1">
            <a:off x="2" y="0"/>
            <a:ext cx="12192000" cy="6858000"/>
          </a:xfrm>
          <a:custGeom>
            <a:avLst/>
            <a:gdLst>
              <a:gd name="connsiteX0" fmla="*/ 5223846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4098880 h 6858000"/>
              <a:gd name="connsiteX3" fmla="*/ 7413064 w 12192000"/>
              <a:gd name="connsiteY3" fmla="*/ 6858000 h 6858000"/>
              <a:gd name="connsiteX4" fmla="*/ 0 w 12192000"/>
              <a:gd name="connsiteY4" fmla="*/ 6858000 h 6858000"/>
              <a:gd name="connsiteX5" fmla="*/ 0 w 12192000"/>
              <a:gd name="connsiteY5" fmla="*/ 3015989 h 6858000"/>
              <a:gd name="connsiteX6" fmla="*/ 5223846 w 12192000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58000">
                <a:moveTo>
                  <a:pt x="5223846" y="0"/>
                </a:moveTo>
                <a:lnTo>
                  <a:pt x="12192000" y="0"/>
                </a:lnTo>
                <a:lnTo>
                  <a:pt x="12192000" y="4098880"/>
                </a:lnTo>
                <a:lnTo>
                  <a:pt x="7413064" y="6858000"/>
                </a:lnTo>
                <a:lnTo>
                  <a:pt x="0" y="6858000"/>
                </a:lnTo>
                <a:lnTo>
                  <a:pt x="0" y="3015989"/>
                </a:lnTo>
                <a:lnTo>
                  <a:pt x="5223846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33349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672590"/>
            <a:ext cx="10725016" cy="4499610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4E63467-157A-4167-AEE0-FCE02C5B8F38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800100" y="987646"/>
            <a:ext cx="10725150" cy="452534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68A2D66-2A1C-43F9-B8EE-F2ECB9D67C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36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1EA2A55B-5DD4-4E36-BA2F-504C41D373A2}"/>
              </a:ext>
            </a:extLst>
          </p:cNvPr>
          <p:cNvSpPr/>
          <p:nvPr userDrawn="1"/>
        </p:nvSpPr>
        <p:spPr>
          <a:xfrm>
            <a:off x="0" y="0"/>
            <a:ext cx="822959" cy="239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9C5342F6-5698-42A0-9F8B-85DB62BA5C23}"/>
              </a:ext>
            </a:extLst>
          </p:cNvPr>
          <p:cNvSpPr/>
          <p:nvPr userDrawn="1"/>
        </p:nvSpPr>
        <p:spPr>
          <a:xfrm flipH="1">
            <a:off x="3" y="467282"/>
            <a:ext cx="12191999" cy="5740272"/>
          </a:xfrm>
          <a:custGeom>
            <a:avLst/>
            <a:gdLst>
              <a:gd name="connsiteX0" fmla="*/ 12191999 w 12191999"/>
              <a:gd name="connsiteY0" fmla="*/ 0 h 5740272"/>
              <a:gd name="connsiteX1" fmla="*/ 12191999 w 12191999"/>
              <a:gd name="connsiteY1" fmla="*/ 3048077 h 5740272"/>
              <a:gd name="connsiteX2" fmla="*/ 12191999 w 12191999"/>
              <a:gd name="connsiteY2" fmla="*/ 5465875 h 5740272"/>
              <a:gd name="connsiteX3" fmla="*/ 12191999 w 12191999"/>
              <a:gd name="connsiteY3" fmla="*/ 5740272 h 5740272"/>
              <a:gd name="connsiteX4" fmla="*/ 0 w 12191999"/>
              <a:gd name="connsiteY4" fmla="*/ 5740272 h 5740272"/>
              <a:gd name="connsiteX5" fmla="*/ 0 w 12191999"/>
              <a:gd name="connsiteY5" fmla="*/ 5465875 h 5740272"/>
              <a:gd name="connsiteX6" fmla="*/ 0 w 12191999"/>
              <a:gd name="connsiteY6" fmla="*/ 5465875 h 5740272"/>
              <a:gd name="connsiteX7" fmla="*/ 0 w 12191999"/>
              <a:gd name="connsiteY7" fmla="*/ 2025264 h 5740272"/>
              <a:gd name="connsiteX8" fmla="*/ 3597180 w 12191999"/>
              <a:gd name="connsiteY8" fmla="*/ 0 h 5740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1999" h="5740272">
                <a:moveTo>
                  <a:pt x="12191999" y="0"/>
                </a:moveTo>
                <a:lnTo>
                  <a:pt x="12191999" y="3048077"/>
                </a:lnTo>
                <a:lnTo>
                  <a:pt x="12191999" y="5465875"/>
                </a:lnTo>
                <a:lnTo>
                  <a:pt x="12191999" y="5740272"/>
                </a:lnTo>
                <a:lnTo>
                  <a:pt x="0" y="5740272"/>
                </a:lnTo>
                <a:lnTo>
                  <a:pt x="0" y="5465875"/>
                </a:lnTo>
                <a:lnTo>
                  <a:pt x="0" y="5465875"/>
                </a:lnTo>
                <a:lnTo>
                  <a:pt x="0" y="2025264"/>
                </a:lnTo>
                <a:lnTo>
                  <a:pt x="3597180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83133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C527EE7-8E22-4E9C-BAB8-D178339EBA15}"/>
              </a:ext>
            </a:extLst>
          </p:cNvPr>
          <p:cNvSpPr/>
          <p:nvPr userDrawn="1"/>
        </p:nvSpPr>
        <p:spPr>
          <a:xfrm flipH="1">
            <a:off x="9377259" y="1"/>
            <a:ext cx="2086880" cy="1907855"/>
          </a:xfrm>
          <a:custGeom>
            <a:avLst/>
            <a:gdLst>
              <a:gd name="connsiteX0" fmla="*/ 1477382 w 2086880"/>
              <a:gd name="connsiteY0" fmla="*/ 0 h 1907855"/>
              <a:gd name="connsiteX1" fmla="*/ 2086880 w 2086880"/>
              <a:gd name="connsiteY1" fmla="*/ 0 h 1907855"/>
              <a:gd name="connsiteX2" fmla="*/ 2086880 w 2086880"/>
              <a:gd name="connsiteY2" fmla="*/ 732912 h 1907855"/>
              <a:gd name="connsiteX3" fmla="*/ 0 w 2086880"/>
              <a:gd name="connsiteY3" fmla="*/ 1907855 h 1907855"/>
              <a:gd name="connsiteX4" fmla="*/ 0 w 2086880"/>
              <a:gd name="connsiteY4" fmla="*/ 831787 h 1907855"/>
              <a:gd name="connsiteX5" fmla="*/ 1477382 w 2086880"/>
              <a:gd name="connsiteY5" fmla="*/ 0 h 1907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86880" h="1907855">
                <a:moveTo>
                  <a:pt x="1477382" y="0"/>
                </a:moveTo>
                <a:lnTo>
                  <a:pt x="2086880" y="0"/>
                </a:lnTo>
                <a:lnTo>
                  <a:pt x="2086880" y="732912"/>
                </a:lnTo>
                <a:lnTo>
                  <a:pt x="0" y="1907855"/>
                </a:lnTo>
                <a:lnTo>
                  <a:pt x="0" y="831787"/>
                </a:lnTo>
                <a:lnTo>
                  <a:pt x="1477382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862965"/>
            <a:ext cx="10725016" cy="773333"/>
          </a:xfrm>
        </p:spPr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2176802"/>
            <a:ext cx="10725016" cy="3665198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97579E2-58B1-459D-A017-1723E0ED9C08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800100" y="1484113"/>
            <a:ext cx="10797387" cy="350202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3EF23D2-0054-4016-9506-7B70C2F3912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057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54A2C8-9E7C-4C11-A1DE-01ADB50FB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1" y="365125"/>
            <a:ext cx="10725016" cy="7733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D18C2B-F939-431F-936A-7A8A0D2E2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0100" y="1325906"/>
            <a:ext cx="10725016" cy="4846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06B1C-3FA0-472A-83FD-87D1C9071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400440"/>
            <a:ext cx="6668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6A052B-A0ED-42E3-A42D-476CBA669AF3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9AFB01-3913-4795-BE83-D0515199F7EB}"/>
              </a:ext>
            </a:extLst>
          </p:cNvPr>
          <p:cNvCxnSpPr>
            <a:cxnSpLocks/>
          </p:cNvCxnSpPr>
          <p:nvPr userDrawn="1"/>
        </p:nvCxnSpPr>
        <p:spPr>
          <a:xfrm>
            <a:off x="0" y="33349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71CAB1EE-DE80-4A6B-B539-0E3367539F77}"/>
              </a:ext>
            </a:extLst>
          </p:cNvPr>
          <p:cNvSpPr/>
          <p:nvPr userDrawn="1"/>
        </p:nvSpPr>
        <p:spPr>
          <a:xfrm>
            <a:off x="666884" y="6405022"/>
            <a:ext cx="10858232" cy="4529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E022E5-3E75-4081-94E7-47589D51F7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044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3" r:id="rId5"/>
    <p:sldLayoutId id="2147483666" r:id="rId6"/>
    <p:sldLayoutId id="2147483667" r:id="rId7"/>
    <p:sldLayoutId id="2147483650" r:id="rId8"/>
    <p:sldLayoutId id="2147483664" r:id="rId9"/>
    <p:sldLayoutId id="2147483665" r:id="rId10"/>
    <p:sldLayoutId id="2147483668" r:id="rId11"/>
    <p:sldLayoutId id="2147483669" r:id="rId12"/>
    <p:sldLayoutId id="2147483670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ts val="2600"/>
        </a:lnSpc>
        <a:spcBef>
          <a:spcPts val="1000"/>
        </a:spcBef>
        <a:buClr>
          <a:schemeClr val="accent1"/>
        </a:buClr>
        <a:buSzPct val="120000"/>
        <a:buFont typeface="Assistant" panose="00000500000000000000" pitchFamily="2" charset="-79"/>
        <a:buChar char="\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ts val="2600"/>
        </a:lnSpc>
        <a:spcBef>
          <a:spcPts val="500"/>
        </a:spcBef>
        <a:buClr>
          <a:schemeClr val="tx2"/>
        </a:buClr>
        <a:buFont typeface="Assistant" panose="00000500000000000000" pitchFamily="2" charset="-79"/>
        <a:buChar char="\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B2F18-7E37-4ACB-A0B8-A212F94116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Master - HF Instability Experiments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81C451-F8ED-4EAC-ABA6-A17AB03390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3647876"/>
            <a:ext cx="8778240" cy="1519688"/>
          </a:xfrm>
        </p:spPr>
        <p:txBody>
          <a:bodyPr>
            <a:normAutofit/>
          </a:bodyPr>
          <a:lstStyle/>
          <a:p>
            <a:r>
              <a:t>Yakov Elmaleh | Results recorded October 19, 2026</a:t>
            </a:r>
            <a:br/>
            <a:r>
              <a:t>Sprint starting October 8, 2026</a:t>
            </a:r>
          </a:p>
        </p:txBody>
      </p:sp>
    </p:spTree>
    <p:extLst>
      <p:ext uri="{BB962C8B-B14F-4D97-AF65-F5344CB8AC3E}">
        <p14:creationId xmlns:p14="http://schemas.microsoft.com/office/powerpoint/2010/main" val="68435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Experiment overview - this task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417320"/>
          <a:ext cx="1046987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8595360"/>
              </a:tblGrid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This task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Research question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Can semantic representations improve within-project instability prediction?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Training data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Historical #357: Apache, Hyperledger, IntelDAOS, Jira, MariaDB and Qt.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Split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Independent chronological 60% train / 20% validation / 20% test per repository.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Models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ModernBERT + Qwen embeddings; frozen logistic heads and selective LoRA.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Test coverage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6 repositories x 4 absolute word-change thresholds = 24 combinations.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Results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0/24 pass all gates; 10/24 improve AP over matched classical baseline.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Completed outputs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GPU profiles, frozen + fine-tuned candidates, sealed choices, tests and report.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HF within-project instability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Historical #357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HF study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Historical #357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HF study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Population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Same 6 repositories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Same rows, order and label hashes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Split / labels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60/20/20 chronological; K=5/10/15/20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Exact archived partitions and labels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Input time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Original pre-sprint fields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Original text; structured ablation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Selection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Classical winner by validation PR area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Validation gates, PR area, then AP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Evaluation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Original, unweighted test distribution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Same test issues; paired comparisons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4754880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646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4837176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No new Jira collection. Known IntelDAOS boundary timestamp tie is preserved.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Thresholds use validation F1; final selections sealed before test evaluation.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Final test - target not met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325880"/>
          <a:ext cx="106527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380"/>
                <a:gridCol w="53263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Agreed test requirement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Passed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AUC-PRC &gt; 0.5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 / 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Average precision &gt; positive prevalence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 / 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Average precision &gt; matched classical baseline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 / 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ROC AUC &gt; 0.5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 / 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ALL requirements together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 / 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68680" y="5806440"/>
            <a:ext cx="10469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All 24 cells are valid. Successful execution is not scientific success.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AUC-PRC - all 24 held-out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463040"/>
          <a:ext cx="10469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554480"/>
                <a:gridCol w="1554480"/>
                <a:gridCol w="1554480"/>
                <a:gridCol w="1554480"/>
                <a:gridCol w="2148840"/>
              </a:tblGrid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Repository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5 words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10 words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15 words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20 words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AP wins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Apache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0.134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0.094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0.082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0/4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Hyperledger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0.250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0.226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0.218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0.182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0/4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IntelDAOS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0.270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0.097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0.088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2/4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Jira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0.565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0.563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0.540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0.244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1/4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MariaDB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0.172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0.197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0.135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0.183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3/4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Qt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0.230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0.178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0.147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0.203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4/4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68680" y="5806440"/>
            <a:ext cx="10469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Only Jira 5/10/15 exceed 0.5 PR area; all three lose AP to their classical comparator.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Data Analysis - counts and test prevalence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463040"/>
          <a:ext cx="10469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Repository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Train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Val.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Pos. 5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Pos. 10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Pos. 15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Pos. 20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Apache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4,603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1,534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1,535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12.4%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7.7%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3.8%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Hyperledger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2,889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963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964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18.3%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14.7%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12.7%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11.6%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IntelDAOS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999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9.6%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8.7%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7.2%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Jira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944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53.8%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51.9%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50.6%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13.0%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MariaDB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1,189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15.3%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11.1%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7.0%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Qt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3,666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1,222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1,223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9.6%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4.9%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3.5%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2.8%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68680" y="5806440"/>
            <a:ext cx="10469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The same test issues are relabeled at each threshold. Levels are changed words, not percentages.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Apache - selected models and test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286000"/>
                <a:gridCol w="1417320"/>
                <a:gridCol w="1188720"/>
                <a:gridCol w="1783080"/>
                <a:gridCol w="1554480"/>
                <a:gridCol w="150876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Selected 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AUC-PRC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Baseline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ModernBERT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0.134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0.135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0.194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54.3%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0.531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ModernBERT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0.094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0.096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90.3%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0.597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ModernBERT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0.082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0.084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0.100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94.3%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0.664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ModernBERT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0.058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0.060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0.080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96.0%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0.667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AP beats baseline in 0/4 cells; all-gate passes: 0/4.
Winner chosen on validation, not on these test scores.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06440"/>
            <a:ext cx="10469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Hyperledger - selected models and test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286000"/>
                <a:gridCol w="1417320"/>
                <a:gridCol w="1188720"/>
                <a:gridCol w="1783080"/>
                <a:gridCol w="1554480"/>
                <a:gridCol w="150876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Selected 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AUC-PRC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Baseline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0.250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0.252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0.265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66.1%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0.664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0.226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0.229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0.229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14.7%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0.681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0.218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0.222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0.228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12.7%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0.719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ModernBERT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0.182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0.186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11.6%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0.687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AP beats baseline in 0/4 cells; all-gate passes: 0/4.
Winner chosen on validation, not on these test scores.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06440"/>
            <a:ext cx="10469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IntelDAOS - selected models and test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286000"/>
                <a:gridCol w="1417320"/>
                <a:gridCol w="1188720"/>
                <a:gridCol w="1783080"/>
                <a:gridCol w="1554480"/>
                <a:gridCol w="150876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Selected 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AUC-PRC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Baseline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0.270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0.289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0.166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79.3%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0.723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0.097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0.103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0.216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68.0%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0.570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0.088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0.095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0.252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79.0%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0.579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0.115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0.123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93.4%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0.697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AP beats baseline in 2/4 cells; all-gate passes: 0/4.
Winner chosen on validation, not on these test scores.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06440"/>
            <a:ext cx="10469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Jira - selected models and test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286000"/>
                <a:gridCol w="1417320"/>
                <a:gridCol w="1188720"/>
                <a:gridCol w="1783080"/>
                <a:gridCol w="1554480"/>
                <a:gridCol w="150876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Selected 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AUC-PRC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Baseline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0.565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0.568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0.579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57.0%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0.618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0.563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0.566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0.576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58.5%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0.643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0.540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0.544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0.552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50.9%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0.626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ModernBERT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0.244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0.251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0.208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76.9%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0.588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AP beats baseline in 1/4 cells; all-gate passes: 0/4.
Winner chosen on validation, not on these test scores.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06440"/>
            <a:ext cx="10469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MariaDB - selected models and test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286000"/>
                <a:gridCol w="1417320"/>
                <a:gridCol w="1188720"/>
                <a:gridCol w="1783080"/>
                <a:gridCol w="1554480"/>
                <a:gridCol w="150876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Selected 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AUC-PRC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Baseline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0.172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0.179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0.205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73.9%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0.542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0.197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0.203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0.165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84.4%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0.684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0.135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0.146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0.113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68.1%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0.650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0.183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0.203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0.133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79.1%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0.738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AP beats baseline in 3/4 cells; all-gate passes: 0/4.
Winner chosen on validation, not on these test scores.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06440"/>
            <a:ext cx="10469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Qt - selected models and test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286000"/>
                <a:gridCol w="1417320"/>
                <a:gridCol w="1188720"/>
                <a:gridCol w="1783080"/>
                <a:gridCol w="1554480"/>
                <a:gridCol w="150876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Selected 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AUC-PRC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Baseline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ModernBERT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0.230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0.236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0.195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70.7%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0.688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0.178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0.184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0.178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88.0%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0.748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0.147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0.160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0.149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95.4%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0.775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</a:t>
                      </a:r>
                    </a:p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0.203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0.213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0.125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96.2%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0.811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AP beats baseline in 4/4 cells; all-gate passes: 0/4.
Winner chosen on validation, not on these test scores.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06440"/>
            <a:ext cx="10469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Selection and uncertainty - avoid overclaiming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463040"/>
          <a:ext cx="10469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66560"/>
                <a:gridCol w="370332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Observed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Validation-selected model family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Qwen: 17; ModernBERT: 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Validation-selected adaptation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Frozen: 14; fine-tuned: 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95% AP-gain intervals entirely above zero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95% AP-gain intervals containing zero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19/24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95% AP-gain intervals entirely below zero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5/24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68680" y="5806440"/>
            <a:ext cx="10469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Individual paired bootstrap intervals (2,000 resamples); no temporal dependence or multiplicity adjustment.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Complete workflow; scientific target unmet: 0/24 pass all gates.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10/24 AP point estimates beat baseline; none has a wholly positive gain interval.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Qt is promising, but no repository meets the target at all levels.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Keep the sealed study as a completed result; do not retrain to this test set.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Separate planned studies: Phi, Gemma and Qwen3.5; prepare and profile each first.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Separate local Jev zero-shot benchmark; setup and runtime profile still required.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One GPU profile at a time; at most two experiment jobs concurrently.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Further comparisons are retrospective; a fresh holdout is needed for confirmation.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Code-smell study - dataset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554480"/>
          <a:ext cx="1046988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458200"/>
              </a:tblGrid>
              <a:tr h="568234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This task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Research question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Can sprint-entry story information predict implementation and design smells in associated code?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Population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Four Jira sources; 68,244 fixed candidates from the September 10 snapshot.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Preparation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67,919 complete Jira records; 12,986 pass pre-sprint eligibility checks.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Completed outputs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Frozen features and chronological train / validation / test membership per source.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Current scope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Dataset preparation only. Code-smell labels, class balance and model scores are not available yet.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568235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Separate study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This is a code-smell prediction task, not another HF issue-instability result.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96112" y="5742432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B4B4D"/>
                </a:solidFill>
                <a:latin typeface="Arial"/>
              </a:rPr>
              <a:t>Run: code-smells-002 | Preparation results recorded October 24,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Data Analysis - candidates to feature 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371600"/>
            <a:ext cx="3319272" cy="89611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08176"/>
            <a:ext cx="33192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>
                <a:solidFill>
                  <a:srgbClr val="F47E1F"/>
                </a:solidFill>
                <a:latin typeface="Arial"/>
              </a:rPr>
              <a:t>68,244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1"/>
            <a:ext cx="33192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232323"/>
                </a:solidFill>
                <a:latin typeface="Arial"/>
              </a:rPr>
              <a:t>Selected candidates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3984" y="1371600"/>
            <a:ext cx="3319272" cy="89611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43984" y="1408176"/>
            <a:ext cx="33192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>
                <a:solidFill>
                  <a:srgbClr val="F47E1F"/>
                </a:solidFill>
                <a:latin typeface="Arial"/>
              </a:rPr>
              <a:t>67,919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984" y="1856231"/>
            <a:ext cx="33192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232323"/>
                </a:solidFill>
                <a:latin typeface="Arial"/>
              </a:rPr>
              <a:t>Complete Jira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9288" y="1371600"/>
            <a:ext cx="3319272" cy="89611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19288" y="1408176"/>
            <a:ext cx="33192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>
                <a:solidFill>
                  <a:srgbClr val="F47E1F"/>
                </a:solidFill>
                <a:latin typeface="Arial"/>
              </a:rPr>
              <a:t>12,986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9288" y="1856231"/>
            <a:ext cx="33192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232323"/>
                </a:solidFill>
                <a:latin typeface="Arial"/>
              </a:rPr>
              <a:t>Frozen feature rows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68680" y="2587752"/>
          <a:ext cx="10469880" cy="2587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37360"/>
                <a:gridCol w="1600200"/>
                <a:gridCol w="1691640"/>
                <a:gridCol w="1920240"/>
                <a:gridCol w="1737360"/>
              </a:tblGrid>
              <a:tr h="431292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Dataset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Candidates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Unavailable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Available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Preprocessing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excluded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Frozen rows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</a:tr>
              <a:tr h="43129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Apache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3,289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3,289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2,531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758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43129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IntelDAOS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866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866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</a:tr>
              <a:tr h="43129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MongoDB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39,169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39,168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34,080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5,088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43129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RedHat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24,920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24,596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17,691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6,905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</a:tr>
              <a:tr h="431292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32323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32323"/>
                          </a:solidFill>
                          <a:latin typeface="Arial"/>
                        </a:rPr>
                        <a:t>68,244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32323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32323"/>
                          </a:solidFill>
                          <a:latin typeface="Arial"/>
                        </a:rPr>
                        <a:t>67,919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32323"/>
                          </a:solidFill>
                          <a:latin typeface="Arial"/>
                        </a:rPr>
                        <a:t>54,933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32323"/>
                          </a:solidFill>
                          <a:latin typeface="Arial"/>
                        </a:rPr>
                        <a:t>12,986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96112" y="5449824"/>
            <a:ext cx="1042416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32323"/>
                </a:solidFill>
                <a:latin typeface="Arial"/>
              </a:rPr>
              <a:t>68,244 - 325 unavailable - 54,933 preprocessing exclusions = 12,986 frozen rows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5925312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B4B4D"/>
                </a:solidFill>
                <a:latin typeface="Arial"/>
              </a:rPr>
              <a:t>19.1% of available records pass. No code-evidence or detector filtering has run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Why 54,933 available records were filtered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463040"/>
          <a:ext cx="1046988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2057400"/>
                <a:gridCol w="2331720"/>
                <a:gridCol w="2560320"/>
                <a:gridCol w="173736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Dataset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No usable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sprint entry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No comment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by sprint entry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Metadata not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reconstructable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excluded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Apache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1,090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1,441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2,531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IntelDAOS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575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MongoDB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4,964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29,104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34,080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RedHat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1,694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15,984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17,691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32323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32323"/>
                          </a:solidFill>
                          <a:latin typeface="Arial"/>
                        </a:rPr>
                        <a:t>7,804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32323"/>
                          </a:solidFill>
                          <a:latin typeface="Arial"/>
                        </a:rPr>
                        <a:t>47,104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32323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32323"/>
                          </a:solidFill>
                          <a:latin typeface="Arial"/>
                        </a:rPr>
                        <a:t>54,933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96112" y="4544568"/>
            <a:ext cx="10424160" cy="429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B6520"/>
                </a:solidFill>
                <a:latin typeface="Arial"/>
              </a:rPr>
              <a:t>Largest gate: 47,104 records lack a qualifying comment (85.7% of preprocessing exclusions).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5065776"/>
            <a:ext cx="10424160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32323"/>
                </a:solidFill>
                <a:latin typeface="Arial"/>
              </a:rPr>
              <a:t>A qualifying comment has a valid timestamp on or before sprint entry; comments only afterward do not count.
This comment requirement is an inherited study rule, not an inherent code-smell requirement.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907024"/>
            <a:ext cx="1042416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First failed rule only: no double-counting. The 325 unavailable records are separate from this table.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Frozen feature rows - labels still pending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508760"/>
          <a:ext cx="10469880" cy="30358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2011680"/>
                <a:gridCol w="2011680"/>
                <a:gridCol w="2011680"/>
                <a:gridCol w="2011680"/>
              </a:tblGrid>
              <a:tr h="505968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FFFFFF"/>
                          </a:solidFill>
                          <a:latin typeface="Arial"/>
                        </a:rPr>
                        <a:t>Dataset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  <a:latin typeface="Arial"/>
                        </a:rPr>
                        <a:t>Feature rows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  <a:latin typeface="Arial"/>
                        </a:rPr>
                        <a:t>Train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 marL="54864" marR="36576" marT="18288" marB="18288" anchor="ctr">
                    <a:solidFill>
                      <a:srgbClr val="F47E1F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algn="l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Apache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758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algn="l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IntelDAOS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algn="l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MongoDB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5,088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3,052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1,017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1,019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algn="l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RedHat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6,905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4,143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1,381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1,381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232323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232323"/>
                          </a:solidFill>
                          <a:latin typeface="Arial"/>
                        </a:rPr>
                        <a:t>12,986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232323"/>
                          </a:solidFill>
                          <a:latin typeface="Arial"/>
                        </a:rPr>
                        <a:t>7,790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232323"/>
                          </a:solidFill>
                          <a:latin typeface="Arial"/>
                        </a:rPr>
                        <a:t>2,596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232323"/>
                          </a:solidFill>
                          <a:latin typeface="Arial"/>
                        </a:rPr>
                        <a:t>2,600</a:t>
                      </a:r>
                    </a:p>
                  </a:txBody>
                  <a:tcPr marL="54864" marR="36576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96112" y="4745736"/>
            <a:ext cx="104241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32323"/>
                </a:solidFill>
                <a:latin typeface="Arial"/>
              </a:rPr>
              <a:t>Chronological 60/20/20 per source, ordered by sprint-entry time; integer boundaries explain rounding.
Apache's original 758 rows and 454 / 151 / 153 membership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5559552"/>
            <a:ext cx="10424160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B6520"/>
                </a:solidFill>
                <a:latin typeface="Arial"/>
              </a:rPr>
              <a:t>Next: linked code, complete detector coverage and labels. Final model-ready counts can fall further.
Later exclusions only mask these partitions; they never move rows or turn missing labels negative.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Phi / Gemma / Qwen3.5 - this experiment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417320"/>
          <a:ext cx="1046987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8595360"/>
              </a:tblGrid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This task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Research question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Can the next three families improve within-project instability prediction?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Training data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Same archived Apache, Hyperledger, IntelDAOS, Jira, MariaDB and Qt issues.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Split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Independent chronological 60/20/20; original sprint-entry inputs only.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Models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Phi, Gemma and Qwen3.5; frozen heads and selective quantized LoRA.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Test coverage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24 sealed choices: six repositories x thresholds 5/10/15/20 words.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Results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0/24 all-gate passes; AP beats classical in 12/24 and earlier HF in 16/24.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Completed outputs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3 GPU profiles, 18 jobs per array stage, 24 selected tests and final report.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Data Analysis - same population, new families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Earlier HF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New HF study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Earlier HF study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New HF study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Population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Same archived #357 issues; six repositories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Same frozen contract and reported counts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Split / labels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Chronological 60/20/20; K=5/10/15/20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Same thresholds and partitions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Models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ModernBERT and Qwen embeddings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Phi, Gemma and Qwen3.5; quantized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Model inputs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Original sprint-entry text; structured ablation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Same fields, 512 tokens, batch 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Evaluation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Sealed validation choices; unweighted test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Same protocol; separate sealed study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4754880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646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4837176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No new Jira collection. This test set was already observed in the earlier study.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Report comparisons are descriptive; no paired new-vs-earlier confidence intervals are available.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Target gates - still 0 of 24 overall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325880"/>
          <a:ext cx="106527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0920"/>
                <a:gridCol w="3550920"/>
                <a:gridCol w="355092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Agreed requirement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Earlier HF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New HF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AUC-PRC &gt; 0.5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Average precision &gt; prevalence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Average precision &gt; classical baseline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12/24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ROC AUC &gt; 0.5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ALL requirements together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68680" y="457200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32323"/>
                </a:solidFill>
                <a:latin typeface="Arial"/>
              </a:rPr>
              <a:t>All 24 results are valid. The three Jira cells above 0.5 PR area still lose AP to their matched classical baselines.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Compared with the earlier HF study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423160"/>
                <a:gridCol w="2423160"/>
                <a:gridCol w="25146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  <a:latin typeface="Arial"/>
                        </a:rPr>
                        <a:t>Earlier mean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  <a:latin typeface="Arial"/>
                        </a:rPr>
                        <a:t>New mean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  <a:latin typeface="Arial"/>
                        </a:rPr>
                        <a:t>New &gt; earlier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AUC-PRC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0.2155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0.2315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16/24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Average precision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0.2220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0.2384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16/24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0.6620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0.6721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32323"/>
                          </a:solidFill>
                          <a:latin typeface="Arial"/>
                        </a:rPr>
                        <a:t>11/24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3891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32323"/>
                </a:solidFill>
                <a:latin typeface="Arial"/>
              </a:rPr>
              <a:t>Each cell uses its own validation-selected winner from that study.
These are equal-weight descriptive means, not pooled scores or a significance test.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Do not select the best of both studies using test results; no cross-study gain intervals were computed.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New study - AUC-PRC across all 24 cells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463040"/>
          <a:ext cx="10469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554480"/>
                <a:gridCol w="1554480"/>
                <a:gridCol w="1554480"/>
                <a:gridCol w="1554480"/>
                <a:gridCol w="2148840"/>
              </a:tblGrid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Repository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5 words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10 words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15 words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20 words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AP wins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Apache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0.137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0.090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0.082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0.062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0/4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Hyperledger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0.255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0.251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0.206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0.194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1/4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IntelDAOS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0.285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0.174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0.241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0.092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2/4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Jira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0.564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0.564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0.539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0.245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1/4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MariaDB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0.205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0.184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0.164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4/4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Qt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0.241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0.161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4/4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AP wins compare with the matched classical baseline. MariaDB and Qt win in point estimates at all four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Apache - new study and matched comparisons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103120"/>
                <a:gridCol w="1234440"/>
                <a:gridCol w="960120"/>
                <a:gridCol w="1463040"/>
                <a:gridCol w="1371600"/>
                <a:gridCol w="1417320"/>
                <a:gridCol w="141732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Selected 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AUC-PRC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Classical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Prior HF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Phi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0.137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0.139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0.194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0.135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87.1%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0.535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Phi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0.090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0.092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0.096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92.3%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0.584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Phi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0.082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0.085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0.100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0.084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94.3%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0.668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Qwen3.5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0.062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0.065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0.080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0.060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95.8%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0.690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AP wins: 0/4 vs classical; 3/4 vs earlier HF.
All-gate passes: 0/4. Model and threshold were selected on validation.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Hyperledger - new study and matched comparisons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103120"/>
                <a:gridCol w="1234440"/>
                <a:gridCol w="960120"/>
                <a:gridCol w="1463040"/>
                <a:gridCol w="1371600"/>
                <a:gridCol w="1417320"/>
                <a:gridCol w="141732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Selected 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AUC-PRC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Classical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Prior HF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Qwen3.5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0.255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0.260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0.265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0.252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55.9%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0.656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Qwen3.5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0.251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0.256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0.229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0.229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69.6%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0.700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Phi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0.206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0.212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0.228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0.222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50.2%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0.698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Phi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0.194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0.199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0.186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76.7%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0.696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AP wins: 1/4 vs classical; 3/4 vs earlier HF.
All-gate passes: 0/4. Model and threshold were selected on validation.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IntelDAOS - new study and matched comparisons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103120"/>
                <a:gridCol w="1234440"/>
                <a:gridCol w="960120"/>
                <a:gridCol w="1463040"/>
                <a:gridCol w="1371600"/>
                <a:gridCol w="1417320"/>
                <a:gridCol w="141732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Selected 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AUC-PRC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Classical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Prior HF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Phi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0.285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0.295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0.166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0.289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9.6%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0.720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Qwen3.5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0.174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0.188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0.216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0.103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69.8%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0.609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Qwen3.5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0.241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0.254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0.252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0.095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47.6%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0.735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Phi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0.092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0.100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0.123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84.7%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0.621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AP wins: 2/4 vs classical; 3/4 vs earlier HF.
All-gate passes: 0/4. Model and threshold were selected on validation.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Jira - new study and matched comparisons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103120"/>
                <a:gridCol w="1234440"/>
                <a:gridCol w="960120"/>
                <a:gridCol w="1463040"/>
                <a:gridCol w="1371600"/>
                <a:gridCol w="1417320"/>
                <a:gridCol w="141732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Selected 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AUC-PRC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Classical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Prior HF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Qwen3.5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0.564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0.568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0.579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0.568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45.3%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0.616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Qwen3.5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0.564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0.567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0.576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0.566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61.4%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0.642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Qwen3.5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0.539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0.542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0.552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0.544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46.2%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0.621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Qwen3.5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0.245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0.252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0.208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0.251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85.8%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0.585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AP wins: 1/4 vs classical; 2/4 vs earlier HF.
All-gate passes: 0/4. Model and threshold were selected on validation.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MariaDB - new study and matched comparisons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103120"/>
                <a:gridCol w="1234440"/>
                <a:gridCol w="960120"/>
                <a:gridCol w="1463040"/>
                <a:gridCol w="1371600"/>
                <a:gridCol w="1417320"/>
                <a:gridCol w="141732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Selected 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AUC-PRC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Classical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Prior HF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Gemma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0.205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0.205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0.179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81.4%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0.616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Phi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0.184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0.195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0.165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0.203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87.2%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0.667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Phi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0.164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0.113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0.146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91.5%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0.734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Gemma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Frozen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0.176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0.195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0.133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0.203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80.7%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0.721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AP wins: 4/4 vs classical; 2/4 vs earlier HF.
All-gate passes: 0/4. Model and threshold were selected on validation.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Qt - new study and matched comparisons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103120"/>
                <a:gridCol w="1234440"/>
                <a:gridCol w="960120"/>
                <a:gridCol w="1463040"/>
                <a:gridCol w="1371600"/>
                <a:gridCol w="1417320"/>
                <a:gridCol w="141732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Selected 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AUC-PRC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Classical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Prior HF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Qwen3.5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0.241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0.244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0.195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0.236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90.4%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0.695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Qwen3.5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0.178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0.184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90.2%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0.721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Qwen3.5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0.232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0.149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0.160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95.7%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0.770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Qwen3.5</a:t>
                      </a:r>
                    </a:p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LoRA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0.161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0.168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0.125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0.213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96.8%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0.833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AP wins: 4/4 vs classical; 3/4 vs earlier HF.
All-gate passes: 0/4. Model and threshold were selected on validation.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Selection and uncertainty - what is supported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463040"/>
          <a:ext cx="1046988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80760"/>
                <a:gridCol w="4389120"/>
              </a:tblGrid>
              <a:tr h="624839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Observed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Validation-selected family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Phi: 9; Gemma: 2; Qwen3.5: 13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Selected adaptation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Frozen: 12; fine-tuned: 12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AP-gain intervals wholly above zero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0/24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AP-gain intervals containing zero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22/24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AP-gain intervals wholly below zero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323"/>
                          </a:solidFill>
                          <a:latin typeface="Arial"/>
                        </a:rPr>
                        <a:t>2/24 (Apache 5 and 10)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Intervals compare NEW HF to CLASSICAL only. Individual 95% paired bootstrap; no temporal or multiplicity adjustment.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Complete study, but 0/24 combinations pass every target.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AP beats earlier HF choices in 16/24 cells; classical baselines in 12/24.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No AP-gain interval vs classical baseline lies entirely above zero.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Selection counts do not prove one family or fine-tuning is universally better.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Keep both sealed studies and their negative findings unchanged.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Next planned benchmark: local Jev, with separate setup and GPU profile.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 not choose a cross-study winner using observed test scores.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Use a fresh holdout for confirmation after exploratory comparisons.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What is the Jev model we tested?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80160"/>
            <a:ext cx="10469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232323"/>
                </a:solidFill>
                <a:latin typeface="Arial"/>
              </a:rPr>
              <a:t>A text model that gives a yes/no score for a specific question.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3154680" cy="242316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109728" cy="242316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176272"/>
            <a:ext cx="27157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1. ISSUE 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260604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4B4B4D"/>
                </a:solidFill>
                <a:latin typeface="Arial"/>
              </a:rPr>
              <a:t>"Add a CSV export button."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011680"/>
            <a:ext cx="3154680" cy="242316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2011680"/>
            <a:ext cx="109728" cy="242316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6592" y="2176272"/>
            <a:ext cx="27157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2.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697480"/>
            <a:ext cx="260604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4B4B4D"/>
                </a:solidFill>
                <a:latin typeface="Arial"/>
              </a:rPr>
              <a:t>Will this text be edited by at least 10 words after sprint entry?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011680"/>
            <a:ext cx="3154680" cy="242316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011680"/>
            <a:ext cx="109728" cy="242316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2176272"/>
            <a:ext cx="27157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3. YES / NO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697480"/>
            <a:ext cx="260604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4B4B4D"/>
                </a:solidFill>
                <a:latin typeface="Arial"/>
              </a:rPr>
              <a:t>Example yes-score: 0.70.
Higher score = more support for yes.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926080"/>
            <a:ext cx="502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F47E1F"/>
                </a:solidFill>
                <a:latin typeface="Arial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2926080"/>
            <a:ext cx="502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F47E1F"/>
                </a:solidFill>
                <a:latin typeface="Arial"/>
              </a:rPr>
              <a:t>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45152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B4B4D"/>
                </a:solidFill>
                <a:latin typeface="Arial"/>
              </a:rPr>
              <a:t>The example is illustrative, not a real result. A score is not a guarantee about the future.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Our study: no retraining on our issues; validation data only sets the yes/no cutoff.
We tested a local community DeBERTa version, not the official TypeSafe Jev service.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Local community Jev - this experiment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417320"/>
          <a:ext cx="1046987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8595360"/>
              </a:tblGrid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This task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Research question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Can the native typed-decision model predict future issue-text instability?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Training data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No local model training or training-row examples; publisher weights retained.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Split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Same chronological 60/20/20 per repository; validation chooses F1 thresholds.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Community DeBERTa Jev-style native p(yes); fixed prompt, head and temperature.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Test coverage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Six repositories x four changed-word thresholds = 24 cells.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Results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0/24 all-gate passes; only 1/24 beats matched classical AP.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Completed outputs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Setup, model preparation, GPU profile, validation, seal, test and report.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Data Analysis - same rows, different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Supervised HF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Local Jev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Supervised HF studies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Local Jev benchmark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Population / labels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Six repositories; K=5/10/15/20 changed words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Same frozen contract, counts and positives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Input / split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Original sprint-entry text; same 60/20/20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Same text/splits; train rows not examples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Training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Frozen classifiers and selective LoRA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None; retain native head and temperature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Model selection and F1 thresholds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F1 thresholds only; fixed model/prompt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Context / 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512 tokens; optional structured 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256 state / 512 total tokens; text only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4754880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646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4837176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Different training and context protocols: not an architecture-only comparison.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Independent community model, not official TypeSafe Jev. Same retrospective holdout.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Local Jev - no combined target reached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463040"/>
          <a:ext cx="104698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92040"/>
                <a:gridCol w="1691640"/>
                <a:gridCol w="1691640"/>
                <a:gridCol w="2194560"/>
              </a:tblGrid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HF1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HF2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Local Jev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AUC-PRC &gt; 0.5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3/24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3/24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AP &gt; prevalence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24/24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24/24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14/24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AP &gt; classical baseline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10/24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12/24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1/24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ROC AUC &gt; 0.5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24/24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24/24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10/24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ALL requirements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3949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32323"/>
                </a:solidFill>
                <a:latin typeface="Arial"/>
              </a:rPr>
              <a:t>HF1: ModernBERT / Qwen embeddings. HF2: Phi / Gemma / Qwen3.5.
All three studies have 24 valid results; none passes every agreed gate.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Across studies - descriptive test means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331720"/>
                <a:gridCol w="2331720"/>
                <a:gridCol w="233172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rial"/>
                        </a:rPr>
                        <a:t>HF1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rial"/>
                        </a:rPr>
                        <a:t>HF2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rial"/>
                        </a:rPr>
                        <a:t>Local Jev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323"/>
                          </a:solidFill>
                          <a:latin typeface="Arial"/>
                        </a:rPr>
                        <a:t>AUC-PRC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323"/>
                          </a:solidFill>
                          <a:latin typeface="Arial"/>
                        </a:rPr>
                        <a:t>0.2155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323"/>
                          </a:solidFill>
                          <a:latin typeface="Arial"/>
                        </a:rPr>
                        <a:t>0.2315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323"/>
                          </a:solidFill>
                          <a:latin typeface="Arial"/>
                        </a:rPr>
                        <a:t>0.1410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323"/>
                          </a:solidFill>
                          <a:latin typeface="Arial"/>
                        </a:rPr>
                        <a:t>Average precision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323"/>
                          </a:solidFill>
                          <a:latin typeface="Arial"/>
                        </a:rPr>
                        <a:t>0.2220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323"/>
                          </a:solidFill>
                          <a:latin typeface="Arial"/>
                        </a:rPr>
                        <a:t>0.2384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323"/>
                          </a:solidFill>
                          <a:latin typeface="Arial"/>
                        </a:rPr>
                        <a:t>0.1448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323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323"/>
                          </a:solidFill>
                          <a:latin typeface="Arial"/>
                        </a:rPr>
                        <a:t>0.6620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323"/>
                          </a:solidFill>
                          <a:latin typeface="Arial"/>
                        </a:rPr>
                        <a:t>0.6721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323"/>
                          </a:solidFill>
                          <a:latin typeface="Arial"/>
                        </a:rPr>
                        <a:t>0.4413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4805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32323"/>
                </a:solidFill>
                <a:latin typeface="Arial"/>
              </a:rPr>
              <a:t>Jev beats each supervised HF study in AP in 1/24 cells, and in ROC AUC in 0/24.
Equal-weight means across cells; not pooled metrics or causal estimates.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Different training/context protocols; no paired HF-versus-Jev confidence intervals were computed.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Local Jev - AUC-PRC across all 24 cells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463040"/>
          <a:ext cx="10469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554480"/>
                <a:gridCol w="1554480"/>
                <a:gridCol w="1554480"/>
                <a:gridCol w="1554480"/>
                <a:gridCol w="2148840"/>
              </a:tblGrid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Repository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5 words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10 words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15 words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20 words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AP wins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Apache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0.120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0.049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0.036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0/4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Hyperledger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0.184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0.161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0.143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0.133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0/4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IntelDAOS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0.060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0.056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0.044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0.039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0/4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Jira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0.458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0.429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0.417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0.190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0/4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MariaDB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0.212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0.139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0.099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0.119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1/4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Qt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0.100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0.053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0.039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0.026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0/4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No PR area exceeds 0.5. AP wins compare with the matched validation-selected classical baseline.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Apache - local Jev zero-shot test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645920"/>
                <a:gridCol w="1234440"/>
                <a:gridCol w="1691640"/>
                <a:gridCol w="1325880"/>
                <a:gridCol w="1325880"/>
                <a:gridCol w="1417320"/>
                <a:gridCol w="132588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Jev PR area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Jev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Classical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HF1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HF2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0.120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0.121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0.194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0.135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0.139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13.1%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0.499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0.076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0.077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0.096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0.092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8.5%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0.500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0.049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0.100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0.084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0.085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5.8%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0.478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0.036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0.037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0.080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0.060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0.065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4.4%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0.471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Native community DeBERTa head; fixed model and prompt.
Thresholds selected on validation, not on these test scores.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Hyperledger - local Jev zero-shot test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645920"/>
                <a:gridCol w="1234440"/>
                <a:gridCol w="1691640"/>
                <a:gridCol w="1325880"/>
                <a:gridCol w="1325880"/>
                <a:gridCol w="1417320"/>
                <a:gridCol w="132588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Jev PR area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Jev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Classical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HF1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HF2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0.184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0.188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0.265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0.252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0.260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18.3%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0.498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0.161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0.165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0.229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0.229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0.256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70.3%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0.517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0.143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0.147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0.228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0.222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0.212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74.7%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0.520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0.133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0.138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0.186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0.199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78.0%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0.517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Native community DeBERTa head; fixed model and prompt.
Thresholds selected on validation, not on these test scores.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IntelDAOS - local Jev zero-shot test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645920"/>
                <a:gridCol w="1234440"/>
                <a:gridCol w="1691640"/>
                <a:gridCol w="1325880"/>
                <a:gridCol w="1325880"/>
                <a:gridCol w="1417320"/>
                <a:gridCol w="132588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Jev PR area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Jev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Classical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HF1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HF2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0.060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0.064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0.166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0.289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0.295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9.6%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0.264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0.056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0.060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0.216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0.103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0.188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9.0%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0.290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0.044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0.046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0.252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0.095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0.254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7.5%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0.247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0.039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0.041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0.123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0.100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6.9%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Native community DeBERTa head; fixed model and prompt.
Thresholds selected on validation, not on these test scores.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Jira - local Jev zero-shot test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645920"/>
                <a:gridCol w="1234440"/>
                <a:gridCol w="1691640"/>
                <a:gridCol w="1325880"/>
                <a:gridCol w="1325880"/>
                <a:gridCol w="1417320"/>
                <a:gridCol w="132588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Jev PR area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Jev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Classical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HF1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HF2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0.458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0.462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0.579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0.568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0.568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53.8%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0.358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0.429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0.433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0.576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0.566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0.567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51.9%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0.340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0.417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0.421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0.552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0.544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0.542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50.6%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0.339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0.190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0.197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0.208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0.251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0.252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86.1%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0.546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Native community DeBERTa head; fixed model and prompt.
Thresholds selected on validation, not on these test scores.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MariaDB - local Jev zero-shot test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645920"/>
                <a:gridCol w="1234440"/>
                <a:gridCol w="1691640"/>
                <a:gridCol w="1325880"/>
                <a:gridCol w="1325880"/>
                <a:gridCol w="1417320"/>
                <a:gridCol w="132588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Jev PR area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Jev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Classical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HF1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HF2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0.212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0.218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0.205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0.179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78.6%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0.527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0.139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0.143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0.165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0.203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0.195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68.3%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0.099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0.112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0.113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0.146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12.8%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0.521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0.119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0.133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0.203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0.195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12.3%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0.556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Native community DeBERTa head; fixed model and prompt.
Thresholds selected on validation, not on these test scores.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Qt - local Jev zero-shot test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508760"/>
          <a:ext cx="10469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645920"/>
                <a:gridCol w="1234440"/>
                <a:gridCol w="1691640"/>
                <a:gridCol w="1325880"/>
                <a:gridCol w="1325880"/>
                <a:gridCol w="1417320"/>
                <a:gridCol w="132588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Jev PR area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Jev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Classical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HF1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HF2 AP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ROC AUC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0.100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0.103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0.195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0.236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0.244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54.4%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0.505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0.053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0.057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0.178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0.184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58.1%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0.461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0.039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0.044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0.149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0.160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0.232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63.3%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0.458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0.026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0.028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0.125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0.213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0.168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92.5%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323"/>
                          </a:solidFill>
                          <a:latin typeface="Arial"/>
                        </a:rPr>
                        <a:t>0.455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754880"/>
            <a:ext cx="10287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Native community DeBERTa head; fixed model and prompt.
Thresholds selected on validation, not on these test scores.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K = changed-word threshold. AP differs from PR area; accuracy alone can hide minority-class errors.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Coverage and threshold behavior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463040"/>
          <a:ext cx="10469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600200"/>
                <a:gridCol w="1600200"/>
                <a:gridCol w="1828800"/>
                <a:gridCol w="3291840"/>
              </a:tblGrid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Repository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Test issues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Truncated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Truncated %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&gt;=90% predicted yes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Apache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1535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4.7%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4/4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Hyperledger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964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7.0%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1/4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IntelDAOS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6.3%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4/4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Jira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19.6%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3/4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MariaDB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5.8%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2/4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Qt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1223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2.6%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323"/>
                          </a:solidFill>
                          <a:latin typeface="Arial"/>
                        </a:rPr>
                        <a:t>0/4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1663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32323"/>
                </a:solidFill>
                <a:latin typeface="Arial"/>
              </a:rPr>
              <a:t>277/4,770 unique issues truncated (5.8%); 14/24 cells predict yes for &gt;=90% of issues.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256 state-token limit; all rows retained. Truncation is not proven to cause the weak ranking.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Uncertainty - predominantly worse than baseline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68680" y="1463040"/>
          <a:ext cx="10469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29400"/>
                <a:gridCol w="384048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Observed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AP-gain intervals wholly above zero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0/24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AP-gain intervals containing zero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5/24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AP-gain intervals wholly below zero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19/24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Only positive point gain vs classical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MariaDB, K=5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Direction of that gain interval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32323"/>
                          </a:solidFill>
                          <a:latin typeface="Arial"/>
                        </a:rPr>
                        <a:t>Includes zero; no clear gain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Jev minus CLASSICAL: individual 95% paired bootstrap; no temporal dependence or multiplicity adjustment.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Operationally complete; 0/24 meet all targets and none has PR area &gt;0.5.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Only MariaDB 5 beats classical AP; its gain interval includes zero.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Mean ROC AUC 0.441; no cell beats either supervised HF study in ROC AUC.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This is a negative result for this local zero-shot protocol, not all Jev models.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Preserve all three reports and their sealed decisions.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 not reverse scores or tune prompts using these test results.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Truncation and domain mismatch are hypotheses, not established causes.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Any revised protocol needs a declared experiment and fresh confirmatory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SLMs versus the best classical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88720"/>
            <a:ext cx="10469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B4B4D"/>
                </a:solidFill>
                <a:latin typeface="Arial"/>
              </a:rPr>
              <a:t>Old pool: RF, legacy boosting (XGboost label), NN; two variants each, same 24 cells.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91640"/>
          <a:ext cx="104698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1645920"/>
                <a:gridCol w="1645920"/>
                <a:gridCol w="1645920"/>
                <a:gridCol w="164592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Metric / strict win count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Old: val-selected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Old: test-best PR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SLM1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SLM2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Mean AUC-PRC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0.2166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0.2509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0.2155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Mean AP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0.2239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0.2577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0.2220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0.2384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Mean ROC AUC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0.6701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0.6848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0.6620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0.6721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PR-area wins vs old val-selected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11/24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11/24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PR-area wins vs old test-best PR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4/24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7/24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AP wins vs old val-selected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12/24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AP wins vs old test-best PR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4/24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8/24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96112" y="5166360"/>
            <a:ext cx="10378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32323"/>
                </a:solidFill>
                <a:latin typeface="Arial"/>
              </a:rPr>
              <a:t>SLM2 has a higher mean PR area than val-selected old models, but not the old test-best mean.
It beats the best observed old PR area in 7/24 cells: MariaDB 10/15/20 and all four Qt levels.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5925312"/>
            <a:ext cx="10378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SLM1 = ModernBERT / Qwen embeddings. SLM2 = Phi / Gemma / Qwen3.5.
Old test-best is retrospective. AP/ROC belong to the same PR-selected winner.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Local Jev versus the best classical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88720"/>
            <a:ext cx="10469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B4B4D"/>
                </a:solidFill>
                <a:latin typeface="Arial"/>
              </a:rPr>
              <a:t>Old pool: RF, legacy boosting (XGboost label), NN; two variants each, same 24 cells.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91640"/>
          <a:ext cx="104698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2103120"/>
                <a:gridCol w="210312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Metric / strict win count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Old: val-selected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Old: test-best PR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Jev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Mean AUC-PRC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0.2166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0.2509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0.1410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Mean AP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0.2239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0.2577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0.1448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Mean ROC AUC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0.6701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0.6848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0.4413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PR-area wins vs old val-selected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PR-area wins vs old test-best PR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AP wins vs old val-selected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1/24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AP wins vs old test-best PR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0/24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96112" y="5166360"/>
            <a:ext cx="10378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32323"/>
                </a:solidFill>
                <a:latin typeface="Arial"/>
              </a:rPr>
              <a:t>Jev beats val-selected old PR area and AP in 1/24 cells (MariaDB 5).
Against old test-best PR winners: 0/24 wins in PR area, AP or ROC AUC.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5925312"/>
            <a:ext cx="10378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Local community DeBERTa Jev-style model; zero-shot, not official TypeSafe Jev.
Old test-best is retrospective. AP/ROC belong to the same PR-selected winner.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73952"/>
            <a:ext cx="640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אוניברסיטת בן גוריון">
      <a:dk1>
        <a:srgbClr val="58595B"/>
      </a:dk1>
      <a:lt1>
        <a:sysClr val="window" lastClr="FFFFFF"/>
      </a:lt1>
      <a:dk2>
        <a:srgbClr val="58595B"/>
      </a:dk2>
      <a:lt2>
        <a:srgbClr val="EEECE1"/>
      </a:lt2>
      <a:accent1>
        <a:srgbClr val="F7941E"/>
      </a:accent1>
      <a:accent2>
        <a:srgbClr val="E16327"/>
      </a:accent2>
      <a:accent3>
        <a:srgbClr val="F37421"/>
      </a:accent3>
      <a:accent4>
        <a:srgbClr val="828487"/>
      </a:accent4>
      <a:accent5>
        <a:srgbClr val="A5A7A9"/>
      </a:accent5>
      <a:accent6>
        <a:srgbClr val="CFD6DA"/>
      </a:accent6>
      <a:hlink>
        <a:srgbClr val="FFFFFF"/>
      </a:hlink>
      <a:folHlink>
        <a:srgbClr val="FFFFFF"/>
      </a:folHlink>
    </a:clrScheme>
    <a:fontScheme name="אוניברסיטת בן גוריון">
      <a:majorFont>
        <a:latin typeface="Assistant"/>
        <a:ea typeface=""/>
        <a:cs typeface="Assistant"/>
      </a:majorFont>
      <a:minorFont>
        <a:latin typeface="Assistant"/>
        <a:ea typeface=""/>
        <a:cs typeface="Assistan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3830</TotalTime>
  <Words>1108</Words>
  <Application>Microsoft Macintosh PowerPoint</Application>
  <PresentationFormat>Widescreen</PresentationFormat>
  <Paragraphs>272</Paragraphs>
  <Slides>38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Assistant</vt:lpstr>
      <vt:lpstr>Calibri</vt:lpstr>
      <vt:lpstr>Cambria Math</vt:lpstr>
      <vt:lpstr>Office Theme</vt:lpstr>
      <vt:lpstr>The effect of the stability of user stories on the code quality</vt:lpstr>
      <vt:lpstr>User Story </vt:lpstr>
      <vt:lpstr>Code Smells</vt:lpstr>
      <vt:lpstr>Code Smells</vt:lpstr>
      <vt:lpstr>User Stories Quality</vt:lpstr>
      <vt:lpstr>An impact-driven approach to predict user stories instability</vt:lpstr>
      <vt:lpstr>K - Unstable</vt:lpstr>
      <vt:lpstr>K - UPM</vt:lpstr>
      <vt:lpstr>DATASET and DATA ANALYSIS</vt:lpstr>
      <vt:lpstr>Results (AUC PRC)</vt:lpstr>
      <vt:lpstr>Disadvantages</vt:lpstr>
      <vt:lpstr>NLP</vt:lpstr>
      <vt:lpstr>Research Questions</vt:lpstr>
      <vt:lpstr>Research Goal</vt:lpstr>
      <vt:lpstr>Steps</vt:lpstr>
      <vt:lpstr>Background and Related Work</vt:lpstr>
      <vt:lpstr>Step 1: Replicate Yarden’s research and validate the results (5 Unstable)</vt:lpstr>
      <vt:lpstr>Step 1: Replicate Yarden’s research and validate the results (20 Unstable)</vt:lpstr>
      <vt:lpstr>Step 2: Validate the model on a larger dataset</vt:lpstr>
      <vt:lpstr>Datasets</vt:lpstr>
      <vt:lpstr>K - UPM</vt:lpstr>
      <vt:lpstr>K – UPM – AUC PRC</vt:lpstr>
      <vt:lpstr>Step 3: NLP Models</vt:lpstr>
      <vt:lpstr>Step 3: NLP Models</vt:lpstr>
      <vt:lpstr>Step 3: NLP Models – AUC PRC</vt:lpstr>
      <vt:lpstr>Step 3: Balance Ratio</vt:lpstr>
      <vt:lpstr>Step 3: Balance Ratio - AUC PRC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5: Develop a prediction model for code smells based on user stories </vt:lpstr>
      <vt:lpstr>Status</vt:lpstr>
      <vt:lpstr>Challenges</vt:lpstr>
      <vt:lpstr>Thank You.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רינת שרון</dc:creator>
  <cp:lastModifiedBy>Yakov Elmaleh</cp:lastModifiedBy>
  <cp:revision>21</cp:revision>
  <dcterms:created xsi:type="dcterms:W3CDTF">2021-09-16T17:14:16Z</dcterms:created>
  <dcterms:modified xsi:type="dcterms:W3CDTF">2026-09-07T06:59:13Z</dcterms:modified>
</cp:coreProperties>
</file>